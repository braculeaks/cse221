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184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178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180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181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18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71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8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</p:sldIdLst>
  <p:sldSz cy="5143500" cx="9144000"/>
  <p:notesSz cx="6858000" cy="9144000"/>
  <p:embeddedFontLst>
    <p:embeddedFont>
      <p:font typeface="Tahoma"/>
      <p:regular r:id="rId194"/>
      <p:bold r:id="rId19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E1ACA5-DD12-43B5-BF0A-29AC8E577874}">
  <a:tblStyle styleId="{A8E1ACA5-DD12-43B5-BF0A-29AC8E5778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190" Type="http://schemas.openxmlformats.org/officeDocument/2006/relationships/slide" Target="slides/slide18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194" Type="http://schemas.openxmlformats.org/officeDocument/2006/relationships/font" Target="fonts/Tahoma-regular.fntdata"/><Relationship Id="rId43" Type="http://schemas.openxmlformats.org/officeDocument/2006/relationships/slide" Target="slides/slide36.xml"/><Relationship Id="rId193" Type="http://schemas.openxmlformats.org/officeDocument/2006/relationships/slide" Target="slides/slide186.xml"/><Relationship Id="rId46" Type="http://schemas.openxmlformats.org/officeDocument/2006/relationships/slide" Target="slides/slide39.xml"/><Relationship Id="rId192" Type="http://schemas.openxmlformats.org/officeDocument/2006/relationships/slide" Target="slides/slide185.xml"/><Relationship Id="rId45" Type="http://schemas.openxmlformats.org/officeDocument/2006/relationships/slide" Target="slides/slide38.xml"/><Relationship Id="rId191" Type="http://schemas.openxmlformats.org/officeDocument/2006/relationships/slide" Target="slides/slide184.xml"/><Relationship Id="rId48" Type="http://schemas.openxmlformats.org/officeDocument/2006/relationships/slide" Target="slides/slide41.xml"/><Relationship Id="rId187" Type="http://schemas.openxmlformats.org/officeDocument/2006/relationships/slide" Target="slides/slide180.xml"/><Relationship Id="rId47" Type="http://schemas.openxmlformats.org/officeDocument/2006/relationships/slide" Target="slides/slide40.xml"/><Relationship Id="rId186" Type="http://schemas.openxmlformats.org/officeDocument/2006/relationships/slide" Target="slides/slide179.xml"/><Relationship Id="rId185" Type="http://schemas.openxmlformats.org/officeDocument/2006/relationships/slide" Target="slides/slide178.xml"/><Relationship Id="rId49" Type="http://schemas.openxmlformats.org/officeDocument/2006/relationships/slide" Target="slides/slide42.xml"/><Relationship Id="rId184" Type="http://schemas.openxmlformats.org/officeDocument/2006/relationships/slide" Target="slides/slide177.xml"/><Relationship Id="rId189" Type="http://schemas.openxmlformats.org/officeDocument/2006/relationships/slide" Target="slides/slide182.xml"/><Relationship Id="rId188" Type="http://schemas.openxmlformats.org/officeDocument/2006/relationships/slide" Target="slides/slide18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183" Type="http://schemas.openxmlformats.org/officeDocument/2006/relationships/slide" Target="slides/slide176.xml"/><Relationship Id="rId32" Type="http://schemas.openxmlformats.org/officeDocument/2006/relationships/slide" Target="slides/slide25.xml"/><Relationship Id="rId182" Type="http://schemas.openxmlformats.org/officeDocument/2006/relationships/slide" Target="slides/slide175.xml"/><Relationship Id="rId35" Type="http://schemas.openxmlformats.org/officeDocument/2006/relationships/slide" Target="slides/slide28.xml"/><Relationship Id="rId181" Type="http://schemas.openxmlformats.org/officeDocument/2006/relationships/slide" Target="slides/slide174.xml"/><Relationship Id="rId34" Type="http://schemas.openxmlformats.org/officeDocument/2006/relationships/slide" Target="slides/slide27.xml"/><Relationship Id="rId180" Type="http://schemas.openxmlformats.org/officeDocument/2006/relationships/slide" Target="slides/slide173.xml"/><Relationship Id="rId37" Type="http://schemas.openxmlformats.org/officeDocument/2006/relationships/slide" Target="slides/slide30.xml"/><Relationship Id="rId176" Type="http://schemas.openxmlformats.org/officeDocument/2006/relationships/slide" Target="slides/slide169.xml"/><Relationship Id="rId36" Type="http://schemas.openxmlformats.org/officeDocument/2006/relationships/slide" Target="slides/slide29.xml"/><Relationship Id="rId175" Type="http://schemas.openxmlformats.org/officeDocument/2006/relationships/slide" Target="slides/slide168.xml"/><Relationship Id="rId39" Type="http://schemas.openxmlformats.org/officeDocument/2006/relationships/slide" Target="slides/slide32.xml"/><Relationship Id="rId174" Type="http://schemas.openxmlformats.org/officeDocument/2006/relationships/slide" Target="slides/slide167.xml"/><Relationship Id="rId38" Type="http://schemas.openxmlformats.org/officeDocument/2006/relationships/slide" Target="slides/slide31.xml"/><Relationship Id="rId173" Type="http://schemas.openxmlformats.org/officeDocument/2006/relationships/slide" Target="slides/slide166.xml"/><Relationship Id="rId179" Type="http://schemas.openxmlformats.org/officeDocument/2006/relationships/slide" Target="slides/slide172.xml"/><Relationship Id="rId178" Type="http://schemas.openxmlformats.org/officeDocument/2006/relationships/slide" Target="slides/slide171.xml"/><Relationship Id="rId177" Type="http://schemas.openxmlformats.org/officeDocument/2006/relationships/slide" Target="slides/slide170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5" Type="http://schemas.openxmlformats.org/officeDocument/2006/relationships/font" Target="fonts/Tahoma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150" Type="http://schemas.openxmlformats.org/officeDocument/2006/relationships/slide" Target="slides/slide143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2.xml"/><Relationship Id="rId4" Type="http://schemas.openxmlformats.org/officeDocument/2006/relationships/tableStyles" Target="tableStyles.xml"/><Relationship Id="rId148" Type="http://schemas.openxmlformats.org/officeDocument/2006/relationships/slide" Target="slides/slide141.xml"/><Relationship Id="rId9" Type="http://schemas.openxmlformats.org/officeDocument/2006/relationships/slide" Target="slides/slide2.xml"/><Relationship Id="rId143" Type="http://schemas.openxmlformats.org/officeDocument/2006/relationships/slide" Target="slides/slide136.xml"/><Relationship Id="rId142" Type="http://schemas.openxmlformats.org/officeDocument/2006/relationships/slide" Target="slides/slide135.xml"/><Relationship Id="rId141" Type="http://schemas.openxmlformats.org/officeDocument/2006/relationships/slide" Target="slides/slide134.xml"/><Relationship Id="rId140" Type="http://schemas.openxmlformats.org/officeDocument/2006/relationships/slide" Target="slides/slide133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0.xml"/><Relationship Id="rId6" Type="http://schemas.openxmlformats.org/officeDocument/2006/relationships/slideMaster" Target="slideMasters/slideMaster2.xml"/><Relationship Id="rId146" Type="http://schemas.openxmlformats.org/officeDocument/2006/relationships/slide" Target="slides/slide139.xml"/><Relationship Id="rId7" Type="http://schemas.openxmlformats.org/officeDocument/2006/relationships/notesMaster" Target="notesMasters/notesMaster1.xml"/><Relationship Id="rId145" Type="http://schemas.openxmlformats.org/officeDocument/2006/relationships/slide" Target="slides/slide138.xml"/><Relationship Id="rId8" Type="http://schemas.openxmlformats.org/officeDocument/2006/relationships/slide" Target="slides/slide1.xml"/><Relationship Id="rId144" Type="http://schemas.openxmlformats.org/officeDocument/2006/relationships/slide" Target="slides/slide13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139" Type="http://schemas.openxmlformats.org/officeDocument/2006/relationships/slide" Target="slides/slide132.xml"/><Relationship Id="rId138" Type="http://schemas.openxmlformats.org/officeDocument/2006/relationships/slide" Target="slides/slide131.xml"/><Relationship Id="rId137" Type="http://schemas.openxmlformats.org/officeDocument/2006/relationships/slide" Target="slides/slide130.xml"/><Relationship Id="rId132" Type="http://schemas.openxmlformats.org/officeDocument/2006/relationships/slide" Target="slides/slide125.xml"/><Relationship Id="rId131" Type="http://schemas.openxmlformats.org/officeDocument/2006/relationships/slide" Target="slides/slide124.xml"/><Relationship Id="rId130" Type="http://schemas.openxmlformats.org/officeDocument/2006/relationships/slide" Target="slides/slide123.xml"/><Relationship Id="rId136" Type="http://schemas.openxmlformats.org/officeDocument/2006/relationships/slide" Target="slides/slide129.xml"/><Relationship Id="rId135" Type="http://schemas.openxmlformats.org/officeDocument/2006/relationships/slide" Target="slides/slide128.xml"/><Relationship Id="rId134" Type="http://schemas.openxmlformats.org/officeDocument/2006/relationships/slide" Target="slides/slide127.xml"/><Relationship Id="rId133" Type="http://schemas.openxmlformats.org/officeDocument/2006/relationships/slide" Target="slides/slide12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172" Type="http://schemas.openxmlformats.org/officeDocument/2006/relationships/slide" Target="slides/slide165.xml"/><Relationship Id="rId65" Type="http://schemas.openxmlformats.org/officeDocument/2006/relationships/slide" Target="slides/slide58.xml"/><Relationship Id="rId171" Type="http://schemas.openxmlformats.org/officeDocument/2006/relationships/slide" Target="slides/slide164.xml"/><Relationship Id="rId68" Type="http://schemas.openxmlformats.org/officeDocument/2006/relationships/slide" Target="slides/slide61.xml"/><Relationship Id="rId170" Type="http://schemas.openxmlformats.org/officeDocument/2006/relationships/slide" Target="slides/slide163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165" Type="http://schemas.openxmlformats.org/officeDocument/2006/relationships/slide" Target="slides/slide158.xml"/><Relationship Id="rId69" Type="http://schemas.openxmlformats.org/officeDocument/2006/relationships/slide" Target="slides/slide62.xml"/><Relationship Id="rId164" Type="http://schemas.openxmlformats.org/officeDocument/2006/relationships/slide" Target="slides/slide157.xml"/><Relationship Id="rId163" Type="http://schemas.openxmlformats.org/officeDocument/2006/relationships/slide" Target="slides/slide156.xml"/><Relationship Id="rId162" Type="http://schemas.openxmlformats.org/officeDocument/2006/relationships/slide" Target="slides/slide155.xml"/><Relationship Id="rId169" Type="http://schemas.openxmlformats.org/officeDocument/2006/relationships/slide" Target="slides/slide162.xml"/><Relationship Id="rId168" Type="http://schemas.openxmlformats.org/officeDocument/2006/relationships/slide" Target="slides/slide161.xml"/><Relationship Id="rId167" Type="http://schemas.openxmlformats.org/officeDocument/2006/relationships/slide" Target="slides/slide160.xml"/><Relationship Id="rId166" Type="http://schemas.openxmlformats.org/officeDocument/2006/relationships/slide" Target="slides/slide159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161" Type="http://schemas.openxmlformats.org/officeDocument/2006/relationships/slide" Target="slides/slide154.xml"/><Relationship Id="rId54" Type="http://schemas.openxmlformats.org/officeDocument/2006/relationships/slide" Target="slides/slide47.xml"/><Relationship Id="rId160" Type="http://schemas.openxmlformats.org/officeDocument/2006/relationships/slide" Target="slides/slide153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159" Type="http://schemas.openxmlformats.org/officeDocument/2006/relationships/slide" Target="slides/slide152.xml"/><Relationship Id="rId59" Type="http://schemas.openxmlformats.org/officeDocument/2006/relationships/slide" Target="slides/slide52.xml"/><Relationship Id="rId154" Type="http://schemas.openxmlformats.org/officeDocument/2006/relationships/slide" Target="slides/slide147.xml"/><Relationship Id="rId58" Type="http://schemas.openxmlformats.org/officeDocument/2006/relationships/slide" Target="slides/slide51.xml"/><Relationship Id="rId153" Type="http://schemas.openxmlformats.org/officeDocument/2006/relationships/slide" Target="slides/slide146.xml"/><Relationship Id="rId152" Type="http://schemas.openxmlformats.org/officeDocument/2006/relationships/slide" Target="slides/slide145.xml"/><Relationship Id="rId151" Type="http://schemas.openxmlformats.org/officeDocument/2006/relationships/slide" Target="slides/slide144.xml"/><Relationship Id="rId158" Type="http://schemas.openxmlformats.org/officeDocument/2006/relationships/slide" Target="slides/slide151.xml"/><Relationship Id="rId157" Type="http://schemas.openxmlformats.org/officeDocument/2006/relationships/slide" Target="slides/slide150.xml"/><Relationship Id="rId156" Type="http://schemas.openxmlformats.org/officeDocument/2006/relationships/slide" Target="slides/slide149.xml"/><Relationship Id="rId155" Type="http://schemas.openxmlformats.org/officeDocument/2006/relationships/slide" Target="slides/slide14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129" Type="http://schemas.openxmlformats.org/officeDocument/2006/relationships/slide" Target="slides/slide122.xml"/><Relationship Id="rId128" Type="http://schemas.openxmlformats.org/officeDocument/2006/relationships/slide" Target="slides/slide121.xml"/><Relationship Id="rId127" Type="http://schemas.openxmlformats.org/officeDocument/2006/relationships/slide" Target="slides/slide120.xml"/><Relationship Id="rId126" Type="http://schemas.openxmlformats.org/officeDocument/2006/relationships/slide" Target="slides/slide119.xml"/><Relationship Id="rId121" Type="http://schemas.openxmlformats.org/officeDocument/2006/relationships/slide" Target="slides/slide114.xml"/><Relationship Id="rId120" Type="http://schemas.openxmlformats.org/officeDocument/2006/relationships/slide" Target="slides/slide113.xml"/><Relationship Id="rId125" Type="http://schemas.openxmlformats.org/officeDocument/2006/relationships/slide" Target="slides/slide118.xml"/><Relationship Id="rId124" Type="http://schemas.openxmlformats.org/officeDocument/2006/relationships/slide" Target="slides/slide117.xml"/><Relationship Id="rId123" Type="http://schemas.openxmlformats.org/officeDocument/2006/relationships/slide" Target="slides/slide116.xml"/><Relationship Id="rId122" Type="http://schemas.openxmlformats.org/officeDocument/2006/relationships/slide" Target="slides/slide115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99" Type="http://schemas.openxmlformats.org/officeDocument/2006/relationships/slide" Target="slides/slide92.xml"/><Relationship Id="rId98" Type="http://schemas.openxmlformats.org/officeDocument/2006/relationships/slide" Target="slides/slide91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slide" Target="slides/slide111.xml"/><Relationship Id="rId117" Type="http://schemas.openxmlformats.org/officeDocument/2006/relationships/slide" Target="slides/slide110.xml"/><Relationship Id="rId116" Type="http://schemas.openxmlformats.org/officeDocument/2006/relationships/slide" Target="slides/slide109.xml"/><Relationship Id="rId115" Type="http://schemas.openxmlformats.org/officeDocument/2006/relationships/slide" Target="slides/slide108.xml"/><Relationship Id="rId119" Type="http://schemas.openxmlformats.org/officeDocument/2006/relationships/slide" Target="slides/slide112.xml"/><Relationship Id="rId110" Type="http://schemas.openxmlformats.org/officeDocument/2006/relationships/slide" Target="slides/slide103.xml"/><Relationship Id="rId114" Type="http://schemas.openxmlformats.org/officeDocument/2006/relationships/slide" Target="slides/slide107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c40bd4ee9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1c40bd4ee9_2_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c40bd4ee9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c40bd4ee9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c40bd4ee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c40bd4ee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c40bd4ee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c40bd4ee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c40bd4ee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c40bd4ee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04844ee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04844ee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04844eec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04844eec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04844eec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04844eec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c40bd4ee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1c40bd4ee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c40bd4ee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1c40bd4ee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04844eec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04844eec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04844eec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404844eec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8825cf946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48825cf946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8825cf946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8825cf94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8825cf946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48825cf946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8825cf946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48825cf946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8825cf946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48825cf946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48825cf946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48825cf946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8825cf946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48825cf946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48825cf946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48825cf946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1c40bd4ee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1c40bd4ee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1c448956e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1c448956e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1c448956e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1c448956e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1c448956e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1c448956e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1cd23d98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1cd23d98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25fcf676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25fcf676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25fcf6768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25fcf6768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25fcf6768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25fcf6768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25fcf6768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25fcf6768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25fcf6768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25fcf6768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25fcf67685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25fcf6768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25fcf67685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25fcf67685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25fcf6768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25fcf6768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25fcf67685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25fcf67685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25fcf67685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25fcf67685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25fcf67685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25fcf67685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25fcf67685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25fcf67685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1cd23d98d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1cd23d98d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1cd302325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1cd302325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1cd302325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1cd302325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1cd302325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1cd302325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1cd302325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1cd302325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23cf88cbd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23cf88cbd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1d8e9d5e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1d8e9d5e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d72150aade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2d72150aad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d72150aade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d72150aade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d72150aade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2d72150aade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d72150aade_0_1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2d72150aade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2d72150aade_0_1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2d72150aade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2d72150aade_0_1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2d72150aade_0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d72150aade_0_1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d72150aade_0_1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d72150aade_0_1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d72150aade_0_1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d72150aade_0_1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d72150aade_0_1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d72150aade_0_1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d72150aade_0_1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d72150aade_0_1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d72150aade_0_1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2d72150aade_0_1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2d72150aade_0_1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d72150aade_0_1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d72150aade_0_1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d72150aade_0_1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d72150aade_0_1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2d72150aade_0_1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2d72150aade_0_1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2d72150aade_0_1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2d72150aade_0_1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d72150aade_0_1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d72150aade_0_1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2d72150aade_0_1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2d72150aade_0_1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2d72150aade_0_1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2d72150aade_0_1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2d72150aade_0_1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6" name="Google Shape;1426;g2d72150aade_0_1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d72150aade_0_1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d72150aade_0_1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2d72150aade_0_1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2d72150aade_0_1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2d72150aade_0_1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2d72150aade_0_1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2d72150aade_0_2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2d72150aade_0_2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g2d72150aade_0_2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1" name="Google Shape;1711;g2d72150aade_0_2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g2d72150aad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1" name="Google Shape;1771;g2d72150aad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g31d8e9d5e8b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7" name="Google Shape;1817;g31d8e9d5e8b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g31d8e9d5e8b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3" name="Google Shape;1823;g31d8e9d5e8b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g2d72150aade_3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0" name="Google Shape;1830;g2d72150aade_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2d72150aade_3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6" name="Google Shape;1896;g2d72150aade_3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g2d72150aade_3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2" name="Google Shape;1902;g2d72150aade_3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g2d72150aade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5" name="Google Shape;1965;g2d72150aad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g2d72150aade_4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3" name="Google Shape;2013;g2d72150aade_4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g2d72150aade_4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1" name="Google Shape;2061;g2d72150aade_4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g2d72150aade_4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0" name="Google Shape;2110;g2d72150aade_4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g2d72150aade_4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2" name="Google Shape;2132;g2d72150aade_4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2d72150aade_4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2d72150aade_4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g2d72150aade_4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5" name="Google Shape;2175;g2d72150aade_4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g2d72150aade_4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7" name="Google Shape;2197;g2d72150aade_4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g2d72150aade_4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0" name="Google Shape;2220;g2d72150aade_4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g2d72150aade_4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5" name="Google Shape;2245;g2d72150aade_4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6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g2d72150aade_4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8" name="Google Shape;2268;g2d72150aade_4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g2d72150aade_4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3" name="Google Shape;2293;g2d72150aade_4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g2d72150aade_4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7" name="Google Shape;2317;g2d72150aade_4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g2d72150aade_4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3" name="Google Shape;2343;g2d72150aade_4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g2d72150aade_7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0" name="Google Shape;2370;g2d72150aade_7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g2d72150aade_7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3" name="Google Shape;2393;g2d72150aade_7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g2d72150aade_7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6" name="Google Shape;2416;g2d72150aade_7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7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Google Shape;2438;g2d72150aade_7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9" name="Google Shape;2439;g2d72150aade_7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0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g2d72150aade_7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2" name="Google Shape;2462;g2d72150aade_7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3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g2d72150aade_7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5" name="Google Shape;2485;g2d72150aade_7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9" name="Shape 2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0" name="Google Shape;2510;g2d72150aade_7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1" name="Google Shape;2511;g2d72150aade_7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2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g2d72150aade_7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4" name="Google Shape;2534;g2d72150aade_7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7" name="Shape 2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8" name="Google Shape;2558;g2d72150aade_7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9" name="Google Shape;2559;g2d72150aade_7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9" name="Shape 2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Google Shape;2580;g2d72150aade_7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1" name="Google Shape;2581;g2d72150aade_7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0" name="Shape 2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Google Shape;2601;g2d72150aade_7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2" name="Google Shape;2602;g2d72150aade_7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1" name="Shape 2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2" name="Google Shape;2622;g2d72150aade_7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3" name="Google Shape;2623;g2d72150aade_7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2" name="Shape 2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Google Shape;2643;g2d72150aade_7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4" name="Google Shape;2644;g2d72150aade_7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3" name="Shape 2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" name="Google Shape;2664;g2d72150aade_7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5" name="Google Shape;2665;g2d72150aade_7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6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g2d72150aade_7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8" name="Google Shape;2688;g2d72150aade_7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0" name="Shape 2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1" name="Google Shape;2711;g2d72150aade_7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2" name="Google Shape;2712;g2d72150aade_7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5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g2d72150aade_7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7" name="Google Shape;2737;g2d72150aade_7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6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g2d72150aade_7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8" name="Google Shape;2758;g2d72150aade_7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8" name="Shape 2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9" name="Google Shape;2779;g2d72150aade_7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0" name="Google Shape;2780;g2d72150aade_7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0" name="Shape 2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Google Shape;2801;g2d72150aade_7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2" name="Google Shape;2802;g2d72150aade_7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g2d72150aade_7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3" name="Google Shape;2823;g2d72150aade_7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2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g2d72150aade_7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4" name="Google Shape;2844;g2d72150aade_7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3" name="Shape 2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4" name="Google Shape;2864;g2d72150aade_7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5" name="Google Shape;2865;g2d72150aade_7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4" name="Shape 2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Google Shape;2885;g2d72150aade_7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6" name="Google Shape;2886;g2d72150aade_7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5" name="Shape 2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Google Shape;2906;g2d72150aade_7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7" name="Google Shape;2907;g2d72150aade_7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6" name="Shape 2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7" name="Google Shape;2927;g2d72150aade_7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8" name="Google Shape;2928;g2d72150aade_7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9" name="Shape 2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0" name="Google Shape;2950;g2d72150aade_7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1" name="Google Shape;2951;g2d72150aade_7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0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g2d72150aade_7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2" name="Google Shape;2972;g2d72150aade_7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3" name="Shape 2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4" name="Google Shape;2994;g34f2dd4766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5" name="Google Shape;2995;g34f2dd4766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0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Google Shape;3001;g34f2dd47669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2" name="Google Shape;3002;g34f2dd47669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8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g34f2dd47669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0" name="Google Shape;3010;g34f2dd47669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g34f2dd47669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3" name="Google Shape;3023;g34f2dd47669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5" name="Shape 3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6" name="Google Shape;3036;g34f2dd47669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7" name="Google Shape;3037;g34f2dd47669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2" name="Shape 3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Google Shape;3063;g34f2dd47669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4" name="Google Shape;3064;g34f2dd47669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9" name="Shape 3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0" name="Google Shape;3090;g34f2dd47669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1" name="Google Shape;3091;g34f2dd47669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6" name="Shape 3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7" name="Google Shape;3117;g34f2dd47669_1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8" name="Google Shape;3118;g34f2dd47669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3" name="Shape 3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4" name="Google Shape;3144;g34f2dd47669_1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5" name="Google Shape;3145;g34f2dd47669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0" name="Shape 3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1" name="Google Shape;3171;g34f2dd47669_1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2" name="Google Shape;3172;g34f2dd47669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8" name="Shape 3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9" name="Google Shape;3199;g34f2dd47669_1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0" name="Google Shape;3200;g34f2dd47669_1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7" name="Shape 3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g34f2dd47669_1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9" name="Google Shape;3229;g34f2dd47669_1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7" name="Shape 3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8" name="Google Shape;3258;g34f2dd47669_1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9" name="Google Shape;3259;g34f2dd47669_1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7" name="Shape 3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8" name="Google Shape;3288;g34f2dd47669_1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9" name="Google Shape;3289;g34f2dd47669_1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8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g34f2dd47669_1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0" name="Google Shape;3320;g34f2dd47669_1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9" name="Shape 3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0" name="Google Shape;3350;g34f2dd47669_1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1" name="Google Shape;3351;g34f2dd47669_1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2" name="Shape 3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3" name="Google Shape;3373;g34f2dd47669_1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4" name="Google Shape;3374;g34f2dd47669_1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7" name="Shape 3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8" name="Google Shape;3398;g34f2dd47669_1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9" name="Google Shape;3399;g34f2dd47669_1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2" name="Shape 3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3" name="Google Shape;3423;g34f2dd47669_1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4" name="Google Shape;3424;g34f2dd47669_1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7" name="Shape 3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8" name="Google Shape;3448;g34f2dd47669_1_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9" name="Google Shape;3449;g34f2dd47669_1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2" name="Shape 3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3" name="Google Shape;3473;g34f2dd47669_1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4" name="Google Shape;3474;g34f2dd47669_1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7" name="Shape 3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Google Shape;3498;g34f2dd47669_1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9" name="Google Shape;3499;g34f2dd47669_1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0" name="Shape 3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1" name="Google Shape;3521;g34f2dd47669_1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2" name="Google Shape;3522;g34f2dd47669_1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3" name="Shape 3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4" name="Google Shape;3544;g34f2dd47669_1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5" name="Google Shape;3545;g34f2dd47669_1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4" name="Shape 3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5" name="Google Shape;3565;g34f2dd47669_1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6" name="Google Shape;3566;g34f2dd47669_1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5" name="Shape 3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" name="Google Shape;3586;g34f2dd47669_1_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7" name="Google Shape;3587;g34f2dd47669_1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6" name="Shape 3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7" name="Google Shape;3607;g34f2dd47669_1_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8" name="Google Shape;3608;g34f2dd47669_1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7" name="Shape 3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8" name="Google Shape;3628;g34f2dd47669_1_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9" name="Google Shape;3629;g34f2dd47669_1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7" name="Shape 3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8" name="Google Shape;3648;g34f2dd47669_1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9" name="Google Shape;3649;g34f2dd47669_1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7" name="Shape 3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8" name="Google Shape;3668;g34f2dd47669_1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9" name="Google Shape;3669;g34f2dd47669_1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6" name="Shape 3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" name="Google Shape;3687;g34f2dd47669_1_1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8" name="Google Shape;3688;g34f2dd47669_1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5" name="Shape 3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" name="Google Shape;3706;g34f2dd47669_1_1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7" name="Google Shape;3707;g34f2dd47669_1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1" name="Shape 3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2" name="Google Shape;3712;g34f2dd47669_1_1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3" name="Google Shape;3713;g34f2dd47669_1_1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7" name="Shape 3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8" name="Google Shape;3718;g34f2dd47669_1_1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9" name="Google Shape;3719;g34f2dd47669_1_1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5" name="Shape 3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6" name="Google Shape;3726;g34f2dd47669_16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7" name="Google Shape;3727;g34f2dd47669_16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3" name="Shape 3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4" name="Google Shape;3734;g34f2dd47669_1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5" name="Google Shape;3735;g34f2dd47669_1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6" name="Shape 3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7" name="Google Shape;3777;g34f2dd47669_16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8" name="Google Shape;3778;g34f2dd47669_16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0" name="Shape 3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1" name="Google Shape;3831;g34f2dd47669_16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2" name="Google Shape;3832;g34f2dd47669_16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4" name="Shape 3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5" name="Google Shape;3885;g34f2dd47669_16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6" name="Google Shape;3886;g34f2dd47669_16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8" name="Shape 3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9" name="Google Shape;3939;g34f2dd47669_16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0" name="Google Shape;3940;g34f2dd47669_16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2" name="Shape 3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" name="Google Shape;3993;g34f2dd47669_16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4" name="Google Shape;3994;g34f2dd47669_16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6" name="Shape 4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7" name="Google Shape;4047;g34f2dd47669_16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8" name="Google Shape;4048;g34f2dd47669_16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0" name="Shape 4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Google Shape;4101;g34f2dd47669_16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2" name="Google Shape;4102;g34f2dd47669_16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4" name="Shape 4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5" name="Google Shape;4155;g34f2dd47669_16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6" name="Google Shape;4156;g34f2dd47669_16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8" name="Shape 4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9" name="Google Shape;4209;g34f2dd47669_16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0" name="Google Shape;4210;g34f2dd47669_16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2" name="Shape 4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3" name="Google Shape;4263;g34f2dd47669_16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4" name="Google Shape;4264;g34f2dd47669_16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6" name="Shape 4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7" name="Google Shape;4317;g34f2dd47669_16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8" name="Google Shape;4318;g34f2dd47669_16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0" name="Shape 4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1" name="Google Shape;4371;g34f2dd47669_16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2" name="Google Shape;4372;g34f2dd47669_16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4" name="Shape 4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5" name="Google Shape;4425;g34f2dd47669_16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6" name="Google Shape;4426;g34f2dd47669_16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8" name="Shape 4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9" name="Google Shape;4479;g34f2dd47669_16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0" name="Google Shape;4480;g34f2dd47669_16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2" name="Shape 4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3" name="Google Shape;4533;g34f2dd47669_16_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4" name="Google Shape;4534;g34f2dd47669_16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6" name="Shape 4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" name="Google Shape;4587;g34f2dd47669_16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8" name="Google Shape;4588;g34f2dd47669_16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0" name="Shape 4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1" name="Google Shape;4641;g34f2dd47669_16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2" name="Google Shape;4642;g34f2dd47669_16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9" name="Shape 4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0" name="Google Shape;4670;g34f2dd47669_16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1" name="Google Shape;4671;g34f2dd47669_16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9" name="Shape 4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" name="Google Shape;4700;g34f2dd47669_16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1" name="Google Shape;4701;g34f2dd47669_16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9" name="Shape 4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" name="Google Shape;4730;g34f2dd47669_16_1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1" name="Google Shape;4731;g34f2dd47669_16_1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9" name="Shape 4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0" name="Google Shape;4760;g34f2dd47669_16_10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1" name="Google Shape;4761;g34f2dd47669_16_1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0" name="Shape 4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1" name="Google Shape;4791;g34f2dd47669_16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2" name="Google Shape;4792;g34f2dd47669_16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1" name="Shape 4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2" name="Google Shape;4822;g34f2dd47669_16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3" name="Google Shape;4823;g34f2dd47669_16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2" name="Shape 4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" name="Google Shape;4853;g34f2dd47669_16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4" name="Google Shape;4854;g34f2dd47669_16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4" name="Shape 4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5" name="Google Shape;4885;g34f2dd47669_16_1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6" name="Google Shape;4886;g34f2dd47669_16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6" name="Shape 4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7" name="Google Shape;4917;g34f2dd47669_16_1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8" name="Google Shape;4918;g34f2dd47669_16_1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8" name="Shape 4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9" name="Google Shape;4949;g34f2dd47669_16_1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0" name="Google Shape;4950;g34f2dd47669_16_1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0" name="Shape 4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1" name="Google Shape;4981;g34f2dd47669_16_1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2" name="Google Shape;4982;g34f2dd47669_16_1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3" name="Shape 5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4" name="Google Shape;5014;g34f2dd47669_16_1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5" name="Google Shape;5015;g34f2dd47669_16_1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7" name="Shape 5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" name="Google Shape;5048;g34f2dd47669_16_1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9" name="Google Shape;5049;g34f2dd47669_16_1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1" name="Shape 5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2" name="Google Shape;5082;g34f2dd47669_16_1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3" name="Google Shape;5083;g34f2dd47669_16_1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5" name="Shape 5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6" name="Google Shape;5116;g34f2dd47669_16_1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7" name="Google Shape;5117;g34f2dd47669_16_1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0" name="Shape 5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1" name="Google Shape;5151;g34aa8857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2" name="Google Shape;5152;g34aa8857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7996"/>
                </a:lnTo>
                <a:lnTo>
                  <a:pt x="12192000" y="6857996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1252628" y="552068"/>
            <a:ext cx="6638742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641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1999" y="0"/>
                </a:moveTo>
                <a:lnTo>
                  <a:pt x="0" y="0"/>
                </a:lnTo>
                <a:lnTo>
                  <a:pt x="0" y="6857996"/>
                </a:lnTo>
                <a:lnTo>
                  <a:pt x="12191999" y="6857996"/>
                </a:lnTo>
                <a:lnTo>
                  <a:pt x="12191999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2" name="Google Shape;52;p13"/>
          <p:cNvSpPr/>
          <p:nvPr/>
        </p:nvSpPr>
        <p:spPr>
          <a:xfrm>
            <a:off x="1250" y="4707530"/>
            <a:ext cx="9142571" cy="0"/>
          </a:xfrm>
          <a:custGeom>
            <a:rect b="b" l="l" r="r" t="t"/>
            <a:pathLst>
              <a:path extrusionOk="0" h="120000" w="12190095">
                <a:moveTo>
                  <a:pt x="0" y="0"/>
                </a:moveTo>
                <a:lnTo>
                  <a:pt x="12189811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3" name="Google Shape;53;p13"/>
          <p:cNvSpPr/>
          <p:nvPr/>
        </p:nvSpPr>
        <p:spPr>
          <a:xfrm>
            <a:off x="429" y="435657"/>
            <a:ext cx="9144000" cy="0"/>
          </a:xfrm>
          <a:custGeom>
            <a:rect b="b" l="l" r="r" t="t"/>
            <a:pathLst>
              <a:path extrusionOk="0" h="12000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4" name="Google Shape;54;p13"/>
          <p:cNvSpPr/>
          <p:nvPr/>
        </p:nvSpPr>
        <p:spPr>
          <a:xfrm>
            <a:off x="8672460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5" name="Google Shape;55;p13"/>
          <p:cNvSpPr/>
          <p:nvPr/>
        </p:nvSpPr>
        <p:spPr>
          <a:xfrm>
            <a:off x="476021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" name="Google Shape;56;p13"/>
          <p:cNvSpPr/>
          <p:nvPr/>
        </p:nvSpPr>
        <p:spPr>
          <a:xfrm>
            <a:off x="3207762" y="0"/>
            <a:ext cx="2728913" cy="435769"/>
          </a:xfrm>
          <a:custGeom>
            <a:rect b="b" l="l" r="r" t="t"/>
            <a:pathLst>
              <a:path extrusionOk="0" h="581025" w="3638550">
                <a:moveTo>
                  <a:pt x="0" y="6615"/>
                </a:moveTo>
                <a:lnTo>
                  <a:pt x="38929" y="34030"/>
                </a:lnTo>
                <a:lnTo>
                  <a:pt x="78348" y="60862"/>
                </a:lnTo>
                <a:lnTo>
                  <a:pt x="118250" y="87104"/>
                </a:lnTo>
                <a:lnTo>
                  <a:pt x="158627" y="112749"/>
                </a:lnTo>
                <a:lnTo>
                  <a:pt x="199472" y="137790"/>
                </a:lnTo>
                <a:lnTo>
                  <a:pt x="240778" y="162222"/>
                </a:lnTo>
                <a:lnTo>
                  <a:pt x="282538" y="186035"/>
                </a:lnTo>
                <a:lnTo>
                  <a:pt x="324743" y="209224"/>
                </a:lnTo>
                <a:lnTo>
                  <a:pt x="367387" y="231783"/>
                </a:lnTo>
                <a:lnTo>
                  <a:pt x="410463" y="253703"/>
                </a:lnTo>
                <a:lnTo>
                  <a:pt x="453962" y="274978"/>
                </a:lnTo>
                <a:lnTo>
                  <a:pt x="497879" y="295601"/>
                </a:lnTo>
                <a:lnTo>
                  <a:pt x="542205" y="315566"/>
                </a:lnTo>
                <a:lnTo>
                  <a:pt x="586933" y="334864"/>
                </a:lnTo>
                <a:lnTo>
                  <a:pt x="632055" y="353491"/>
                </a:lnTo>
                <a:lnTo>
                  <a:pt x="677566" y="371438"/>
                </a:lnTo>
                <a:lnTo>
                  <a:pt x="723456" y="388699"/>
                </a:lnTo>
                <a:lnTo>
                  <a:pt x="769719" y="405266"/>
                </a:lnTo>
                <a:lnTo>
                  <a:pt x="816348" y="421134"/>
                </a:lnTo>
                <a:lnTo>
                  <a:pt x="863334" y="436294"/>
                </a:lnTo>
                <a:lnTo>
                  <a:pt x="910672" y="450741"/>
                </a:lnTo>
                <a:lnTo>
                  <a:pt x="958353" y="464467"/>
                </a:lnTo>
                <a:lnTo>
                  <a:pt x="1006370" y="477466"/>
                </a:lnTo>
                <a:lnTo>
                  <a:pt x="1054717" y="489730"/>
                </a:lnTo>
                <a:lnTo>
                  <a:pt x="1103384" y="501253"/>
                </a:lnTo>
                <a:lnTo>
                  <a:pt x="1152366" y="512027"/>
                </a:lnTo>
                <a:lnTo>
                  <a:pt x="1201655" y="522047"/>
                </a:lnTo>
                <a:lnTo>
                  <a:pt x="1251244" y="531304"/>
                </a:lnTo>
                <a:lnTo>
                  <a:pt x="1301124" y="539793"/>
                </a:lnTo>
                <a:lnTo>
                  <a:pt x="1351290" y="547506"/>
                </a:lnTo>
                <a:lnTo>
                  <a:pt x="1401733" y="554436"/>
                </a:lnTo>
                <a:lnTo>
                  <a:pt x="1452447" y="560577"/>
                </a:lnTo>
                <a:lnTo>
                  <a:pt x="1503423" y="565921"/>
                </a:lnTo>
                <a:lnTo>
                  <a:pt x="1554655" y="570462"/>
                </a:lnTo>
                <a:lnTo>
                  <a:pt x="1606136" y="574192"/>
                </a:lnTo>
                <a:lnTo>
                  <a:pt x="1657857" y="577106"/>
                </a:lnTo>
                <a:lnTo>
                  <a:pt x="1709812" y="579196"/>
                </a:lnTo>
                <a:lnTo>
                  <a:pt x="1761993" y="580455"/>
                </a:lnTo>
                <a:lnTo>
                  <a:pt x="1814394" y="580876"/>
                </a:lnTo>
                <a:lnTo>
                  <a:pt x="1867101" y="580450"/>
                </a:lnTo>
                <a:lnTo>
                  <a:pt x="1919589" y="579176"/>
                </a:lnTo>
                <a:lnTo>
                  <a:pt x="1971848" y="577061"/>
                </a:lnTo>
                <a:lnTo>
                  <a:pt x="2023871" y="574113"/>
                </a:lnTo>
                <a:lnTo>
                  <a:pt x="2075651" y="570338"/>
                </a:lnTo>
                <a:lnTo>
                  <a:pt x="2127181" y="565744"/>
                </a:lnTo>
                <a:lnTo>
                  <a:pt x="2178452" y="560337"/>
                </a:lnTo>
                <a:lnTo>
                  <a:pt x="2229457" y="554123"/>
                </a:lnTo>
                <a:lnTo>
                  <a:pt x="2280190" y="547112"/>
                </a:lnTo>
                <a:lnTo>
                  <a:pt x="2330642" y="539308"/>
                </a:lnTo>
                <a:lnTo>
                  <a:pt x="2380805" y="530720"/>
                </a:lnTo>
                <a:lnTo>
                  <a:pt x="2430673" y="521354"/>
                </a:lnTo>
                <a:lnTo>
                  <a:pt x="2480238" y="511217"/>
                </a:lnTo>
                <a:lnTo>
                  <a:pt x="2529492" y="500316"/>
                </a:lnTo>
                <a:lnTo>
                  <a:pt x="2578428" y="488659"/>
                </a:lnTo>
                <a:lnTo>
                  <a:pt x="2627039" y="476252"/>
                </a:lnTo>
                <a:lnTo>
                  <a:pt x="2675316" y="463101"/>
                </a:lnTo>
                <a:lnTo>
                  <a:pt x="2723253" y="449215"/>
                </a:lnTo>
                <a:lnTo>
                  <a:pt x="2770841" y="434600"/>
                </a:lnTo>
                <a:lnTo>
                  <a:pt x="2818074" y="419264"/>
                </a:lnTo>
                <a:lnTo>
                  <a:pt x="2864944" y="403212"/>
                </a:lnTo>
                <a:lnTo>
                  <a:pt x="2911443" y="386452"/>
                </a:lnTo>
                <a:lnTo>
                  <a:pt x="2957565" y="368992"/>
                </a:lnTo>
                <a:lnTo>
                  <a:pt x="3003300" y="350837"/>
                </a:lnTo>
                <a:lnTo>
                  <a:pt x="3048643" y="331996"/>
                </a:lnTo>
                <a:lnTo>
                  <a:pt x="3093585" y="312475"/>
                </a:lnTo>
                <a:lnTo>
                  <a:pt x="3138119" y="292280"/>
                </a:lnTo>
                <a:lnTo>
                  <a:pt x="3182237" y="271420"/>
                </a:lnTo>
                <a:lnTo>
                  <a:pt x="3225932" y="249901"/>
                </a:lnTo>
                <a:lnTo>
                  <a:pt x="3269197" y="227729"/>
                </a:lnTo>
                <a:lnTo>
                  <a:pt x="3312024" y="204913"/>
                </a:lnTo>
                <a:lnTo>
                  <a:pt x="3354405" y="181458"/>
                </a:lnTo>
                <a:lnTo>
                  <a:pt x="3396333" y="157373"/>
                </a:lnTo>
                <a:lnTo>
                  <a:pt x="3437801" y="132663"/>
                </a:lnTo>
                <a:lnTo>
                  <a:pt x="3478800" y="107337"/>
                </a:lnTo>
                <a:lnTo>
                  <a:pt x="3519324" y="81400"/>
                </a:lnTo>
                <a:lnTo>
                  <a:pt x="3559365" y="54860"/>
                </a:lnTo>
                <a:lnTo>
                  <a:pt x="3598916" y="27725"/>
                </a:lnTo>
                <a:lnTo>
                  <a:pt x="3637969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7" name="Google Shape;57;p13"/>
          <p:cNvSpPr/>
          <p:nvPr/>
        </p:nvSpPr>
        <p:spPr>
          <a:xfrm>
            <a:off x="3228815" y="4707527"/>
            <a:ext cx="2686526" cy="436245"/>
          </a:xfrm>
          <a:custGeom>
            <a:rect b="b" l="l" r="r" t="t"/>
            <a:pathLst>
              <a:path extrusionOk="0" h="581659" w="3582034">
                <a:moveTo>
                  <a:pt x="3581825" y="574671"/>
                </a:moveTo>
                <a:lnTo>
                  <a:pt x="3542481" y="546522"/>
                </a:lnTo>
                <a:lnTo>
                  <a:pt x="3502629" y="518988"/>
                </a:lnTo>
                <a:lnTo>
                  <a:pt x="3462278" y="492077"/>
                </a:lnTo>
                <a:lnTo>
                  <a:pt x="3421433" y="465794"/>
                </a:lnTo>
                <a:lnTo>
                  <a:pt x="3380105" y="440149"/>
                </a:lnTo>
                <a:lnTo>
                  <a:pt x="3338299" y="415149"/>
                </a:lnTo>
                <a:lnTo>
                  <a:pt x="3296025" y="390800"/>
                </a:lnTo>
                <a:lnTo>
                  <a:pt x="3253289" y="367111"/>
                </a:lnTo>
                <a:lnTo>
                  <a:pt x="3210100" y="344089"/>
                </a:lnTo>
                <a:lnTo>
                  <a:pt x="3166465" y="321741"/>
                </a:lnTo>
                <a:lnTo>
                  <a:pt x="3122393" y="300075"/>
                </a:lnTo>
                <a:lnTo>
                  <a:pt x="3077891" y="279098"/>
                </a:lnTo>
                <a:lnTo>
                  <a:pt x="3032966" y="258817"/>
                </a:lnTo>
                <a:lnTo>
                  <a:pt x="2987627" y="239241"/>
                </a:lnTo>
                <a:lnTo>
                  <a:pt x="2941881" y="220376"/>
                </a:lnTo>
                <a:lnTo>
                  <a:pt x="2895736" y="202230"/>
                </a:lnTo>
                <a:lnTo>
                  <a:pt x="2849201" y="184811"/>
                </a:lnTo>
                <a:lnTo>
                  <a:pt x="2802282" y="168125"/>
                </a:lnTo>
                <a:lnTo>
                  <a:pt x="2754988" y="152181"/>
                </a:lnTo>
                <a:lnTo>
                  <a:pt x="2707326" y="136986"/>
                </a:lnTo>
                <a:lnTo>
                  <a:pt x="2659304" y="122547"/>
                </a:lnTo>
                <a:lnTo>
                  <a:pt x="2610930" y="108871"/>
                </a:lnTo>
                <a:lnTo>
                  <a:pt x="2562212" y="95967"/>
                </a:lnTo>
                <a:lnTo>
                  <a:pt x="2513158" y="83841"/>
                </a:lnTo>
                <a:lnTo>
                  <a:pt x="2463775" y="72501"/>
                </a:lnTo>
                <a:lnTo>
                  <a:pt x="2414071" y="61955"/>
                </a:lnTo>
                <a:lnTo>
                  <a:pt x="2364053" y="52209"/>
                </a:lnTo>
                <a:lnTo>
                  <a:pt x="2313731" y="43272"/>
                </a:lnTo>
                <a:lnTo>
                  <a:pt x="2263111" y="35151"/>
                </a:lnTo>
                <a:lnTo>
                  <a:pt x="2212202" y="27853"/>
                </a:lnTo>
                <a:lnTo>
                  <a:pt x="2161010" y="21386"/>
                </a:lnTo>
                <a:lnTo>
                  <a:pt x="2109545" y="15756"/>
                </a:lnTo>
                <a:lnTo>
                  <a:pt x="2057813" y="10973"/>
                </a:lnTo>
                <a:lnTo>
                  <a:pt x="2005822" y="7042"/>
                </a:lnTo>
                <a:lnTo>
                  <a:pt x="1953581" y="3972"/>
                </a:lnTo>
                <a:lnTo>
                  <a:pt x="1901097" y="1770"/>
                </a:lnTo>
                <a:lnTo>
                  <a:pt x="1848378" y="443"/>
                </a:lnTo>
                <a:lnTo>
                  <a:pt x="1795432" y="0"/>
                </a:lnTo>
                <a:lnTo>
                  <a:pt x="1742174" y="449"/>
                </a:lnTo>
                <a:lnTo>
                  <a:pt x="1689146" y="1791"/>
                </a:lnTo>
                <a:lnTo>
                  <a:pt x="1636355" y="4019"/>
                </a:lnTo>
                <a:lnTo>
                  <a:pt x="1583809" y="7126"/>
                </a:lnTo>
                <a:lnTo>
                  <a:pt x="1531516" y="11103"/>
                </a:lnTo>
                <a:lnTo>
                  <a:pt x="1479484" y="15943"/>
                </a:lnTo>
                <a:lnTo>
                  <a:pt x="1427721" y="21638"/>
                </a:lnTo>
                <a:lnTo>
                  <a:pt x="1376235" y="28182"/>
                </a:lnTo>
                <a:lnTo>
                  <a:pt x="1325034" y="35566"/>
                </a:lnTo>
                <a:lnTo>
                  <a:pt x="1274126" y="43783"/>
                </a:lnTo>
                <a:lnTo>
                  <a:pt x="1223518" y="52825"/>
                </a:lnTo>
                <a:lnTo>
                  <a:pt x="1173220" y="62684"/>
                </a:lnTo>
                <a:lnTo>
                  <a:pt x="1123238" y="73354"/>
                </a:lnTo>
                <a:lnTo>
                  <a:pt x="1073581" y="84827"/>
                </a:lnTo>
                <a:lnTo>
                  <a:pt x="1024257" y="97094"/>
                </a:lnTo>
                <a:lnTo>
                  <a:pt x="975274" y="110149"/>
                </a:lnTo>
                <a:lnTo>
                  <a:pt x="926639" y="123984"/>
                </a:lnTo>
                <a:lnTo>
                  <a:pt x="878362" y="138591"/>
                </a:lnTo>
                <a:lnTo>
                  <a:pt x="830448" y="153963"/>
                </a:lnTo>
                <a:lnTo>
                  <a:pt x="782908" y="170093"/>
                </a:lnTo>
                <a:lnTo>
                  <a:pt x="735748" y="186972"/>
                </a:lnTo>
                <a:lnTo>
                  <a:pt x="688977" y="204593"/>
                </a:lnTo>
                <a:lnTo>
                  <a:pt x="642602" y="222948"/>
                </a:lnTo>
                <a:lnTo>
                  <a:pt x="596632" y="242031"/>
                </a:lnTo>
                <a:lnTo>
                  <a:pt x="551075" y="261833"/>
                </a:lnTo>
                <a:lnTo>
                  <a:pt x="505938" y="282347"/>
                </a:lnTo>
                <a:lnTo>
                  <a:pt x="461230" y="303566"/>
                </a:lnTo>
                <a:lnTo>
                  <a:pt x="416958" y="325481"/>
                </a:lnTo>
                <a:lnTo>
                  <a:pt x="373130" y="348085"/>
                </a:lnTo>
                <a:lnTo>
                  <a:pt x="329755" y="371371"/>
                </a:lnTo>
                <a:lnTo>
                  <a:pt x="286840" y="395331"/>
                </a:lnTo>
                <a:lnTo>
                  <a:pt x="244394" y="419957"/>
                </a:lnTo>
                <a:lnTo>
                  <a:pt x="202424" y="445243"/>
                </a:lnTo>
                <a:lnTo>
                  <a:pt x="160939" y="471180"/>
                </a:lnTo>
                <a:lnTo>
                  <a:pt x="119946" y="497761"/>
                </a:lnTo>
                <a:lnTo>
                  <a:pt x="79453" y="524978"/>
                </a:lnTo>
                <a:lnTo>
                  <a:pt x="39468" y="552824"/>
                </a:lnTo>
                <a:lnTo>
                  <a:pt x="0" y="581291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8" name="Google Shape;58;p13"/>
          <p:cNvSpPr/>
          <p:nvPr/>
        </p:nvSpPr>
        <p:spPr>
          <a:xfrm>
            <a:off x="740421" y="1323048"/>
            <a:ext cx="4946332" cy="0"/>
          </a:xfrm>
          <a:custGeom>
            <a:rect b="b" l="l" r="r" t="t"/>
            <a:pathLst>
              <a:path extrusionOk="0" h="120000" w="6595109">
                <a:moveTo>
                  <a:pt x="0" y="0"/>
                </a:moveTo>
                <a:lnTo>
                  <a:pt x="6595009" y="0"/>
                </a:lnTo>
              </a:path>
            </a:pathLst>
          </a:custGeom>
          <a:noFill/>
          <a:ln cap="flat" cmpd="sng" w="38100">
            <a:solidFill>
              <a:srgbClr val="C2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Relationship Id="rId4" Type="http://schemas.openxmlformats.org/officeDocument/2006/relationships/image" Target="../media/image4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Relationship Id="rId4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9.png"/><Relationship Id="rId4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Relationship Id="rId4" Type="http://schemas.openxmlformats.org/officeDocument/2006/relationships/image" Target="../media/image4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41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5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46.pn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47.pn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43.pn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43.pn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6.xml"/><Relationship Id="rId3" Type="http://schemas.openxmlformats.org/officeDocument/2006/relationships/hyperlink" Target="https://drive.google.com/file/d/1OkLO91GV4M23e-1EtvFr9yeGWgk6V91q/view" TargetMode="External"/><Relationship Id="rId4" Type="http://schemas.openxmlformats.org/officeDocument/2006/relationships/hyperlink" Target="https://docs.google.com/presentation/d/1bKKT_3Mnlp0cV509k7E8hBWEKQ_YfV0cfek10LDCo6Y/edit?slide=id.g26e6291b7d8_0_183#slide=id.g26e6291b7d8_0_18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1028175" y="564750"/>
            <a:ext cx="7263600" cy="17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CSE221: Algorithms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Prepared by: A B M Muntasir Rahman [MUNR]</a:t>
            </a:r>
            <a:endParaRPr sz="1500"/>
          </a:p>
        </p:txBody>
      </p:sp>
      <p:grpSp>
        <p:nvGrpSpPr>
          <p:cNvPr id="98" name="Google Shape;98;p19"/>
          <p:cNvGrpSpPr/>
          <p:nvPr/>
        </p:nvGrpSpPr>
        <p:grpSpPr>
          <a:xfrm>
            <a:off x="3283" y="2791955"/>
            <a:ext cx="9141143" cy="2351759"/>
            <a:chOff x="4377" y="3722607"/>
            <a:chExt cx="12188190" cy="3135678"/>
          </a:xfrm>
        </p:grpSpPr>
        <p:sp>
          <p:nvSpPr>
            <p:cNvPr id="99" name="Google Shape;99;p19"/>
            <p:cNvSpPr/>
            <p:nvPr/>
          </p:nvSpPr>
          <p:spPr>
            <a:xfrm>
              <a:off x="634693" y="5270374"/>
              <a:ext cx="10926445" cy="0"/>
            </a:xfrm>
            <a:custGeom>
              <a:rect b="b" l="l" r="r" t="t"/>
              <a:pathLst>
                <a:path extrusionOk="0" h="120000" w="10926445">
                  <a:moveTo>
                    <a:pt x="0" y="0"/>
                  </a:moveTo>
                  <a:lnTo>
                    <a:pt x="10926296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3854265" y="0"/>
                  </a:moveTo>
                  <a:lnTo>
                    <a:pt x="1582517" y="0"/>
                  </a:lnTo>
                  <a:lnTo>
                    <a:pt x="1534135" y="718"/>
                  </a:lnTo>
                  <a:lnTo>
                    <a:pt x="1486115" y="2860"/>
                  </a:lnTo>
                  <a:lnTo>
                    <a:pt x="1438476" y="6405"/>
                  </a:lnTo>
                  <a:lnTo>
                    <a:pt x="1391240" y="11332"/>
                  </a:lnTo>
                  <a:lnTo>
                    <a:pt x="1344427" y="17621"/>
                  </a:lnTo>
                  <a:lnTo>
                    <a:pt x="1298057" y="25252"/>
                  </a:lnTo>
                  <a:lnTo>
                    <a:pt x="1252153" y="34204"/>
                  </a:lnTo>
                  <a:lnTo>
                    <a:pt x="1206734" y="44456"/>
                  </a:lnTo>
                  <a:lnTo>
                    <a:pt x="1161821" y="55988"/>
                  </a:lnTo>
                  <a:lnTo>
                    <a:pt x="1117435" y="68779"/>
                  </a:lnTo>
                  <a:lnTo>
                    <a:pt x="1073596" y="82809"/>
                  </a:lnTo>
                  <a:lnTo>
                    <a:pt x="1030325" y="98058"/>
                  </a:lnTo>
                  <a:lnTo>
                    <a:pt x="987643" y="114505"/>
                  </a:lnTo>
                  <a:lnTo>
                    <a:pt x="945571" y="132130"/>
                  </a:lnTo>
                  <a:lnTo>
                    <a:pt x="904129" y="150911"/>
                  </a:lnTo>
                  <a:lnTo>
                    <a:pt x="863337" y="170829"/>
                  </a:lnTo>
                  <a:lnTo>
                    <a:pt x="823217" y="191863"/>
                  </a:lnTo>
                  <a:lnTo>
                    <a:pt x="783790" y="213992"/>
                  </a:lnTo>
                  <a:lnTo>
                    <a:pt x="745075" y="237196"/>
                  </a:lnTo>
                  <a:lnTo>
                    <a:pt x="707094" y="261455"/>
                  </a:lnTo>
                  <a:lnTo>
                    <a:pt x="669868" y="286748"/>
                  </a:lnTo>
                  <a:lnTo>
                    <a:pt x="633416" y="313055"/>
                  </a:lnTo>
                  <a:lnTo>
                    <a:pt x="597760" y="340354"/>
                  </a:lnTo>
                  <a:lnTo>
                    <a:pt x="562921" y="368626"/>
                  </a:lnTo>
                  <a:lnTo>
                    <a:pt x="528919" y="397850"/>
                  </a:lnTo>
                  <a:lnTo>
                    <a:pt x="495774" y="428006"/>
                  </a:lnTo>
                  <a:lnTo>
                    <a:pt x="463508" y="459073"/>
                  </a:lnTo>
                  <a:lnTo>
                    <a:pt x="432141" y="491030"/>
                  </a:lnTo>
                  <a:lnTo>
                    <a:pt x="401694" y="523857"/>
                  </a:lnTo>
                  <a:lnTo>
                    <a:pt x="372188" y="557534"/>
                  </a:lnTo>
                  <a:lnTo>
                    <a:pt x="343642" y="592040"/>
                  </a:lnTo>
                  <a:lnTo>
                    <a:pt x="316079" y="627355"/>
                  </a:lnTo>
                  <a:lnTo>
                    <a:pt x="289518" y="663458"/>
                  </a:lnTo>
                  <a:lnTo>
                    <a:pt x="263981" y="700328"/>
                  </a:lnTo>
                  <a:lnTo>
                    <a:pt x="239488" y="737945"/>
                  </a:lnTo>
                  <a:lnTo>
                    <a:pt x="216059" y="776290"/>
                  </a:lnTo>
                  <a:lnTo>
                    <a:pt x="193716" y="815340"/>
                  </a:lnTo>
                  <a:lnTo>
                    <a:pt x="172479" y="855076"/>
                  </a:lnTo>
                  <a:lnTo>
                    <a:pt x="152369" y="895477"/>
                  </a:lnTo>
                  <a:lnTo>
                    <a:pt x="133406" y="936522"/>
                  </a:lnTo>
                  <a:lnTo>
                    <a:pt x="115611" y="978192"/>
                  </a:lnTo>
                  <a:lnTo>
                    <a:pt x="99006" y="1020465"/>
                  </a:lnTo>
                  <a:lnTo>
                    <a:pt x="83610" y="1063322"/>
                  </a:lnTo>
                  <a:lnTo>
                    <a:pt x="69444" y="1106741"/>
                  </a:lnTo>
                  <a:lnTo>
                    <a:pt x="56529" y="1150703"/>
                  </a:lnTo>
                  <a:lnTo>
                    <a:pt x="44885" y="1195186"/>
                  </a:lnTo>
                  <a:lnTo>
                    <a:pt x="34534" y="1240170"/>
                  </a:lnTo>
                  <a:lnTo>
                    <a:pt x="25496" y="1285635"/>
                  </a:lnTo>
                  <a:lnTo>
                    <a:pt x="17792" y="1331561"/>
                  </a:lnTo>
                  <a:lnTo>
                    <a:pt x="11442" y="1377926"/>
                  </a:lnTo>
                  <a:lnTo>
                    <a:pt x="6467" y="1424710"/>
                  </a:lnTo>
                  <a:lnTo>
                    <a:pt x="2888" y="1471893"/>
                  </a:lnTo>
                  <a:lnTo>
                    <a:pt x="725" y="1519454"/>
                  </a:lnTo>
                  <a:lnTo>
                    <a:pt x="0" y="1567373"/>
                  </a:lnTo>
                  <a:lnTo>
                    <a:pt x="725" y="1615291"/>
                  </a:lnTo>
                  <a:lnTo>
                    <a:pt x="2888" y="1662853"/>
                  </a:lnTo>
                  <a:lnTo>
                    <a:pt x="6467" y="1710036"/>
                  </a:lnTo>
                  <a:lnTo>
                    <a:pt x="11442" y="1756820"/>
                  </a:lnTo>
                  <a:lnTo>
                    <a:pt x="17792" y="1803185"/>
                  </a:lnTo>
                  <a:lnTo>
                    <a:pt x="25496" y="1849110"/>
                  </a:lnTo>
                  <a:lnTo>
                    <a:pt x="34534" y="1894575"/>
                  </a:lnTo>
                  <a:lnTo>
                    <a:pt x="44885" y="1939560"/>
                  </a:lnTo>
                  <a:lnTo>
                    <a:pt x="56529" y="1984043"/>
                  </a:lnTo>
                  <a:lnTo>
                    <a:pt x="69444" y="2028004"/>
                  </a:lnTo>
                  <a:lnTo>
                    <a:pt x="83610" y="2071424"/>
                  </a:lnTo>
                  <a:lnTo>
                    <a:pt x="99006" y="2114280"/>
                  </a:lnTo>
                  <a:lnTo>
                    <a:pt x="115611" y="2156554"/>
                  </a:lnTo>
                  <a:lnTo>
                    <a:pt x="133406" y="2198224"/>
                  </a:lnTo>
                  <a:lnTo>
                    <a:pt x="152369" y="2239269"/>
                  </a:lnTo>
                  <a:lnTo>
                    <a:pt x="172479" y="2279670"/>
                  </a:lnTo>
                  <a:lnTo>
                    <a:pt x="193716" y="2319406"/>
                  </a:lnTo>
                  <a:lnTo>
                    <a:pt x="216059" y="2358456"/>
                  </a:lnTo>
                  <a:lnTo>
                    <a:pt x="239488" y="2396801"/>
                  </a:lnTo>
                  <a:lnTo>
                    <a:pt x="263981" y="2434418"/>
                  </a:lnTo>
                  <a:lnTo>
                    <a:pt x="289518" y="2471288"/>
                  </a:lnTo>
                  <a:lnTo>
                    <a:pt x="316079" y="2507391"/>
                  </a:lnTo>
                  <a:lnTo>
                    <a:pt x="343642" y="2542706"/>
                  </a:lnTo>
                  <a:lnTo>
                    <a:pt x="372188" y="2577212"/>
                  </a:lnTo>
                  <a:lnTo>
                    <a:pt x="401694" y="2610889"/>
                  </a:lnTo>
                  <a:lnTo>
                    <a:pt x="432141" y="2643716"/>
                  </a:lnTo>
                  <a:lnTo>
                    <a:pt x="463508" y="2675674"/>
                  </a:lnTo>
                  <a:lnTo>
                    <a:pt x="495774" y="2706740"/>
                  </a:lnTo>
                  <a:lnTo>
                    <a:pt x="528919" y="2736896"/>
                  </a:lnTo>
                  <a:lnTo>
                    <a:pt x="562921" y="2766120"/>
                  </a:lnTo>
                  <a:lnTo>
                    <a:pt x="597760" y="2794392"/>
                  </a:lnTo>
                  <a:lnTo>
                    <a:pt x="633416" y="2821692"/>
                  </a:lnTo>
                  <a:lnTo>
                    <a:pt x="669868" y="2847998"/>
                  </a:lnTo>
                  <a:lnTo>
                    <a:pt x="707094" y="2873291"/>
                  </a:lnTo>
                  <a:lnTo>
                    <a:pt x="745075" y="2897550"/>
                  </a:lnTo>
                  <a:lnTo>
                    <a:pt x="783790" y="2920754"/>
                  </a:lnTo>
                  <a:lnTo>
                    <a:pt x="823217" y="2942884"/>
                  </a:lnTo>
                  <a:lnTo>
                    <a:pt x="863337" y="2963917"/>
                  </a:lnTo>
                  <a:lnTo>
                    <a:pt x="904129" y="2983835"/>
                  </a:lnTo>
                  <a:lnTo>
                    <a:pt x="945571" y="3002617"/>
                  </a:lnTo>
                  <a:lnTo>
                    <a:pt x="987643" y="3020241"/>
                  </a:lnTo>
                  <a:lnTo>
                    <a:pt x="1030325" y="3036688"/>
                  </a:lnTo>
                  <a:lnTo>
                    <a:pt x="1073596" y="3051937"/>
                  </a:lnTo>
                  <a:lnTo>
                    <a:pt x="1117435" y="3065967"/>
                  </a:lnTo>
                  <a:lnTo>
                    <a:pt x="1161821" y="3078759"/>
                  </a:lnTo>
                  <a:lnTo>
                    <a:pt x="1206734" y="3090291"/>
                  </a:lnTo>
                  <a:lnTo>
                    <a:pt x="1252153" y="3100543"/>
                  </a:lnTo>
                  <a:lnTo>
                    <a:pt x="1298057" y="3109494"/>
                  </a:lnTo>
                  <a:lnTo>
                    <a:pt x="1344427" y="3117125"/>
                  </a:lnTo>
                  <a:lnTo>
                    <a:pt x="1391240" y="3123414"/>
                  </a:lnTo>
                  <a:lnTo>
                    <a:pt x="1438476" y="3128341"/>
                  </a:lnTo>
                  <a:lnTo>
                    <a:pt x="1486115" y="3131886"/>
                  </a:lnTo>
                  <a:lnTo>
                    <a:pt x="1534135" y="3134028"/>
                  </a:lnTo>
                  <a:lnTo>
                    <a:pt x="1582517" y="3134747"/>
                  </a:lnTo>
                  <a:lnTo>
                    <a:pt x="3854265" y="3134747"/>
                  </a:lnTo>
                  <a:lnTo>
                    <a:pt x="3902647" y="3134028"/>
                  </a:lnTo>
                  <a:lnTo>
                    <a:pt x="3950668" y="3131886"/>
                  </a:lnTo>
                  <a:lnTo>
                    <a:pt x="3998307" y="3128341"/>
                  </a:lnTo>
                  <a:lnTo>
                    <a:pt x="4045543" y="3123414"/>
                  </a:lnTo>
                  <a:lnTo>
                    <a:pt x="4092356" y="3117125"/>
                  </a:lnTo>
                  <a:lnTo>
                    <a:pt x="4138725" y="3109494"/>
                  </a:lnTo>
                  <a:lnTo>
                    <a:pt x="4184629" y="3100543"/>
                  </a:lnTo>
                  <a:lnTo>
                    <a:pt x="4230048" y="3090291"/>
                  </a:lnTo>
                  <a:lnTo>
                    <a:pt x="4274961" y="3078759"/>
                  </a:lnTo>
                  <a:lnTo>
                    <a:pt x="4319347" y="3065967"/>
                  </a:lnTo>
                  <a:lnTo>
                    <a:pt x="4363186" y="3051937"/>
                  </a:lnTo>
                  <a:lnTo>
                    <a:pt x="4406457" y="3036688"/>
                  </a:lnTo>
                  <a:lnTo>
                    <a:pt x="4449139" y="3020241"/>
                  </a:lnTo>
                  <a:lnTo>
                    <a:pt x="4491211" y="3002617"/>
                  </a:lnTo>
                  <a:lnTo>
                    <a:pt x="4532653" y="2983835"/>
                  </a:lnTo>
                  <a:lnTo>
                    <a:pt x="4573445" y="2963917"/>
                  </a:lnTo>
                  <a:lnTo>
                    <a:pt x="4613564" y="2942884"/>
                  </a:lnTo>
                  <a:lnTo>
                    <a:pt x="4652992" y="2920754"/>
                  </a:lnTo>
                  <a:lnTo>
                    <a:pt x="4691706" y="2897550"/>
                  </a:lnTo>
                  <a:lnTo>
                    <a:pt x="4729687" y="2873291"/>
                  </a:lnTo>
                  <a:lnTo>
                    <a:pt x="4766914" y="2847998"/>
                  </a:lnTo>
                  <a:lnTo>
                    <a:pt x="4803365" y="2821692"/>
                  </a:lnTo>
                  <a:lnTo>
                    <a:pt x="4839021" y="2794392"/>
                  </a:lnTo>
                  <a:lnTo>
                    <a:pt x="4873861" y="2766120"/>
                  </a:lnTo>
                  <a:lnTo>
                    <a:pt x="4907863" y="2736896"/>
                  </a:lnTo>
                  <a:lnTo>
                    <a:pt x="4941008" y="2706740"/>
                  </a:lnTo>
                  <a:lnTo>
                    <a:pt x="4973274" y="2675674"/>
                  </a:lnTo>
                  <a:lnTo>
                    <a:pt x="5004640" y="2643716"/>
                  </a:lnTo>
                  <a:lnTo>
                    <a:pt x="5035087" y="2610889"/>
                  </a:lnTo>
                  <a:lnTo>
                    <a:pt x="5064594" y="2577212"/>
                  </a:lnTo>
                  <a:lnTo>
                    <a:pt x="5093139" y="2542706"/>
                  </a:lnTo>
                  <a:lnTo>
                    <a:pt x="5120702" y="2507391"/>
                  </a:lnTo>
                  <a:lnTo>
                    <a:pt x="5147263" y="2471288"/>
                  </a:lnTo>
                  <a:lnTo>
                    <a:pt x="5172800" y="2434418"/>
                  </a:lnTo>
                  <a:lnTo>
                    <a:pt x="5197293" y="2396801"/>
                  </a:lnTo>
                  <a:lnTo>
                    <a:pt x="5220722" y="2358456"/>
                  </a:lnTo>
                  <a:lnTo>
                    <a:pt x="5243065" y="2319406"/>
                  </a:lnTo>
                  <a:lnTo>
                    <a:pt x="5264302" y="2279670"/>
                  </a:lnTo>
                  <a:lnTo>
                    <a:pt x="5284413" y="2239269"/>
                  </a:lnTo>
                  <a:lnTo>
                    <a:pt x="5303375" y="2198224"/>
                  </a:lnTo>
                  <a:lnTo>
                    <a:pt x="5321170" y="2156554"/>
                  </a:lnTo>
                  <a:lnTo>
                    <a:pt x="5337776" y="2114280"/>
                  </a:lnTo>
                  <a:lnTo>
                    <a:pt x="5353172" y="2071424"/>
                  </a:lnTo>
                  <a:lnTo>
                    <a:pt x="5367338" y="2028004"/>
                  </a:lnTo>
                  <a:lnTo>
                    <a:pt x="5380253" y="1984043"/>
                  </a:lnTo>
                  <a:lnTo>
                    <a:pt x="5391896" y="1939560"/>
                  </a:lnTo>
                  <a:lnTo>
                    <a:pt x="5402247" y="1894575"/>
                  </a:lnTo>
                  <a:lnTo>
                    <a:pt x="5411285" y="1849110"/>
                  </a:lnTo>
                  <a:lnTo>
                    <a:pt x="5418990" y="1803185"/>
                  </a:lnTo>
                  <a:lnTo>
                    <a:pt x="5425340" y="1756820"/>
                  </a:lnTo>
                  <a:lnTo>
                    <a:pt x="5430315" y="1710036"/>
                  </a:lnTo>
                  <a:lnTo>
                    <a:pt x="5433894" y="1662853"/>
                  </a:lnTo>
                  <a:lnTo>
                    <a:pt x="5436056" y="1615291"/>
                  </a:lnTo>
                  <a:lnTo>
                    <a:pt x="5436782" y="1567373"/>
                  </a:lnTo>
                  <a:lnTo>
                    <a:pt x="5436056" y="1519454"/>
                  </a:lnTo>
                  <a:lnTo>
                    <a:pt x="5433894" y="1471893"/>
                  </a:lnTo>
                  <a:lnTo>
                    <a:pt x="5430315" y="1424710"/>
                  </a:lnTo>
                  <a:lnTo>
                    <a:pt x="5425340" y="1377926"/>
                  </a:lnTo>
                  <a:lnTo>
                    <a:pt x="5418990" y="1331561"/>
                  </a:lnTo>
                  <a:lnTo>
                    <a:pt x="5411285" y="1285635"/>
                  </a:lnTo>
                  <a:lnTo>
                    <a:pt x="5402247" y="1240170"/>
                  </a:lnTo>
                  <a:lnTo>
                    <a:pt x="5391896" y="1195186"/>
                  </a:lnTo>
                  <a:lnTo>
                    <a:pt x="5380253" y="1150703"/>
                  </a:lnTo>
                  <a:lnTo>
                    <a:pt x="5367338" y="1106741"/>
                  </a:lnTo>
                  <a:lnTo>
                    <a:pt x="5353172" y="1063322"/>
                  </a:lnTo>
                  <a:lnTo>
                    <a:pt x="5337776" y="1020465"/>
                  </a:lnTo>
                  <a:lnTo>
                    <a:pt x="5321170" y="978192"/>
                  </a:lnTo>
                  <a:lnTo>
                    <a:pt x="5303375" y="936522"/>
                  </a:lnTo>
                  <a:lnTo>
                    <a:pt x="5284413" y="895477"/>
                  </a:lnTo>
                  <a:lnTo>
                    <a:pt x="5264302" y="855076"/>
                  </a:lnTo>
                  <a:lnTo>
                    <a:pt x="5243065" y="815340"/>
                  </a:lnTo>
                  <a:lnTo>
                    <a:pt x="5220722" y="776290"/>
                  </a:lnTo>
                  <a:lnTo>
                    <a:pt x="5197293" y="737945"/>
                  </a:lnTo>
                  <a:lnTo>
                    <a:pt x="5172800" y="700328"/>
                  </a:lnTo>
                  <a:lnTo>
                    <a:pt x="5147263" y="663458"/>
                  </a:lnTo>
                  <a:lnTo>
                    <a:pt x="5120702" y="627355"/>
                  </a:lnTo>
                  <a:lnTo>
                    <a:pt x="5093139" y="592040"/>
                  </a:lnTo>
                  <a:lnTo>
                    <a:pt x="5064594" y="557534"/>
                  </a:lnTo>
                  <a:lnTo>
                    <a:pt x="5035087" y="523857"/>
                  </a:lnTo>
                  <a:lnTo>
                    <a:pt x="5004640" y="491030"/>
                  </a:lnTo>
                  <a:lnTo>
                    <a:pt x="4973274" y="459073"/>
                  </a:lnTo>
                  <a:lnTo>
                    <a:pt x="4941008" y="428006"/>
                  </a:lnTo>
                  <a:lnTo>
                    <a:pt x="4907863" y="397850"/>
                  </a:lnTo>
                  <a:lnTo>
                    <a:pt x="4873861" y="368626"/>
                  </a:lnTo>
                  <a:lnTo>
                    <a:pt x="4839021" y="340354"/>
                  </a:lnTo>
                  <a:lnTo>
                    <a:pt x="4803365" y="313055"/>
                  </a:lnTo>
                  <a:lnTo>
                    <a:pt x="4766914" y="286748"/>
                  </a:lnTo>
                  <a:lnTo>
                    <a:pt x="4729687" y="261455"/>
                  </a:lnTo>
                  <a:lnTo>
                    <a:pt x="4691706" y="237196"/>
                  </a:lnTo>
                  <a:lnTo>
                    <a:pt x="4652992" y="213992"/>
                  </a:lnTo>
                  <a:lnTo>
                    <a:pt x="4613564" y="191863"/>
                  </a:lnTo>
                  <a:lnTo>
                    <a:pt x="4573445" y="170829"/>
                  </a:lnTo>
                  <a:lnTo>
                    <a:pt x="4532653" y="150911"/>
                  </a:lnTo>
                  <a:lnTo>
                    <a:pt x="4491211" y="132130"/>
                  </a:lnTo>
                  <a:lnTo>
                    <a:pt x="4449139" y="114505"/>
                  </a:lnTo>
                  <a:lnTo>
                    <a:pt x="4406457" y="98058"/>
                  </a:lnTo>
                  <a:lnTo>
                    <a:pt x="4363186" y="82809"/>
                  </a:lnTo>
                  <a:lnTo>
                    <a:pt x="4319347" y="68779"/>
                  </a:lnTo>
                  <a:lnTo>
                    <a:pt x="4274961" y="55988"/>
                  </a:lnTo>
                  <a:lnTo>
                    <a:pt x="4230048" y="44456"/>
                  </a:lnTo>
                  <a:lnTo>
                    <a:pt x="4184629" y="34204"/>
                  </a:lnTo>
                  <a:lnTo>
                    <a:pt x="4138725" y="25252"/>
                  </a:lnTo>
                  <a:lnTo>
                    <a:pt x="4092356" y="17621"/>
                  </a:lnTo>
                  <a:lnTo>
                    <a:pt x="4045543" y="11332"/>
                  </a:lnTo>
                  <a:lnTo>
                    <a:pt x="3998307" y="6405"/>
                  </a:lnTo>
                  <a:lnTo>
                    <a:pt x="3950668" y="2860"/>
                  </a:lnTo>
                  <a:lnTo>
                    <a:pt x="3902647" y="718"/>
                  </a:lnTo>
                  <a:lnTo>
                    <a:pt x="3854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0" y="1567374"/>
                  </a:moveTo>
                  <a:lnTo>
                    <a:pt x="725" y="1519455"/>
                  </a:lnTo>
                  <a:lnTo>
                    <a:pt x="2888" y="1471893"/>
                  </a:lnTo>
                  <a:lnTo>
                    <a:pt x="6467" y="1424710"/>
                  </a:lnTo>
                  <a:lnTo>
                    <a:pt x="11442" y="1377926"/>
                  </a:lnTo>
                  <a:lnTo>
                    <a:pt x="17792" y="1331561"/>
                  </a:lnTo>
                  <a:lnTo>
                    <a:pt x="25496" y="1285636"/>
                  </a:lnTo>
                  <a:lnTo>
                    <a:pt x="34534" y="1240171"/>
                  </a:lnTo>
                  <a:lnTo>
                    <a:pt x="44885" y="1195186"/>
                  </a:lnTo>
                  <a:lnTo>
                    <a:pt x="56529" y="1150703"/>
                  </a:lnTo>
                  <a:lnTo>
                    <a:pt x="69444" y="1106742"/>
                  </a:lnTo>
                  <a:lnTo>
                    <a:pt x="83610" y="1063322"/>
                  </a:lnTo>
                  <a:lnTo>
                    <a:pt x="99006" y="1020466"/>
                  </a:lnTo>
                  <a:lnTo>
                    <a:pt x="115612" y="978192"/>
                  </a:lnTo>
                  <a:lnTo>
                    <a:pt x="133406" y="936522"/>
                  </a:lnTo>
                  <a:lnTo>
                    <a:pt x="152369" y="895477"/>
                  </a:lnTo>
                  <a:lnTo>
                    <a:pt x="172479" y="855076"/>
                  </a:lnTo>
                  <a:lnTo>
                    <a:pt x="193716" y="815340"/>
                  </a:lnTo>
                  <a:lnTo>
                    <a:pt x="216059" y="776290"/>
                  </a:lnTo>
                  <a:lnTo>
                    <a:pt x="239488" y="737946"/>
                  </a:lnTo>
                  <a:lnTo>
                    <a:pt x="263981" y="700328"/>
                  </a:lnTo>
                  <a:lnTo>
                    <a:pt x="289519" y="663458"/>
                  </a:lnTo>
                  <a:lnTo>
                    <a:pt x="316079" y="627355"/>
                  </a:lnTo>
                  <a:lnTo>
                    <a:pt x="343642" y="592040"/>
                  </a:lnTo>
                  <a:lnTo>
                    <a:pt x="372188" y="557534"/>
                  </a:lnTo>
                  <a:lnTo>
                    <a:pt x="401694" y="523857"/>
                  </a:lnTo>
                  <a:lnTo>
                    <a:pt x="432141" y="491030"/>
                  </a:lnTo>
                  <a:lnTo>
                    <a:pt x="463508" y="459073"/>
                  </a:lnTo>
                  <a:lnTo>
                    <a:pt x="495774" y="428006"/>
                  </a:lnTo>
                  <a:lnTo>
                    <a:pt x="528919" y="397850"/>
                  </a:lnTo>
                  <a:lnTo>
                    <a:pt x="562921" y="368626"/>
                  </a:lnTo>
                  <a:lnTo>
                    <a:pt x="597760" y="340354"/>
                  </a:lnTo>
                  <a:lnTo>
                    <a:pt x="633416" y="313055"/>
                  </a:lnTo>
                  <a:lnTo>
                    <a:pt x="669868" y="286748"/>
                  </a:lnTo>
                  <a:lnTo>
                    <a:pt x="707094" y="261455"/>
                  </a:lnTo>
                  <a:lnTo>
                    <a:pt x="745075" y="237196"/>
                  </a:lnTo>
                  <a:lnTo>
                    <a:pt x="783790" y="213992"/>
                  </a:lnTo>
                  <a:lnTo>
                    <a:pt x="823217" y="191863"/>
                  </a:lnTo>
                  <a:lnTo>
                    <a:pt x="863337" y="170829"/>
                  </a:lnTo>
                  <a:lnTo>
                    <a:pt x="904129" y="150911"/>
                  </a:lnTo>
                  <a:lnTo>
                    <a:pt x="945571" y="132130"/>
                  </a:lnTo>
                  <a:lnTo>
                    <a:pt x="987643" y="114505"/>
                  </a:lnTo>
                  <a:lnTo>
                    <a:pt x="1030325" y="98058"/>
                  </a:lnTo>
                  <a:lnTo>
                    <a:pt x="1073596" y="82809"/>
                  </a:lnTo>
                  <a:lnTo>
                    <a:pt x="1117435" y="68779"/>
                  </a:lnTo>
                  <a:lnTo>
                    <a:pt x="1161821" y="55988"/>
                  </a:lnTo>
                  <a:lnTo>
                    <a:pt x="1206734" y="44456"/>
                  </a:lnTo>
                  <a:lnTo>
                    <a:pt x="1252153" y="34204"/>
                  </a:lnTo>
                  <a:lnTo>
                    <a:pt x="1298057" y="25252"/>
                  </a:lnTo>
                  <a:lnTo>
                    <a:pt x="1344426" y="17621"/>
                  </a:lnTo>
                  <a:lnTo>
                    <a:pt x="1391239" y="11332"/>
                  </a:lnTo>
                  <a:lnTo>
                    <a:pt x="1438475" y="6405"/>
                  </a:lnTo>
                  <a:lnTo>
                    <a:pt x="1486114" y="2860"/>
                  </a:lnTo>
                  <a:lnTo>
                    <a:pt x="1534135" y="718"/>
                  </a:lnTo>
                  <a:lnTo>
                    <a:pt x="1582517" y="0"/>
                  </a:lnTo>
                  <a:lnTo>
                    <a:pt x="2145485" y="0"/>
                  </a:lnTo>
                  <a:lnTo>
                    <a:pt x="3854266" y="0"/>
                  </a:lnTo>
                  <a:lnTo>
                    <a:pt x="3902647" y="718"/>
                  </a:lnTo>
                  <a:lnTo>
                    <a:pt x="3950668" y="2860"/>
                  </a:lnTo>
                  <a:lnTo>
                    <a:pt x="3998307" y="6405"/>
                  </a:lnTo>
                  <a:lnTo>
                    <a:pt x="4045543" y="11332"/>
                  </a:lnTo>
                  <a:lnTo>
                    <a:pt x="4092356" y="17621"/>
                  </a:lnTo>
                  <a:lnTo>
                    <a:pt x="4138725" y="25252"/>
                  </a:lnTo>
                  <a:lnTo>
                    <a:pt x="4184629" y="34204"/>
                  </a:lnTo>
                  <a:lnTo>
                    <a:pt x="4230048" y="44456"/>
                  </a:lnTo>
                  <a:lnTo>
                    <a:pt x="4274961" y="55988"/>
                  </a:lnTo>
                  <a:lnTo>
                    <a:pt x="4319348" y="68779"/>
                  </a:lnTo>
                  <a:lnTo>
                    <a:pt x="4363186" y="82809"/>
                  </a:lnTo>
                  <a:lnTo>
                    <a:pt x="4406457" y="98058"/>
                  </a:lnTo>
                  <a:lnTo>
                    <a:pt x="4449139" y="114505"/>
                  </a:lnTo>
                  <a:lnTo>
                    <a:pt x="4491211" y="132130"/>
                  </a:lnTo>
                  <a:lnTo>
                    <a:pt x="4532654" y="150911"/>
                  </a:lnTo>
                  <a:lnTo>
                    <a:pt x="4573445" y="170829"/>
                  </a:lnTo>
                  <a:lnTo>
                    <a:pt x="4613565" y="191863"/>
                  </a:lnTo>
                  <a:lnTo>
                    <a:pt x="4652992" y="213992"/>
                  </a:lnTo>
                  <a:lnTo>
                    <a:pt x="4691707" y="237196"/>
                  </a:lnTo>
                  <a:lnTo>
                    <a:pt x="4729688" y="261455"/>
                  </a:lnTo>
                  <a:lnTo>
                    <a:pt x="4766914" y="286748"/>
                  </a:lnTo>
                  <a:lnTo>
                    <a:pt x="4803366" y="313054"/>
                  </a:lnTo>
                  <a:lnTo>
                    <a:pt x="4839022" y="340354"/>
                  </a:lnTo>
                  <a:lnTo>
                    <a:pt x="4873861" y="368626"/>
                  </a:lnTo>
                  <a:lnTo>
                    <a:pt x="4907864" y="397850"/>
                  </a:lnTo>
                  <a:lnTo>
                    <a:pt x="4941008" y="428006"/>
                  </a:lnTo>
                  <a:lnTo>
                    <a:pt x="4973274" y="459072"/>
                  </a:lnTo>
                  <a:lnTo>
                    <a:pt x="5004641" y="491030"/>
                  </a:lnTo>
                  <a:lnTo>
                    <a:pt x="5035088" y="523857"/>
                  </a:lnTo>
                  <a:lnTo>
                    <a:pt x="5064594" y="557534"/>
                  </a:lnTo>
                  <a:lnTo>
                    <a:pt x="5093140" y="592040"/>
                  </a:lnTo>
                  <a:lnTo>
                    <a:pt x="5120703" y="627355"/>
                  </a:lnTo>
                  <a:lnTo>
                    <a:pt x="5147264" y="663457"/>
                  </a:lnTo>
                  <a:lnTo>
                    <a:pt x="5172801" y="700328"/>
                  </a:lnTo>
                  <a:lnTo>
                    <a:pt x="5197294" y="737945"/>
                  </a:lnTo>
                  <a:lnTo>
                    <a:pt x="5220723" y="776289"/>
                  </a:lnTo>
                  <a:lnTo>
                    <a:pt x="5243066" y="815340"/>
                  </a:lnTo>
                  <a:lnTo>
                    <a:pt x="5264303" y="855075"/>
                  </a:lnTo>
                  <a:lnTo>
                    <a:pt x="5284413" y="895476"/>
                  </a:lnTo>
                  <a:lnTo>
                    <a:pt x="5303376" y="936522"/>
                  </a:lnTo>
                  <a:lnTo>
                    <a:pt x="5321171" y="978192"/>
                  </a:lnTo>
                  <a:lnTo>
                    <a:pt x="5337776" y="1020465"/>
                  </a:lnTo>
                  <a:lnTo>
                    <a:pt x="5353173" y="1063322"/>
                  </a:lnTo>
                  <a:lnTo>
                    <a:pt x="5367339" y="1106741"/>
                  </a:lnTo>
                  <a:lnTo>
                    <a:pt x="5380254" y="1150703"/>
                  </a:lnTo>
                  <a:lnTo>
                    <a:pt x="5391897" y="1195186"/>
                  </a:lnTo>
                  <a:lnTo>
                    <a:pt x="5402248" y="1240170"/>
                  </a:lnTo>
                  <a:lnTo>
                    <a:pt x="5411286" y="1285635"/>
                  </a:lnTo>
                  <a:lnTo>
                    <a:pt x="5418990" y="1331560"/>
                  </a:lnTo>
                  <a:lnTo>
                    <a:pt x="5425340" y="1377925"/>
                  </a:lnTo>
                  <a:lnTo>
                    <a:pt x="5430315" y="1424710"/>
                  </a:lnTo>
                  <a:lnTo>
                    <a:pt x="5433894" y="1471893"/>
                  </a:lnTo>
                  <a:lnTo>
                    <a:pt x="5436057" y="1519454"/>
                  </a:lnTo>
                  <a:lnTo>
                    <a:pt x="5436783" y="1567373"/>
                  </a:lnTo>
                  <a:lnTo>
                    <a:pt x="5436057" y="1615291"/>
                  </a:lnTo>
                  <a:lnTo>
                    <a:pt x="5433894" y="1662853"/>
                  </a:lnTo>
                  <a:lnTo>
                    <a:pt x="5430315" y="1710036"/>
                  </a:lnTo>
                  <a:lnTo>
                    <a:pt x="5425340" y="1756820"/>
                  </a:lnTo>
                  <a:lnTo>
                    <a:pt x="5418990" y="1803185"/>
                  </a:lnTo>
                  <a:lnTo>
                    <a:pt x="5411286" y="1849110"/>
                  </a:lnTo>
                  <a:lnTo>
                    <a:pt x="5402248" y="1894575"/>
                  </a:lnTo>
                  <a:lnTo>
                    <a:pt x="5391897" y="1939560"/>
                  </a:lnTo>
                  <a:lnTo>
                    <a:pt x="5380254" y="1984043"/>
                  </a:lnTo>
                  <a:lnTo>
                    <a:pt x="5367339" y="2028004"/>
                  </a:lnTo>
                  <a:lnTo>
                    <a:pt x="5353173" y="2071424"/>
                  </a:lnTo>
                  <a:lnTo>
                    <a:pt x="5337776" y="2114280"/>
                  </a:lnTo>
                  <a:lnTo>
                    <a:pt x="5321171" y="2156554"/>
                  </a:lnTo>
                  <a:lnTo>
                    <a:pt x="5303376" y="2198224"/>
                  </a:lnTo>
                  <a:lnTo>
                    <a:pt x="5284413" y="2239269"/>
                  </a:lnTo>
                  <a:lnTo>
                    <a:pt x="5264303" y="2279670"/>
                  </a:lnTo>
                  <a:lnTo>
                    <a:pt x="5243066" y="2319406"/>
                  </a:lnTo>
                  <a:lnTo>
                    <a:pt x="5220723" y="2358456"/>
                  </a:lnTo>
                  <a:lnTo>
                    <a:pt x="5197294" y="2396800"/>
                  </a:lnTo>
                  <a:lnTo>
                    <a:pt x="5172801" y="2434418"/>
                  </a:lnTo>
                  <a:lnTo>
                    <a:pt x="5147264" y="2471288"/>
                  </a:lnTo>
                  <a:lnTo>
                    <a:pt x="5120703" y="2507391"/>
                  </a:lnTo>
                  <a:lnTo>
                    <a:pt x="5093140" y="2542706"/>
                  </a:lnTo>
                  <a:lnTo>
                    <a:pt x="5064594" y="2577212"/>
                  </a:lnTo>
                  <a:lnTo>
                    <a:pt x="5035088" y="2610889"/>
                  </a:lnTo>
                  <a:lnTo>
                    <a:pt x="5004641" y="2643716"/>
                  </a:lnTo>
                  <a:lnTo>
                    <a:pt x="4973274" y="2675673"/>
                  </a:lnTo>
                  <a:lnTo>
                    <a:pt x="4941008" y="2706740"/>
                  </a:lnTo>
                  <a:lnTo>
                    <a:pt x="4907864" y="2736896"/>
                  </a:lnTo>
                  <a:lnTo>
                    <a:pt x="4873861" y="2766120"/>
                  </a:lnTo>
                  <a:lnTo>
                    <a:pt x="4839022" y="2794392"/>
                  </a:lnTo>
                  <a:lnTo>
                    <a:pt x="4803366" y="2821691"/>
                  </a:lnTo>
                  <a:lnTo>
                    <a:pt x="4766914" y="2847998"/>
                  </a:lnTo>
                  <a:lnTo>
                    <a:pt x="4729688" y="2873291"/>
                  </a:lnTo>
                  <a:lnTo>
                    <a:pt x="4691707" y="2897550"/>
                  </a:lnTo>
                  <a:lnTo>
                    <a:pt x="4652992" y="2920754"/>
                  </a:lnTo>
                  <a:lnTo>
                    <a:pt x="4613565" y="2942883"/>
                  </a:lnTo>
                  <a:lnTo>
                    <a:pt x="4573445" y="2963917"/>
                  </a:lnTo>
                  <a:lnTo>
                    <a:pt x="4532654" y="2983835"/>
                  </a:lnTo>
                  <a:lnTo>
                    <a:pt x="4491211" y="3002616"/>
                  </a:lnTo>
                  <a:lnTo>
                    <a:pt x="4449139" y="3020241"/>
                  </a:lnTo>
                  <a:lnTo>
                    <a:pt x="4406457" y="3036688"/>
                  </a:lnTo>
                  <a:lnTo>
                    <a:pt x="4363186" y="3051937"/>
                  </a:lnTo>
                  <a:lnTo>
                    <a:pt x="4319348" y="3065967"/>
                  </a:lnTo>
                  <a:lnTo>
                    <a:pt x="4274961" y="3078758"/>
                  </a:lnTo>
                  <a:lnTo>
                    <a:pt x="4230048" y="3090290"/>
                  </a:lnTo>
                  <a:lnTo>
                    <a:pt x="4184629" y="3100542"/>
                  </a:lnTo>
                  <a:lnTo>
                    <a:pt x="4138725" y="3109494"/>
                  </a:lnTo>
                  <a:lnTo>
                    <a:pt x="4092356" y="3117125"/>
                  </a:lnTo>
                  <a:lnTo>
                    <a:pt x="4045543" y="3123414"/>
                  </a:lnTo>
                  <a:lnTo>
                    <a:pt x="3998307" y="3128341"/>
                  </a:lnTo>
                  <a:lnTo>
                    <a:pt x="3950668" y="3131886"/>
                  </a:lnTo>
                  <a:lnTo>
                    <a:pt x="3902647" y="3134028"/>
                  </a:lnTo>
                  <a:lnTo>
                    <a:pt x="3854266" y="3134747"/>
                  </a:lnTo>
                  <a:lnTo>
                    <a:pt x="3291298" y="3134747"/>
                  </a:lnTo>
                  <a:lnTo>
                    <a:pt x="1582517" y="3134747"/>
                  </a:lnTo>
                  <a:lnTo>
                    <a:pt x="1534135" y="3134028"/>
                  </a:lnTo>
                  <a:lnTo>
                    <a:pt x="1486114" y="3131886"/>
                  </a:lnTo>
                  <a:lnTo>
                    <a:pt x="1438475" y="3128341"/>
                  </a:lnTo>
                  <a:lnTo>
                    <a:pt x="1391239" y="3123414"/>
                  </a:lnTo>
                  <a:lnTo>
                    <a:pt x="1344426" y="3117125"/>
                  </a:lnTo>
                  <a:lnTo>
                    <a:pt x="1298057" y="3109494"/>
                  </a:lnTo>
                  <a:lnTo>
                    <a:pt x="1252153" y="3100542"/>
                  </a:lnTo>
                  <a:lnTo>
                    <a:pt x="1206734" y="3090290"/>
                  </a:lnTo>
                  <a:lnTo>
                    <a:pt x="1161821" y="3078758"/>
                  </a:lnTo>
                  <a:lnTo>
                    <a:pt x="1117435" y="3065967"/>
                  </a:lnTo>
                  <a:lnTo>
                    <a:pt x="1073596" y="3051937"/>
                  </a:lnTo>
                  <a:lnTo>
                    <a:pt x="1030325" y="3036688"/>
                  </a:lnTo>
                  <a:lnTo>
                    <a:pt x="987643" y="3020241"/>
                  </a:lnTo>
                  <a:lnTo>
                    <a:pt x="945571" y="3002616"/>
                  </a:lnTo>
                  <a:lnTo>
                    <a:pt x="904129" y="2983835"/>
                  </a:lnTo>
                  <a:lnTo>
                    <a:pt x="863337" y="2963917"/>
                  </a:lnTo>
                  <a:lnTo>
                    <a:pt x="823217" y="2942883"/>
                  </a:lnTo>
                  <a:lnTo>
                    <a:pt x="783790" y="2920754"/>
                  </a:lnTo>
                  <a:lnTo>
                    <a:pt x="745075" y="2897550"/>
                  </a:lnTo>
                  <a:lnTo>
                    <a:pt x="707094" y="2873291"/>
                  </a:lnTo>
                  <a:lnTo>
                    <a:pt x="669868" y="2847998"/>
                  </a:lnTo>
                  <a:lnTo>
                    <a:pt x="633416" y="2821692"/>
                  </a:lnTo>
                  <a:lnTo>
                    <a:pt x="597760" y="2794392"/>
                  </a:lnTo>
                  <a:lnTo>
                    <a:pt x="562921" y="2766120"/>
                  </a:lnTo>
                  <a:lnTo>
                    <a:pt x="528919" y="2736896"/>
                  </a:lnTo>
                  <a:lnTo>
                    <a:pt x="495774" y="2706740"/>
                  </a:lnTo>
                  <a:lnTo>
                    <a:pt x="463508" y="2675674"/>
                  </a:lnTo>
                  <a:lnTo>
                    <a:pt x="432141" y="2643716"/>
                  </a:lnTo>
                  <a:lnTo>
                    <a:pt x="401694" y="2610889"/>
                  </a:lnTo>
                  <a:lnTo>
                    <a:pt x="372188" y="2577212"/>
                  </a:lnTo>
                  <a:lnTo>
                    <a:pt x="343642" y="2542706"/>
                  </a:lnTo>
                  <a:lnTo>
                    <a:pt x="316079" y="2507391"/>
                  </a:lnTo>
                  <a:lnTo>
                    <a:pt x="289519" y="2471289"/>
                  </a:lnTo>
                  <a:lnTo>
                    <a:pt x="263981" y="2434418"/>
                  </a:lnTo>
                  <a:lnTo>
                    <a:pt x="239488" y="2396801"/>
                  </a:lnTo>
                  <a:lnTo>
                    <a:pt x="216059" y="2358457"/>
                  </a:lnTo>
                  <a:lnTo>
                    <a:pt x="193716" y="2319406"/>
                  </a:lnTo>
                  <a:lnTo>
                    <a:pt x="172479" y="2279671"/>
                  </a:lnTo>
                  <a:lnTo>
                    <a:pt x="152369" y="2239270"/>
                  </a:lnTo>
                  <a:lnTo>
                    <a:pt x="133406" y="2198224"/>
                  </a:lnTo>
                  <a:lnTo>
                    <a:pt x="115612" y="2156554"/>
                  </a:lnTo>
                  <a:lnTo>
                    <a:pt x="99006" y="2114281"/>
                  </a:lnTo>
                  <a:lnTo>
                    <a:pt x="83610" y="2071424"/>
                  </a:lnTo>
                  <a:lnTo>
                    <a:pt x="69444" y="2028005"/>
                  </a:lnTo>
                  <a:lnTo>
                    <a:pt x="56529" y="1984043"/>
                  </a:lnTo>
                  <a:lnTo>
                    <a:pt x="44885" y="1939560"/>
                  </a:lnTo>
                  <a:lnTo>
                    <a:pt x="34534" y="1894576"/>
                  </a:lnTo>
                  <a:lnTo>
                    <a:pt x="25496" y="1849111"/>
                  </a:lnTo>
                  <a:lnTo>
                    <a:pt x="17792" y="1803186"/>
                  </a:lnTo>
                  <a:lnTo>
                    <a:pt x="11442" y="1756821"/>
                  </a:lnTo>
                  <a:lnTo>
                    <a:pt x="6467" y="1710036"/>
                  </a:lnTo>
                  <a:lnTo>
                    <a:pt x="2888" y="1662853"/>
                  </a:lnTo>
                  <a:lnTo>
                    <a:pt x="725" y="1615292"/>
                  </a:lnTo>
                  <a:lnTo>
                    <a:pt x="0" y="1567374"/>
                  </a:lnTo>
                  <a:close/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4377" y="3723254"/>
              <a:ext cx="12188190" cy="0"/>
            </a:xfrm>
            <a:custGeom>
              <a:rect b="b" l="l" r="r" t="t"/>
              <a:pathLst>
                <a:path extrusionOk="0" h="120000" w="12188190">
                  <a:moveTo>
                    <a:pt x="0" y="0"/>
                  </a:moveTo>
                  <a:lnTo>
                    <a:pt x="12187623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8881325" y="3722607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2681207" y="3135442"/>
                  </a:moveTo>
                  <a:lnTo>
                    <a:pt x="2681207" y="0"/>
                  </a:lnTo>
                  <a:lnTo>
                    <a:pt x="1560862" y="0"/>
                  </a:lnTo>
                  <a:lnTo>
                    <a:pt x="1513138" y="718"/>
                  </a:lnTo>
                  <a:lnTo>
                    <a:pt x="1465771" y="2861"/>
                  </a:lnTo>
                  <a:lnTo>
                    <a:pt x="1418781" y="6407"/>
                  </a:lnTo>
                  <a:lnTo>
                    <a:pt x="1372189" y="11335"/>
                  </a:lnTo>
                  <a:lnTo>
                    <a:pt x="1326014" y="17626"/>
                  </a:lnTo>
                  <a:lnTo>
                    <a:pt x="1280277" y="25259"/>
                  </a:lnTo>
                  <a:lnTo>
                    <a:pt x="1234999" y="34213"/>
                  </a:lnTo>
                  <a:lnTo>
                    <a:pt x="1190199" y="44468"/>
                  </a:lnTo>
                  <a:lnTo>
                    <a:pt x="1145899" y="56003"/>
                  </a:lnTo>
                  <a:lnTo>
                    <a:pt x="1102119" y="68798"/>
                  </a:lnTo>
                  <a:lnTo>
                    <a:pt x="1058879" y="82832"/>
                  </a:lnTo>
                  <a:lnTo>
                    <a:pt x="1016199" y="98085"/>
                  </a:lnTo>
                  <a:lnTo>
                    <a:pt x="974101" y="114536"/>
                  </a:lnTo>
                  <a:lnTo>
                    <a:pt x="932603" y="132165"/>
                  </a:lnTo>
                  <a:lnTo>
                    <a:pt x="891728" y="150951"/>
                  </a:lnTo>
                  <a:lnTo>
                    <a:pt x="851494" y="170874"/>
                  </a:lnTo>
                  <a:lnTo>
                    <a:pt x="811923" y="191913"/>
                  </a:lnTo>
                  <a:lnTo>
                    <a:pt x="773035" y="214048"/>
                  </a:lnTo>
                  <a:lnTo>
                    <a:pt x="734850" y="237258"/>
                  </a:lnTo>
                  <a:lnTo>
                    <a:pt x="697389" y="261523"/>
                  </a:lnTo>
                  <a:lnTo>
                    <a:pt x="660672" y="286822"/>
                  </a:lnTo>
                  <a:lnTo>
                    <a:pt x="624720" y="313135"/>
                  </a:lnTo>
                  <a:lnTo>
                    <a:pt x="589553" y="340442"/>
                  </a:lnTo>
                  <a:lnTo>
                    <a:pt x="555191" y="368721"/>
                  </a:lnTo>
                  <a:lnTo>
                    <a:pt x="521654" y="397952"/>
                  </a:lnTo>
                  <a:lnTo>
                    <a:pt x="488964" y="428115"/>
                  </a:lnTo>
                  <a:lnTo>
                    <a:pt x="457140" y="459189"/>
                  </a:lnTo>
                  <a:lnTo>
                    <a:pt x="426204" y="491154"/>
                  </a:lnTo>
                  <a:lnTo>
                    <a:pt x="396174" y="523989"/>
                  </a:lnTo>
                  <a:lnTo>
                    <a:pt x="367073" y="557674"/>
                  </a:lnTo>
                  <a:lnTo>
                    <a:pt x="338919" y="592188"/>
                  </a:lnTo>
                  <a:lnTo>
                    <a:pt x="311734" y="627511"/>
                  </a:lnTo>
                  <a:lnTo>
                    <a:pt x="285538" y="663622"/>
                  </a:lnTo>
                  <a:lnTo>
                    <a:pt x="260352" y="700501"/>
                  </a:lnTo>
                  <a:lnTo>
                    <a:pt x="236195" y="738126"/>
                  </a:lnTo>
                  <a:lnTo>
                    <a:pt x="213088" y="776479"/>
                  </a:lnTo>
                  <a:lnTo>
                    <a:pt x="191052" y="815538"/>
                  </a:lnTo>
                  <a:lnTo>
                    <a:pt x="170107" y="855283"/>
                  </a:lnTo>
                  <a:lnTo>
                    <a:pt x="150273" y="895692"/>
                  </a:lnTo>
                  <a:lnTo>
                    <a:pt x="131571" y="936747"/>
                  </a:lnTo>
                  <a:lnTo>
                    <a:pt x="114021" y="978426"/>
                  </a:lnTo>
                  <a:lnTo>
                    <a:pt x="97643" y="1020708"/>
                  </a:lnTo>
                  <a:lnTo>
                    <a:pt x="82459" y="1063573"/>
                  </a:lnTo>
                  <a:lnTo>
                    <a:pt x="68488" y="1107002"/>
                  </a:lnTo>
                  <a:lnTo>
                    <a:pt x="55750" y="1150972"/>
                  </a:lnTo>
                  <a:lnTo>
                    <a:pt x="44267" y="1195464"/>
                  </a:lnTo>
                  <a:lnTo>
                    <a:pt x="34059" y="1240458"/>
                  </a:lnTo>
                  <a:lnTo>
                    <a:pt x="25145" y="1285932"/>
                  </a:lnTo>
                  <a:lnTo>
                    <a:pt x="17547" y="1331866"/>
                  </a:lnTo>
                  <a:lnTo>
                    <a:pt x="11284" y="1378240"/>
                  </a:lnTo>
                  <a:lnTo>
                    <a:pt x="6378" y="1425033"/>
                  </a:lnTo>
                  <a:lnTo>
                    <a:pt x="2848" y="1472224"/>
                  </a:lnTo>
                  <a:lnTo>
                    <a:pt x="715" y="1519794"/>
                  </a:lnTo>
                  <a:lnTo>
                    <a:pt x="0" y="1567722"/>
                  </a:lnTo>
                  <a:lnTo>
                    <a:pt x="715" y="1615649"/>
                  </a:lnTo>
                  <a:lnTo>
                    <a:pt x="2848" y="1663219"/>
                  </a:lnTo>
                  <a:lnTo>
                    <a:pt x="6379" y="1710410"/>
                  </a:lnTo>
                  <a:lnTo>
                    <a:pt x="11286" y="1757203"/>
                  </a:lnTo>
                  <a:lnTo>
                    <a:pt x="17550" y="1803577"/>
                  </a:lnTo>
                  <a:lnTo>
                    <a:pt x="25149" y="1849511"/>
                  </a:lnTo>
                  <a:lnTo>
                    <a:pt x="34064" y="1894985"/>
                  </a:lnTo>
                  <a:lnTo>
                    <a:pt x="44274" y="1939978"/>
                  </a:lnTo>
                  <a:lnTo>
                    <a:pt x="55759" y="1984470"/>
                  </a:lnTo>
                  <a:lnTo>
                    <a:pt x="68498" y="2028441"/>
                  </a:lnTo>
                  <a:lnTo>
                    <a:pt x="82471" y="2071869"/>
                  </a:lnTo>
                  <a:lnTo>
                    <a:pt x="97658" y="2114735"/>
                  </a:lnTo>
                  <a:lnTo>
                    <a:pt x="114037" y="2157017"/>
                  </a:lnTo>
                  <a:lnTo>
                    <a:pt x="131589" y="2198696"/>
                  </a:lnTo>
                  <a:lnTo>
                    <a:pt x="150294" y="2239750"/>
                  </a:lnTo>
                  <a:lnTo>
                    <a:pt x="170130" y="2280160"/>
                  </a:lnTo>
                  <a:lnTo>
                    <a:pt x="191078" y="2319904"/>
                  </a:lnTo>
                  <a:lnTo>
                    <a:pt x="213116" y="2358963"/>
                  </a:lnTo>
                  <a:lnTo>
                    <a:pt x="236225" y="2397316"/>
                  </a:lnTo>
                  <a:lnTo>
                    <a:pt x="260384" y="2434942"/>
                  </a:lnTo>
                  <a:lnTo>
                    <a:pt x="285573" y="2471820"/>
                  </a:lnTo>
                  <a:lnTo>
                    <a:pt x="311771" y="2507931"/>
                  </a:lnTo>
                  <a:lnTo>
                    <a:pt x="338959" y="2543254"/>
                  </a:lnTo>
                  <a:lnTo>
                    <a:pt x="367114" y="2577768"/>
                  </a:lnTo>
                  <a:lnTo>
                    <a:pt x="396218" y="2611453"/>
                  </a:lnTo>
                  <a:lnTo>
                    <a:pt x="426249" y="2644288"/>
                  </a:lnTo>
                  <a:lnTo>
                    <a:pt x="457188" y="2676253"/>
                  </a:lnTo>
                  <a:lnTo>
                    <a:pt x="489013" y="2707327"/>
                  </a:lnTo>
                  <a:lnTo>
                    <a:pt x="521705" y="2737490"/>
                  </a:lnTo>
                  <a:lnTo>
                    <a:pt x="555242" y="2766721"/>
                  </a:lnTo>
                  <a:lnTo>
                    <a:pt x="589606" y="2795000"/>
                  </a:lnTo>
                  <a:lnTo>
                    <a:pt x="624774" y="2822306"/>
                  </a:lnTo>
                  <a:lnTo>
                    <a:pt x="660727" y="2848619"/>
                  </a:lnTo>
                  <a:lnTo>
                    <a:pt x="697445" y="2873918"/>
                  </a:lnTo>
                  <a:lnTo>
                    <a:pt x="734906" y="2898183"/>
                  </a:lnTo>
                  <a:lnTo>
                    <a:pt x="773091" y="2921393"/>
                  </a:lnTo>
                  <a:lnTo>
                    <a:pt x="811979" y="2943528"/>
                  </a:lnTo>
                  <a:lnTo>
                    <a:pt x="851549" y="2964568"/>
                  </a:lnTo>
                  <a:lnTo>
                    <a:pt x="891782" y="2984490"/>
                  </a:lnTo>
                  <a:lnTo>
                    <a:pt x="932657" y="3003277"/>
                  </a:lnTo>
                  <a:lnTo>
                    <a:pt x="974153" y="3020906"/>
                  </a:lnTo>
                  <a:lnTo>
                    <a:pt x="1016250" y="3037357"/>
                  </a:lnTo>
                  <a:lnTo>
                    <a:pt x="1058928" y="3052610"/>
                  </a:lnTo>
                  <a:lnTo>
                    <a:pt x="1102166" y="3066644"/>
                  </a:lnTo>
                  <a:lnTo>
                    <a:pt x="1145943" y="3079438"/>
                  </a:lnTo>
                  <a:lnTo>
                    <a:pt x="1190240" y="3090973"/>
                  </a:lnTo>
                  <a:lnTo>
                    <a:pt x="1235036" y="3101228"/>
                  </a:lnTo>
                  <a:lnTo>
                    <a:pt x="1280310" y="3110182"/>
                  </a:lnTo>
                  <a:lnTo>
                    <a:pt x="1326043" y="3117815"/>
                  </a:lnTo>
                  <a:lnTo>
                    <a:pt x="1372213" y="3124106"/>
                  </a:lnTo>
                  <a:lnTo>
                    <a:pt x="1418800" y="3129034"/>
                  </a:lnTo>
                  <a:lnTo>
                    <a:pt x="1465784" y="3132580"/>
                  </a:lnTo>
                  <a:lnTo>
                    <a:pt x="1513145" y="3134723"/>
                  </a:lnTo>
                  <a:lnTo>
                    <a:pt x="1560862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629468" y="3722655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0" y="3135442"/>
                  </a:moveTo>
                  <a:lnTo>
                    <a:pt x="0" y="0"/>
                  </a:lnTo>
                  <a:lnTo>
                    <a:pt x="1120345" y="0"/>
                  </a:lnTo>
                  <a:lnTo>
                    <a:pt x="1168068" y="718"/>
                  </a:lnTo>
                  <a:lnTo>
                    <a:pt x="1215435" y="2861"/>
                  </a:lnTo>
                  <a:lnTo>
                    <a:pt x="1262425" y="6407"/>
                  </a:lnTo>
                  <a:lnTo>
                    <a:pt x="1309017" y="11335"/>
                  </a:lnTo>
                  <a:lnTo>
                    <a:pt x="1355192" y="17626"/>
                  </a:lnTo>
                  <a:lnTo>
                    <a:pt x="1400929" y="25259"/>
                  </a:lnTo>
                  <a:lnTo>
                    <a:pt x="1446207" y="34213"/>
                  </a:lnTo>
                  <a:lnTo>
                    <a:pt x="1491007" y="44468"/>
                  </a:lnTo>
                  <a:lnTo>
                    <a:pt x="1535307" y="56003"/>
                  </a:lnTo>
                  <a:lnTo>
                    <a:pt x="1579087" y="68798"/>
                  </a:lnTo>
                  <a:lnTo>
                    <a:pt x="1622327" y="82832"/>
                  </a:lnTo>
                  <a:lnTo>
                    <a:pt x="1665007" y="98085"/>
                  </a:lnTo>
                  <a:lnTo>
                    <a:pt x="1707105" y="114536"/>
                  </a:lnTo>
                  <a:lnTo>
                    <a:pt x="1748603" y="132165"/>
                  </a:lnTo>
                  <a:lnTo>
                    <a:pt x="1789479" y="150951"/>
                  </a:lnTo>
                  <a:lnTo>
                    <a:pt x="1829712" y="170874"/>
                  </a:lnTo>
                  <a:lnTo>
                    <a:pt x="1869283" y="191913"/>
                  </a:lnTo>
                  <a:lnTo>
                    <a:pt x="1908171" y="214048"/>
                  </a:lnTo>
                  <a:lnTo>
                    <a:pt x="1946356" y="237258"/>
                  </a:lnTo>
                  <a:lnTo>
                    <a:pt x="1983817" y="261523"/>
                  </a:lnTo>
                  <a:lnTo>
                    <a:pt x="2020534" y="286822"/>
                  </a:lnTo>
                  <a:lnTo>
                    <a:pt x="2056486" y="313135"/>
                  </a:lnTo>
                  <a:lnTo>
                    <a:pt x="2091653" y="340442"/>
                  </a:lnTo>
                  <a:lnTo>
                    <a:pt x="2126016" y="368721"/>
                  </a:lnTo>
                  <a:lnTo>
                    <a:pt x="2159552" y="397952"/>
                  </a:lnTo>
                  <a:lnTo>
                    <a:pt x="2192242" y="428115"/>
                  </a:lnTo>
                  <a:lnTo>
                    <a:pt x="2224066" y="459189"/>
                  </a:lnTo>
                  <a:lnTo>
                    <a:pt x="2255002" y="491154"/>
                  </a:lnTo>
                  <a:lnTo>
                    <a:pt x="2285032" y="523989"/>
                  </a:lnTo>
                  <a:lnTo>
                    <a:pt x="2314133" y="557674"/>
                  </a:lnTo>
                  <a:lnTo>
                    <a:pt x="2342287" y="592188"/>
                  </a:lnTo>
                  <a:lnTo>
                    <a:pt x="2369472" y="627511"/>
                  </a:lnTo>
                  <a:lnTo>
                    <a:pt x="2395668" y="663622"/>
                  </a:lnTo>
                  <a:lnTo>
                    <a:pt x="2420854" y="700501"/>
                  </a:lnTo>
                  <a:lnTo>
                    <a:pt x="2445011" y="738126"/>
                  </a:lnTo>
                  <a:lnTo>
                    <a:pt x="2468118" y="776479"/>
                  </a:lnTo>
                  <a:lnTo>
                    <a:pt x="2490154" y="815538"/>
                  </a:lnTo>
                  <a:lnTo>
                    <a:pt x="2511099" y="855283"/>
                  </a:lnTo>
                  <a:lnTo>
                    <a:pt x="2530933" y="895692"/>
                  </a:lnTo>
                  <a:lnTo>
                    <a:pt x="2549635" y="936747"/>
                  </a:lnTo>
                  <a:lnTo>
                    <a:pt x="2567185" y="978426"/>
                  </a:lnTo>
                  <a:lnTo>
                    <a:pt x="2583563" y="1020708"/>
                  </a:lnTo>
                  <a:lnTo>
                    <a:pt x="2598747" y="1063573"/>
                  </a:lnTo>
                  <a:lnTo>
                    <a:pt x="2612718" y="1107002"/>
                  </a:lnTo>
                  <a:lnTo>
                    <a:pt x="2625456" y="1150972"/>
                  </a:lnTo>
                  <a:lnTo>
                    <a:pt x="2636939" y="1195464"/>
                  </a:lnTo>
                  <a:lnTo>
                    <a:pt x="2647147" y="1240458"/>
                  </a:lnTo>
                  <a:lnTo>
                    <a:pt x="2656061" y="1285932"/>
                  </a:lnTo>
                  <a:lnTo>
                    <a:pt x="2663659" y="1331866"/>
                  </a:lnTo>
                  <a:lnTo>
                    <a:pt x="2669922" y="1378240"/>
                  </a:lnTo>
                  <a:lnTo>
                    <a:pt x="2674828" y="1425033"/>
                  </a:lnTo>
                  <a:lnTo>
                    <a:pt x="2678358" y="1472224"/>
                  </a:lnTo>
                  <a:lnTo>
                    <a:pt x="2680491" y="1519794"/>
                  </a:lnTo>
                  <a:lnTo>
                    <a:pt x="2681207" y="1567722"/>
                  </a:lnTo>
                  <a:lnTo>
                    <a:pt x="2680491" y="1615649"/>
                  </a:lnTo>
                  <a:lnTo>
                    <a:pt x="2678358" y="1663219"/>
                  </a:lnTo>
                  <a:lnTo>
                    <a:pt x="2674827" y="1710410"/>
                  </a:lnTo>
                  <a:lnTo>
                    <a:pt x="2669920" y="1757203"/>
                  </a:lnTo>
                  <a:lnTo>
                    <a:pt x="2663657" y="1803577"/>
                  </a:lnTo>
                  <a:lnTo>
                    <a:pt x="2656057" y="1849511"/>
                  </a:lnTo>
                  <a:lnTo>
                    <a:pt x="2647142" y="1894985"/>
                  </a:lnTo>
                  <a:lnTo>
                    <a:pt x="2636932" y="1939978"/>
                  </a:lnTo>
                  <a:lnTo>
                    <a:pt x="2625447" y="1984470"/>
                  </a:lnTo>
                  <a:lnTo>
                    <a:pt x="2612708" y="2028441"/>
                  </a:lnTo>
                  <a:lnTo>
                    <a:pt x="2598735" y="2071869"/>
                  </a:lnTo>
                  <a:lnTo>
                    <a:pt x="2583548" y="2114735"/>
                  </a:lnTo>
                  <a:lnTo>
                    <a:pt x="2567169" y="2157017"/>
                  </a:lnTo>
                  <a:lnTo>
                    <a:pt x="2549617" y="2198696"/>
                  </a:lnTo>
                  <a:lnTo>
                    <a:pt x="2530912" y="2239750"/>
                  </a:lnTo>
                  <a:lnTo>
                    <a:pt x="2511076" y="2280160"/>
                  </a:lnTo>
                  <a:lnTo>
                    <a:pt x="2490128" y="2319904"/>
                  </a:lnTo>
                  <a:lnTo>
                    <a:pt x="2468090" y="2358963"/>
                  </a:lnTo>
                  <a:lnTo>
                    <a:pt x="2444981" y="2397316"/>
                  </a:lnTo>
                  <a:lnTo>
                    <a:pt x="2420822" y="2434942"/>
                  </a:lnTo>
                  <a:lnTo>
                    <a:pt x="2395633" y="2471820"/>
                  </a:lnTo>
                  <a:lnTo>
                    <a:pt x="2369435" y="2507931"/>
                  </a:lnTo>
                  <a:lnTo>
                    <a:pt x="2342247" y="2543254"/>
                  </a:lnTo>
                  <a:lnTo>
                    <a:pt x="2314092" y="2577768"/>
                  </a:lnTo>
                  <a:lnTo>
                    <a:pt x="2284988" y="2611453"/>
                  </a:lnTo>
                  <a:lnTo>
                    <a:pt x="2254957" y="2644288"/>
                  </a:lnTo>
                  <a:lnTo>
                    <a:pt x="2224018" y="2676253"/>
                  </a:lnTo>
                  <a:lnTo>
                    <a:pt x="2192193" y="2707327"/>
                  </a:lnTo>
                  <a:lnTo>
                    <a:pt x="2159501" y="2737490"/>
                  </a:lnTo>
                  <a:lnTo>
                    <a:pt x="2125964" y="2766721"/>
                  </a:lnTo>
                  <a:lnTo>
                    <a:pt x="2091600" y="2795000"/>
                  </a:lnTo>
                  <a:lnTo>
                    <a:pt x="2056432" y="2822306"/>
                  </a:lnTo>
                  <a:lnTo>
                    <a:pt x="2020479" y="2848619"/>
                  </a:lnTo>
                  <a:lnTo>
                    <a:pt x="1983761" y="2873918"/>
                  </a:lnTo>
                  <a:lnTo>
                    <a:pt x="1946300" y="2898183"/>
                  </a:lnTo>
                  <a:lnTo>
                    <a:pt x="1908115" y="2921393"/>
                  </a:lnTo>
                  <a:lnTo>
                    <a:pt x="1869227" y="2943528"/>
                  </a:lnTo>
                  <a:lnTo>
                    <a:pt x="1829657" y="2964568"/>
                  </a:lnTo>
                  <a:lnTo>
                    <a:pt x="1789424" y="2984490"/>
                  </a:lnTo>
                  <a:lnTo>
                    <a:pt x="1748549" y="3003277"/>
                  </a:lnTo>
                  <a:lnTo>
                    <a:pt x="1707053" y="3020906"/>
                  </a:lnTo>
                  <a:lnTo>
                    <a:pt x="1664956" y="3037357"/>
                  </a:lnTo>
                  <a:lnTo>
                    <a:pt x="1622278" y="3052610"/>
                  </a:lnTo>
                  <a:lnTo>
                    <a:pt x="1579040" y="3066644"/>
                  </a:lnTo>
                  <a:lnTo>
                    <a:pt x="1535263" y="3079438"/>
                  </a:lnTo>
                  <a:lnTo>
                    <a:pt x="1490966" y="3090973"/>
                  </a:lnTo>
                  <a:lnTo>
                    <a:pt x="1446170" y="3101228"/>
                  </a:lnTo>
                  <a:lnTo>
                    <a:pt x="1400896" y="3110182"/>
                  </a:lnTo>
                  <a:lnTo>
                    <a:pt x="1355163" y="3117815"/>
                  </a:lnTo>
                  <a:lnTo>
                    <a:pt x="1308993" y="3124106"/>
                  </a:lnTo>
                  <a:lnTo>
                    <a:pt x="1262406" y="3129034"/>
                  </a:lnTo>
                  <a:lnTo>
                    <a:pt x="1215422" y="3132580"/>
                  </a:lnTo>
                  <a:lnTo>
                    <a:pt x="1168061" y="3134723"/>
                  </a:lnTo>
                  <a:lnTo>
                    <a:pt x="1120345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pic>
          <p:nvPicPr>
            <p:cNvPr id="105" name="Google Shape;10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17853" y="3923596"/>
              <a:ext cx="2979896" cy="2734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9"/>
          <p:cNvSpPr txBox="1"/>
          <p:nvPr/>
        </p:nvSpPr>
        <p:spPr>
          <a:xfrm>
            <a:off x="3872419" y="1996058"/>
            <a:ext cx="1314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741524" y="744425"/>
            <a:ext cx="4943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741525" y="2167025"/>
            <a:ext cx="605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741525" y="1391401"/>
            <a:ext cx="7869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Graph G is pair (V, E) where V is a finite set (set of vertices) and E is a finite set of pairs from V (set of edges).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We generally denote n = |V| and m = |E|.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3758675" y="2571750"/>
            <a:ext cx="282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300" y="2285000"/>
            <a:ext cx="3312275" cy="193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1208775" y="2705425"/>
            <a:ext cx="45627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Here, </a:t>
            </a:r>
            <a:endParaRPr b="1" sz="16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V = {a, b, …, i} and n = |V| = 9</a:t>
            </a:r>
            <a:endParaRPr b="1" sz="16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 = {ab, bc, ad, …..} and m = |E| = 15</a:t>
            </a:r>
            <a:endParaRPr b="1" sz="16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742406" y="778100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of Graphs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742399" y="1524300"/>
            <a:ext cx="7680600" cy="14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b="1" lang="en" sz="1600">
                <a:solidFill>
                  <a:srgbClr val="0000FF"/>
                </a:solidFill>
              </a:rPr>
              <a:t>Transportation Networks:</a:t>
            </a:r>
            <a:r>
              <a:rPr b="1" lang="en" sz="1600"/>
              <a:t> </a:t>
            </a:r>
            <a:r>
              <a:rPr lang="en" sz="1600"/>
              <a:t>How should you design the roads and </a:t>
            </a:r>
            <a:r>
              <a:rPr lang="en" sz="1600"/>
              <a:t>highway</a:t>
            </a:r>
            <a:r>
              <a:rPr lang="en" sz="1600"/>
              <a:t> network in a country? What is the quickest way to go from BRAC University to Mirpur?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600">
                <a:solidFill>
                  <a:srgbClr val="0000FF"/>
                </a:solidFill>
              </a:rPr>
              <a:t>Communication Networks:</a:t>
            </a:r>
            <a:r>
              <a:rPr lang="en" sz="1600"/>
              <a:t> How to send network packet from your computer to your friend’s computer?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rgbClr val="0000FF"/>
                </a:solidFill>
              </a:rPr>
              <a:t>Social Networks:</a:t>
            </a:r>
            <a:r>
              <a:rPr b="1" lang="en" sz="1600"/>
              <a:t> </a:t>
            </a:r>
            <a:r>
              <a:rPr lang="en" sz="1600"/>
              <a:t>Facebook, Instagram, Twitter etc.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rgbClr val="0000FF"/>
                </a:solidFill>
              </a:rPr>
              <a:t>Dependency Networks:</a:t>
            </a:r>
            <a:r>
              <a:rPr lang="en" sz="1600"/>
              <a:t> What courses you must take before you can take CSE470?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687650" y="762375"/>
            <a:ext cx="5278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vs Undirected Graphs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750275" y="1484975"/>
            <a:ext cx="78537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Graph G can be </a:t>
            </a:r>
            <a:r>
              <a:rPr b="1" lang="en" sz="1600"/>
              <a:t>directed,</a:t>
            </a:r>
            <a:r>
              <a:rPr lang="en" sz="1600"/>
              <a:t> if E consists of ordered pairs, or </a:t>
            </a:r>
            <a:r>
              <a:rPr b="1" lang="en" sz="1600"/>
              <a:t>undirected</a:t>
            </a:r>
            <a:r>
              <a:rPr lang="en" sz="1600"/>
              <a:t>, if E consists of unordered pairs. 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If (u, v) Є E, then vertices u and v are adjacent. </a:t>
            </a:r>
            <a:endParaRPr sz="160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475" y="2378250"/>
            <a:ext cx="3552825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700" y="2375950"/>
            <a:ext cx="3552825" cy="190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750575" y="770250"/>
            <a:ext cx="5753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vs Unweighted Graphs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750574" y="1500750"/>
            <a:ext cx="78456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Weights can be assigned to the edges i.e. </a:t>
            </a:r>
            <a:r>
              <a:rPr b="1" lang="en" sz="1600"/>
              <a:t>w</a:t>
            </a:r>
            <a:r>
              <a:rPr b="1" baseline="-25000" lang="en" sz="1600"/>
              <a:t>G </a:t>
            </a:r>
            <a:r>
              <a:rPr b="1" lang="en" sz="1600"/>
              <a:t>(e) is a weight of the edge e </a:t>
            </a:r>
            <a:r>
              <a:rPr b="1" lang="en" sz="1600"/>
              <a:t>Є E</a:t>
            </a:r>
            <a:r>
              <a:rPr lang="en" sz="1600"/>
              <a:t>. Any graph that has such function assigned to it’s edges is called </a:t>
            </a:r>
            <a:r>
              <a:rPr b="1" lang="en" sz="1600"/>
              <a:t>weighted graph</a:t>
            </a:r>
            <a:r>
              <a:rPr lang="en" sz="1600"/>
              <a:t>. </a:t>
            </a:r>
            <a:endParaRPr sz="1600"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675" y="2295150"/>
            <a:ext cx="3381375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0800" y="2295150"/>
            <a:ext cx="3495437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740125" y="762375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740128" y="1529097"/>
            <a:ext cx="52782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Edges:</a:t>
            </a:r>
            <a:r>
              <a:rPr lang="en" sz="1600"/>
              <a:t> Connections/Links between vertices (or nodes). </a:t>
            </a:r>
            <a:endParaRPr sz="1600"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798" y="1936050"/>
            <a:ext cx="2325300" cy="23253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" name="Google Shape;146;p24"/>
          <p:cNvSpPr txBox="1"/>
          <p:nvPr/>
        </p:nvSpPr>
        <p:spPr>
          <a:xfrm>
            <a:off x="4134250" y="2715550"/>
            <a:ext cx="430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Here, AF, AC, BC etc. are edges of the graph.</a:t>
            </a: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740125" y="762375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740124" y="1529100"/>
            <a:ext cx="6825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Incoming </a:t>
            </a:r>
            <a:r>
              <a:rPr b="1" lang="en" sz="1600">
                <a:solidFill>
                  <a:srgbClr val="0000FF"/>
                </a:solidFill>
              </a:rPr>
              <a:t>Edges:</a:t>
            </a:r>
            <a:r>
              <a:rPr lang="en" sz="1600"/>
              <a:t> Directed edges coming into a vertex. </a:t>
            </a:r>
            <a:endParaRPr sz="1600"/>
          </a:p>
        </p:txBody>
      </p:sp>
      <p:sp>
        <p:nvSpPr>
          <p:cNvPr id="153" name="Google Shape;153;p25"/>
          <p:cNvSpPr txBox="1"/>
          <p:nvPr/>
        </p:nvSpPr>
        <p:spPr>
          <a:xfrm>
            <a:off x="4179075" y="2610875"/>
            <a:ext cx="4306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Here, AB and DB are two incoming edges of vertex B. </a:t>
            </a: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575" y="2228750"/>
            <a:ext cx="3126900" cy="16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740125" y="762375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740124" y="1529100"/>
            <a:ext cx="6825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Outgoing </a:t>
            </a:r>
            <a:r>
              <a:rPr b="1" lang="en" sz="1600">
                <a:solidFill>
                  <a:srgbClr val="0000FF"/>
                </a:solidFill>
              </a:rPr>
              <a:t>Edges:</a:t>
            </a:r>
            <a:r>
              <a:rPr lang="en" sz="1600"/>
              <a:t> Directed edges going out of a vertex.</a:t>
            </a:r>
            <a:endParaRPr sz="1600"/>
          </a:p>
        </p:txBody>
      </p:sp>
      <p:sp>
        <p:nvSpPr>
          <p:cNvPr id="161" name="Google Shape;161;p26"/>
          <p:cNvSpPr txBox="1"/>
          <p:nvPr/>
        </p:nvSpPr>
        <p:spPr>
          <a:xfrm>
            <a:off x="4179075" y="2610875"/>
            <a:ext cx="4306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Here, BC and BE are two outgoing edges of vertex B. </a:t>
            </a: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575" y="2228750"/>
            <a:ext cx="3126900" cy="16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703199" y="1537288"/>
            <a:ext cx="77376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Degree:</a:t>
            </a:r>
            <a:r>
              <a:rPr lang="en" sz="1600"/>
              <a:t> </a:t>
            </a:r>
            <a:r>
              <a:rPr lang="en" sz="1600"/>
              <a:t>For an undirected graph, </a:t>
            </a:r>
            <a:r>
              <a:rPr b="1" lang="en" sz="1600"/>
              <a:t>number of connected edges</a:t>
            </a:r>
            <a:r>
              <a:rPr lang="en" sz="1600"/>
              <a:t> to a vertex v is called the </a:t>
            </a:r>
            <a:r>
              <a:rPr b="1" lang="en" sz="1600"/>
              <a:t>degree of that vertex</a:t>
            </a:r>
            <a:r>
              <a:rPr lang="en" sz="1600"/>
              <a:t> and is denoted by </a:t>
            </a:r>
            <a:r>
              <a:rPr b="1" lang="en" sz="1600"/>
              <a:t>deg(v)</a:t>
            </a:r>
            <a:r>
              <a:rPr lang="en" sz="1600"/>
              <a:t>.</a:t>
            </a:r>
            <a:endParaRPr sz="1600"/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675" y="2349075"/>
            <a:ext cx="3552825" cy="1908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0" name="Google Shape;170;p27"/>
          <p:cNvGraphicFramePr/>
          <p:nvPr/>
        </p:nvGraphicFramePr>
        <p:xfrm>
          <a:off x="6048025" y="2289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785000"/>
                <a:gridCol w="785000"/>
              </a:tblGrid>
              <a:tr h="351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Vertex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deg(v)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4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4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5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687656" y="762375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32275" y="1540025"/>
            <a:ext cx="7704300" cy="12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In Degree:</a:t>
            </a:r>
            <a:r>
              <a:rPr lang="en" sz="1600"/>
              <a:t> </a:t>
            </a:r>
            <a:r>
              <a:rPr lang="en" sz="1600"/>
              <a:t>The </a:t>
            </a:r>
            <a:r>
              <a:rPr b="1" lang="en" sz="1600"/>
              <a:t>number of incoming edges</a:t>
            </a:r>
            <a:r>
              <a:rPr lang="en" sz="1600"/>
              <a:t> to a vertex v is called the </a:t>
            </a:r>
            <a:r>
              <a:rPr b="1" lang="en" sz="1600"/>
              <a:t>in-degree of the vertex</a:t>
            </a:r>
            <a:r>
              <a:rPr lang="en" sz="1600"/>
              <a:t> and is denoted by </a:t>
            </a:r>
            <a:r>
              <a:rPr b="1" lang="en" sz="1600"/>
              <a:t>indeg(v)</a:t>
            </a:r>
            <a:r>
              <a:rPr lang="en" sz="1600"/>
              <a:t>. 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Out Degree:</a:t>
            </a:r>
            <a:r>
              <a:rPr lang="en" sz="1600"/>
              <a:t> The </a:t>
            </a:r>
            <a:r>
              <a:rPr b="1" lang="en" sz="1600"/>
              <a:t>number of outgoing edges</a:t>
            </a:r>
            <a:r>
              <a:rPr lang="en" sz="1600"/>
              <a:t> from a vertex v is called the </a:t>
            </a:r>
            <a:r>
              <a:rPr b="1" lang="en" sz="1600"/>
              <a:t>out-degree</a:t>
            </a:r>
            <a:r>
              <a:rPr lang="en" sz="1600"/>
              <a:t> and is denoted by </a:t>
            </a:r>
            <a:r>
              <a:rPr b="1" lang="en" sz="1600"/>
              <a:t>outdeg(v).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77" name="Google Shape;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950" y="2571750"/>
            <a:ext cx="3552825" cy="1914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" name="Google Shape;178;p28"/>
          <p:cNvGraphicFramePr/>
          <p:nvPr/>
        </p:nvGraphicFramePr>
        <p:xfrm>
          <a:off x="5772775" y="2515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785000"/>
                <a:gridCol w="785000"/>
                <a:gridCol w="785000"/>
              </a:tblGrid>
              <a:tr h="351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Vertex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indeg(v)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outdeg(v)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0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0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3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703199" y="1537288"/>
            <a:ext cx="77376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Source Vertex</a:t>
            </a:r>
            <a:r>
              <a:rPr b="1" lang="en" sz="1600">
                <a:solidFill>
                  <a:srgbClr val="0000FF"/>
                </a:solidFill>
              </a:rPr>
              <a:t>:</a:t>
            </a:r>
            <a:r>
              <a:rPr lang="en" sz="1600"/>
              <a:t> </a:t>
            </a:r>
            <a:r>
              <a:rPr b="1" lang="en" sz="1600"/>
              <a:t>A vertex with in-degree zero</a:t>
            </a:r>
            <a:r>
              <a:rPr lang="en" sz="1600"/>
              <a:t>. Generally, in a graph, </a:t>
            </a:r>
            <a:r>
              <a:rPr lang="en" sz="1600"/>
              <a:t>at least</a:t>
            </a:r>
            <a:r>
              <a:rPr lang="en" sz="1600"/>
              <a:t> one source vertex is present. </a:t>
            </a:r>
            <a:endParaRPr sz="1600"/>
          </a:p>
        </p:txBody>
      </p:sp>
      <p:sp>
        <p:nvSpPr>
          <p:cNvPr id="185" name="Google Shape;185;p29"/>
          <p:cNvSpPr txBox="1"/>
          <p:nvPr/>
        </p:nvSpPr>
        <p:spPr>
          <a:xfrm>
            <a:off x="4874375" y="2863325"/>
            <a:ext cx="345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the graph, vertex A is a source vertex. </a:t>
            </a:r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175" y="2289450"/>
            <a:ext cx="3029775" cy="1872675"/>
          </a:xfrm>
          <a:prstGeom prst="rect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703199" y="1537288"/>
            <a:ext cx="7737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Sink Vertex:</a:t>
            </a:r>
            <a:r>
              <a:rPr lang="en" sz="1600"/>
              <a:t> </a:t>
            </a:r>
            <a:r>
              <a:rPr b="1" lang="en" sz="1600"/>
              <a:t>A vertex with out-degree zero</a:t>
            </a:r>
            <a:r>
              <a:rPr lang="en" sz="1600"/>
              <a:t>. </a:t>
            </a:r>
            <a:endParaRPr sz="1600"/>
          </a:p>
        </p:txBody>
      </p:sp>
      <p:sp>
        <p:nvSpPr>
          <p:cNvPr id="193" name="Google Shape;193;p30"/>
          <p:cNvSpPr txBox="1"/>
          <p:nvPr/>
        </p:nvSpPr>
        <p:spPr>
          <a:xfrm>
            <a:off x="4859425" y="2758638"/>
            <a:ext cx="345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the graph, vertex F is a sink vertex. </a:t>
            </a:r>
            <a:endParaRPr/>
          </a:p>
        </p:txBody>
      </p:sp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800" y="2101738"/>
            <a:ext cx="3221075" cy="1990925"/>
          </a:xfrm>
          <a:prstGeom prst="rect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39981" y="747425"/>
            <a:ext cx="5009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739975" y="1596400"/>
            <a:ext cx="56745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Parallel Edges: </a:t>
            </a:r>
            <a:r>
              <a:rPr lang="en" sz="1600"/>
              <a:t>Multiple edges between same pair of vertices. </a:t>
            </a:r>
            <a:endParaRPr sz="1600"/>
          </a:p>
        </p:txBody>
      </p:sp>
      <p:pic>
        <p:nvPicPr>
          <p:cNvPr id="201" name="Google Shape;2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398" y="2078475"/>
            <a:ext cx="3015500" cy="22023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2" name="Google Shape;202;p31"/>
          <p:cNvSpPr txBox="1"/>
          <p:nvPr/>
        </p:nvSpPr>
        <p:spPr>
          <a:xfrm>
            <a:off x="4657550" y="2810975"/>
            <a:ext cx="3917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the graph, vertex a and b has two edges between each other i.e. they are parallel.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739981" y="747425"/>
            <a:ext cx="5009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208" name="Google Shape;208;p32"/>
          <p:cNvSpPr txBox="1"/>
          <p:nvPr>
            <p:ph idx="1" type="body"/>
          </p:nvPr>
        </p:nvSpPr>
        <p:spPr>
          <a:xfrm>
            <a:off x="739975" y="1596400"/>
            <a:ext cx="56745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Self Loop</a:t>
            </a:r>
            <a:r>
              <a:rPr b="1" lang="en" sz="1600">
                <a:solidFill>
                  <a:srgbClr val="0000FF"/>
                </a:solidFill>
              </a:rPr>
              <a:t>: </a:t>
            </a:r>
            <a:r>
              <a:rPr lang="en" sz="1600"/>
              <a:t>An edge between the vertex and itself. </a:t>
            </a:r>
            <a:endParaRPr sz="1600"/>
          </a:p>
        </p:txBody>
      </p:sp>
      <p:pic>
        <p:nvPicPr>
          <p:cNvPr id="209" name="Google Shape;20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398" y="2078475"/>
            <a:ext cx="3015500" cy="22023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0" name="Google Shape;210;p32"/>
          <p:cNvSpPr txBox="1"/>
          <p:nvPr/>
        </p:nvSpPr>
        <p:spPr>
          <a:xfrm>
            <a:off x="4657550" y="2810975"/>
            <a:ext cx="3917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the graph, vertex c has an edge which starts from c and ends at c i.e. a self loop.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216" name="Google Shape;216;p33"/>
          <p:cNvSpPr txBox="1"/>
          <p:nvPr>
            <p:ph idx="1" type="body"/>
          </p:nvPr>
        </p:nvSpPr>
        <p:spPr>
          <a:xfrm>
            <a:off x="703199" y="1537288"/>
            <a:ext cx="7737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Path</a:t>
            </a:r>
            <a:r>
              <a:rPr b="1" lang="en" sz="1600">
                <a:solidFill>
                  <a:srgbClr val="0000FF"/>
                </a:solidFill>
              </a:rPr>
              <a:t>:</a:t>
            </a:r>
            <a:r>
              <a:rPr lang="en" sz="1600"/>
              <a:t> </a:t>
            </a:r>
            <a:r>
              <a:rPr lang="en" sz="1600"/>
              <a:t>A sequence of vertices connected by edge(s). </a:t>
            </a:r>
            <a:endParaRPr sz="1600"/>
          </a:p>
        </p:txBody>
      </p:sp>
      <p:sp>
        <p:nvSpPr>
          <p:cNvPr id="217" name="Google Shape;217;p33"/>
          <p:cNvSpPr txBox="1"/>
          <p:nvPr/>
        </p:nvSpPr>
        <p:spPr>
          <a:xfrm>
            <a:off x="4799625" y="2758650"/>
            <a:ext cx="345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the graph, path from A to D is (A -&gt; B -&gt; C -&gt; E -&gt; D).</a:t>
            </a:r>
            <a:endParaRPr/>
          </a:p>
        </p:txBody>
      </p:sp>
      <p:pic>
        <p:nvPicPr>
          <p:cNvPr id="218" name="Google Shape;21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800" y="2101738"/>
            <a:ext cx="3221075" cy="1990925"/>
          </a:xfrm>
          <a:prstGeom prst="rect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703199" y="1537288"/>
            <a:ext cx="7737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Cycle</a:t>
            </a:r>
            <a:r>
              <a:rPr b="1" lang="en" sz="1600">
                <a:solidFill>
                  <a:srgbClr val="0000FF"/>
                </a:solidFill>
              </a:rPr>
              <a:t>:</a:t>
            </a:r>
            <a:r>
              <a:rPr lang="en" sz="1600"/>
              <a:t> A closed path where first and last vertices are the same.</a:t>
            </a:r>
            <a:endParaRPr sz="1600"/>
          </a:p>
        </p:txBody>
      </p:sp>
      <p:sp>
        <p:nvSpPr>
          <p:cNvPr id="225" name="Google Shape;225;p34"/>
          <p:cNvSpPr txBox="1"/>
          <p:nvPr/>
        </p:nvSpPr>
        <p:spPr>
          <a:xfrm>
            <a:off x="4799625" y="2758650"/>
            <a:ext cx="345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the graph, a path exists from B to B (B -&gt; C -&gt; E -&gt; D -&gt; B) which is a cycle.</a:t>
            </a:r>
            <a:endParaRPr/>
          </a:p>
        </p:txBody>
      </p:sp>
      <p:pic>
        <p:nvPicPr>
          <p:cNvPr id="226" name="Google Shape;22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800" y="2101738"/>
            <a:ext cx="3221075" cy="1990925"/>
          </a:xfrm>
          <a:prstGeom prst="rect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232" name="Google Shape;232;p35"/>
          <p:cNvSpPr txBox="1"/>
          <p:nvPr>
            <p:ph idx="1" type="body"/>
          </p:nvPr>
        </p:nvSpPr>
        <p:spPr>
          <a:xfrm>
            <a:off x="703199" y="1537288"/>
            <a:ext cx="7737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Connected Graph:</a:t>
            </a:r>
            <a:r>
              <a:rPr lang="en" sz="1600"/>
              <a:t> A path exists between every pair of vertices. </a:t>
            </a:r>
            <a:endParaRPr sz="1600"/>
          </a:p>
        </p:txBody>
      </p:sp>
      <p:pic>
        <p:nvPicPr>
          <p:cNvPr id="233" name="Google Shape;233;p35"/>
          <p:cNvPicPr preferRelativeResize="0"/>
          <p:nvPr/>
        </p:nvPicPr>
        <p:blipFill rotWithShape="1">
          <a:blip r:embed="rId3">
            <a:alphaModFix/>
          </a:blip>
          <a:srcRect b="5918" l="1881" r="50014" t="5216"/>
          <a:stretch/>
        </p:blipFill>
        <p:spPr>
          <a:xfrm>
            <a:off x="2919500" y="2076100"/>
            <a:ext cx="3001500" cy="22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239" name="Google Shape;239;p36"/>
          <p:cNvSpPr txBox="1"/>
          <p:nvPr>
            <p:ph idx="1" type="body"/>
          </p:nvPr>
        </p:nvSpPr>
        <p:spPr>
          <a:xfrm>
            <a:off x="703199" y="1537288"/>
            <a:ext cx="7737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Disc</a:t>
            </a:r>
            <a:r>
              <a:rPr b="1" lang="en" sz="1600">
                <a:solidFill>
                  <a:srgbClr val="0000FF"/>
                </a:solidFill>
              </a:rPr>
              <a:t>onnected Graph:</a:t>
            </a:r>
            <a:r>
              <a:rPr lang="en" sz="1600"/>
              <a:t> A path is absent between any pair of vertices. </a:t>
            </a:r>
            <a:endParaRPr sz="1600"/>
          </a:p>
        </p:txBody>
      </p:sp>
      <p:pic>
        <p:nvPicPr>
          <p:cNvPr id="240" name="Google Shape;240;p36"/>
          <p:cNvPicPr preferRelativeResize="0"/>
          <p:nvPr/>
        </p:nvPicPr>
        <p:blipFill rotWithShape="1">
          <a:blip r:embed="rId3">
            <a:alphaModFix/>
          </a:blip>
          <a:srcRect b="5563" l="49721" r="2174" t="5572"/>
          <a:stretch/>
        </p:blipFill>
        <p:spPr>
          <a:xfrm>
            <a:off x="1196450" y="1988625"/>
            <a:ext cx="3206925" cy="224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050" y="1988625"/>
            <a:ext cx="3366300" cy="219795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247" name="Google Shape;247;p37"/>
          <p:cNvSpPr txBox="1"/>
          <p:nvPr>
            <p:ph idx="1" type="body"/>
          </p:nvPr>
        </p:nvSpPr>
        <p:spPr>
          <a:xfrm>
            <a:off x="703199" y="1537288"/>
            <a:ext cx="7737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Sparse Graph</a:t>
            </a:r>
            <a:r>
              <a:rPr b="1" lang="en" sz="1600">
                <a:solidFill>
                  <a:srgbClr val="0000FF"/>
                </a:solidFill>
              </a:rPr>
              <a:t>:</a:t>
            </a:r>
            <a:r>
              <a:rPr lang="en" sz="1600"/>
              <a:t> Number of edges is considerably less than maximum number of edges. </a:t>
            </a:r>
            <a:endParaRPr sz="1600"/>
          </a:p>
        </p:txBody>
      </p:sp>
      <p:pic>
        <p:nvPicPr>
          <p:cNvPr id="248" name="Google Shape;24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6500" y="2152813"/>
            <a:ext cx="192405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254" name="Google Shape;254;p38"/>
          <p:cNvSpPr txBox="1"/>
          <p:nvPr>
            <p:ph idx="1" type="body"/>
          </p:nvPr>
        </p:nvSpPr>
        <p:spPr>
          <a:xfrm>
            <a:off x="703199" y="1537288"/>
            <a:ext cx="7737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Dense</a:t>
            </a:r>
            <a:r>
              <a:rPr b="1" lang="en" sz="1600">
                <a:solidFill>
                  <a:srgbClr val="0000FF"/>
                </a:solidFill>
              </a:rPr>
              <a:t> Graph:</a:t>
            </a:r>
            <a:r>
              <a:rPr lang="en" sz="1600"/>
              <a:t> Number of edges is close to the maximum number of edges. </a:t>
            </a:r>
            <a:endParaRPr sz="1600"/>
          </a:p>
        </p:txBody>
      </p:sp>
      <p:pic>
        <p:nvPicPr>
          <p:cNvPr id="255" name="Google Shape;25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8750" y="2190163"/>
            <a:ext cx="2028825" cy="18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type="title"/>
          </p:nvPr>
        </p:nvSpPr>
        <p:spPr>
          <a:xfrm>
            <a:off x="687650" y="762375"/>
            <a:ext cx="522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Relationship between n and m</a:t>
            </a:r>
            <a:endParaRPr/>
          </a:p>
        </p:txBody>
      </p:sp>
      <p:sp>
        <p:nvSpPr>
          <p:cNvPr id="261" name="Google Shape;261;p39"/>
          <p:cNvSpPr txBox="1"/>
          <p:nvPr>
            <p:ph idx="1" type="body"/>
          </p:nvPr>
        </p:nvSpPr>
        <p:spPr>
          <a:xfrm>
            <a:off x="773875" y="1547900"/>
            <a:ext cx="7877400" cy="133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If G is a graph with m edges, then Σdeg(v) = 2m</a:t>
            </a:r>
            <a:endParaRPr sz="16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If G is a directed graph with m edges, then </a:t>
            </a:r>
            <a:r>
              <a:rPr lang="en" sz="1600"/>
              <a:t>Σindeg(v) = Σoutdeg(v) = m</a:t>
            </a:r>
            <a:endParaRPr sz="16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If G is a simple undirected graph with n vertices and m edges, then m ≤ n(n - 1)/2.</a:t>
            </a:r>
            <a:endParaRPr sz="16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If G is a simple directed graph with n vertices and m edges, then m ≤ n(n - 1).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 </a:t>
            </a:r>
            <a:endParaRPr sz="2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type="title"/>
          </p:nvPr>
        </p:nvSpPr>
        <p:spPr>
          <a:xfrm>
            <a:off x="766006" y="793850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Representation of Graphs</a:t>
            </a:r>
            <a:endParaRPr/>
          </a:p>
        </p:txBody>
      </p:sp>
      <p:sp>
        <p:nvSpPr>
          <p:cNvPr id="267" name="Google Shape;267;p40"/>
          <p:cNvSpPr txBox="1"/>
          <p:nvPr>
            <p:ph idx="1" type="body"/>
          </p:nvPr>
        </p:nvSpPr>
        <p:spPr>
          <a:xfrm>
            <a:off x="766000" y="1458225"/>
            <a:ext cx="7523400" cy="12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rgbClr val="0000FF"/>
                </a:solidFill>
              </a:rPr>
              <a:t>Adjacency Matrix:</a:t>
            </a:r>
            <a:endParaRPr b="1" sz="1600">
              <a:solidFill>
                <a:srgbClr val="0000FF"/>
              </a:solidFill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A graph G = (V, E) can be represented in an matrix of size n х n.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If (v</a:t>
            </a:r>
            <a:r>
              <a:rPr baseline="-25000" lang="en" sz="1600">
                <a:solidFill>
                  <a:schemeClr val="dk1"/>
                </a:solidFill>
              </a:rPr>
              <a:t>i</a:t>
            </a:r>
            <a:r>
              <a:rPr lang="en" sz="1600">
                <a:solidFill>
                  <a:schemeClr val="dk1"/>
                </a:solidFill>
              </a:rPr>
              <a:t>, v</a:t>
            </a:r>
            <a:r>
              <a:rPr baseline="-25000" lang="en" sz="1600">
                <a:solidFill>
                  <a:schemeClr val="dk1"/>
                </a:solidFill>
              </a:rPr>
              <a:t>j</a:t>
            </a:r>
            <a:r>
              <a:rPr lang="en" sz="1600">
                <a:solidFill>
                  <a:schemeClr val="dk1"/>
                </a:solidFill>
              </a:rPr>
              <a:t>) Є E, then a</a:t>
            </a:r>
            <a:r>
              <a:rPr baseline="-25000" lang="en" sz="1600">
                <a:solidFill>
                  <a:schemeClr val="dk1"/>
                </a:solidFill>
              </a:rPr>
              <a:t>i, j</a:t>
            </a:r>
            <a:r>
              <a:rPr lang="en" sz="1600">
                <a:solidFill>
                  <a:schemeClr val="dk1"/>
                </a:solidFill>
              </a:rPr>
              <a:t> = 1 and 0 otherwise. In case of undirected graph, a</a:t>
            </a:r>
            <a:r>
              <a:rPr baseline="-25000" lang="en" sz="1600">
                <a:solidFill>
                  <a:schemeClr val="dk1"/>
                </a:solidFill>
              </a:rPr>
              <a:t>i, j</a:t>
            </a:r>
            <a:r>
              <a:rPr lang="en" sz="1600">
                <a:solidFill>
                  <a:schemeClr val="dk1"/>
                </a:solidFill>
              </a:rPr>
              <a:t> = 1 and also a</a:t>
            </a:r>
            <a:r>
              <a:rPr baseline="-25000" lang="en" sz="1600">
                <a:solidFill>
                  <a:schemeClr val="dk1"/>
                </a:solidFill>
              </a:rPr>
              <a:t>j, i</a:t>
            </a:r>
            <a:r>
              <a:rPr lang="en" sz="1600">
                <a:solidFill>
                  <a:schemeClr val="dk1"/>
                </a:solidFill>
              </a:rPr>
              <a:t> = 1.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Memory complexity is </a:t>
            </a:r>
            <a:r>
              <a:rPr b="1" lang="en" sz="1600">
                <a:solidFill>
                  <a:schemeClr val="dk1"/>
                </a:solidFill>
              </a:rPr>
              <a:t>O(n</a:t>
            </a:r>
            <a:r>
              <a:rPr b="1" baseline="30000" lang="en" sz="1600">
                <a:solidFill>
                  <a:schemeClr val="dk1"/>
                </a:solidFill>
              </a:rPr>
              <a:t>2</a:t>
            </a:r>
            <a:r>
              <a:rPr b="1" lang="en" sz="1600">
                <a:solidFill>
                  <a:schemeClr val="dk1"/>
                </a:solidFill>
              </a:rPr>
              <a:t>)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268" name="Google Shape;26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650" y="2689725"/>
            <a:ext cx="2352675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025" y="2689725"/>
            <a:ext cx="135255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0"/>
          <p:cNvPicPr preferRelativeResize="0"/>
          <p:nvPr/>
        </p:nvPicPr>
        <p:blipFill rotWithShape="1">
          <a:blip r:embed="rId5">
            <a:alphaModFix/>
          </a:blip>
          <a:srcRect b="3200" l="4520" r="-4520" t="-3200"/>
          <a:stretch/>
        </p:blipFill>
        <p:spPr>
          <a:xfrm>
            <a:off x="4816975" y="2706825"/>
            <a:ext cx="1420879" cy="15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9750" y="2769725"/>
            <a:ext cx="2218375" cy="144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0"/>
          <p:cNvSpPr txBox="1"/>
          <p:nvPr/>
        </p:nvSpPr>
        <p:spPr>
          <a:xfrm>
            <a:off x="1714500" y="4232775"/>
            <a:ext cx="1305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Directed Graph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0"/>
          <p:cNvSpPr txBox="1"/>
          <p:nvPr/>
        </p:nvSpPr>
        <p:spPr>
          <a:xfrm>
            <a:off x="5693575" y="42156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Undirected Graph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/>
          <p:nvPr>
            <p:ph type="title"/>
          </p:nvPr>
        </p:nvSpPr>
        <p:spPr>
          <a:xfrm>
            <a:off x="687656" y="762375"/>
            <a:ext cx="5006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Representation of Graphs</a:t>
            </a:r>
            <a:endParaRPr/>
          </a:p>
        </p:txBody>
      </p:sp>
      <p:sp>
        <p:nvSpPr>
          <p:cNvPr id="279" name="Google Shape;279;p41"/>
          <p:cNvSpPr txBox="1"/>
          <p:nvPr>
            <p:ph idx="1" type="body"/>
          </p:nvPr>
        </p:nvSpPr>
        <p:spPr>
          <a:xfrm>
            <a:off x="758150" y="1500725"/>
            <a:ext cx="7728000" cy="12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rgbClr val="0000FF"/>
                </a:solidFill>
              </a:rPr>
              <a:t>Adjacency List:</a:t>
            </a:r>
            <a:endParaRPr b="1" sz="1600">
              <a:solidFill>
                <a:srgbClr val="0000FF"/>
              </a:solidFill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Represents the graph by listing for each vertex v</a:t>
            </a:r>
            <a:r>
              <a:rPr baseline="-25000" lang="en" sz="1600"/>
              <a:t>i</a:t>
            </a:r>
            <a:r>
              <a:rPr lang="en" sz="1600"/>
              <a:t>, it’s outgoing/connected vertices in a list </a:t>
            </a:r>
            <a:r>
              <a:rPr b="1" i="1" lang="en" sz="1600"/>
              <a:t>out(v</a:t>
            </a:r>
            <a:r>
              <a:rPr b="1" baseline="-25000" i="1" lang="en" sz="1600"/>
              <a:t>i</a:t>
            </a:r>
            <a:r>
              <a:rPr b="1" i="1" lang="en" sz="1600"/>
              <a:t>)</a:t>
            </a:r>
            <a:r>
              <a:rPr lang="en" sz="1600"/>
              <a:t>. (Can be represented using a Linked List or any other appropriate data structure) </a:t>
            </a:r>
            <a:endParaRPr sz="1600"/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Memory complexity is </a:t>
            </a:r>
            <a:r>
              <a:rPr b="1" lang="en" sz="1600"/>
              <a:t>O(m + n)</a:t>
            </a:r>
            <a:endParaRPr b="1" sz="1600"/>
          </a:p>
        </p:txBody>
      </p:sp>
      <p:pic>
        <p:nvPicPr>
          <p:cNvPr id="280" name="Google Shape;28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150" y="2799850"/>
            <a:ext cx="135255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8825" y="2799849"/>
            <a:ext cx="1614175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1"/>
          <p:cNvPicPr preferRelativeResize="0"/>
          <p:nvPr/>
        </p:nvPicPr>
        <p:blipFill rotWithShape="1">
          <a:blip r:embed="rId5">
            <a:alphaModFix/>
          </a:blip>
          <a:srcRect b="3200" l="4520" r="-4520" t="-3200"/>
          <a:stretch/>
        </p:blipFill>
        <p:spPr>
          <a:xfrm>
            <a:off x="4675400" y="2816950"/>
            <a:ext cx="1420879" cy="15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7226" y="2891600"/>
            <a:ext cx="2132525" cy="145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1"/>
          <p:cNvSpPr txBox="1"/>
          <p:nvPr/>
        </p:nvSpPr>
        <p:spPr>
          <a:xfrm>
            <a:off x="1585913" y="4325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Directed Graph</a:t>
            </a:r>
            <a:endParaRPr/>
          </a:p>
        </p:txBody>
      </p:sp>
      <p:sp>
        <p:nvSpPr>
          <p:cNvPr id="285" name="Google Shape;285;p41"/>
          <p:cNvSpPr txBox="1"/>
          <p:nvPr/>
        </p:nvSpPr>
        <p:spPr>
          <a:xfrm>
            <a:off x="5615400" y="4294125"/>
            <a:ext cx="177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Undirected Graph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 txBox="1"/>
          <p:nvPr>
            <p:ph type="title"/>
          </p:nvPr>
        </p:nvSpPr>
        <p:spPr>
          <a:xfrm>
            <a:off x="687649" y="762375"/>
            <a:ext cx="5439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Traversal</a:t>
            </a:r>
            <a:endParaRPr/>
          </a:p>
        </p:txBody>
      </p:sp>
      <p:sp>
        <p:nvSpPr>
          <p:cNvPr id="291" name="Google Shape;291;p42"/>
          <p:cNvSpPr txBox="1"/>
          <p:nvPr>
            <p:ph idx="1" type="body"/>
          </p:nvPr>
        </p:nvSpPr>
        <p:spPr>
          <a:xfrm>
            <a:off x="768050" y="1477125"/>
            <a:ext cx="7474200" cy="9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Given a graph G = (V, E), and a source vertex s, we want to visit all the vertices </a:t>
            </a:r>
            <a:r>
              <a:rPr lang="en" sz="1600"/>
              <a:t>Є V exactly once!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Two graph traversal algorithms: Breadth First Search (BFS) and Depth First Search (DFS)</a:t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3"/>
          <p:cNvSpPr txBox="1"/>
          <p:nvPr>
            <p:ph type="title"/>
          </p:nvPr>
        </p:nvSpPr>
        <p:spPr>
          <a:xfrm>
            <a:off x="734831" y="754525"/>
            <a:ext cx="4967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 First Search (BFS)</a:t>
            </a:r>
            <a:endParaRPr/>
          </a:p>
        </p:txBody>
      </p:sp>
      <p:sp>
        <p:nvSpPr>
          <p:cNvPr id="297" name="Google Shape;297;p43"/>
          <p:cNvSpPr txBox="1"/>
          <p:nvPr>
            <p:ph idx="1" type="body"/>
          </p:nvPr>
        </p:nvSpPr>
        <p:spPr>
          <a:xfrm>
            <a:off x="734828" y="1563622"/>
            <a:ext cx="52782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Traverses the entire graph level-wise.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Uses </a:t>
            </a:r>
            <a:r>
              <a:rPr b="1" lang="en" sz="1600"/>
              <a:t>Queue</a:t>
            </a:r>
            <a:r>
              <a:rPr lang="en" sz="1600"/>
              <a:t> for traversal.</a:t>
            </a:r>
            <a:endParaRPr sz="1600"/>
          </a:p>
        </p:txBody>
      </p:sp>
      <p:sp>
        <p:nvSpPr>
          <p:cNvPr id="298" name="Google Shape;298;p43"/>
          <p:cNvSpPr txBox="1"/>
          <p:nvPr/>
        </p:nvSpPr>
        <p:spPr>
          <a:xfrm>
            <a:off x="1140400" y="2249300"/>
            <a:ext cx="45300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start from source vertex s,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first level vertices are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r, w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 level vertices are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v, t, x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third level vertices are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 y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BFS traversal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will be,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 r, w, v, t, x, u, y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906501"/>
            <a:ext cx="3848025" cy="21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4"/>
          <p:cNvSpPr txBox="1"/>
          <p:nvPr>
            <p:ph type="title"/>
          </p:nvPr>
        </p:nvSpPr>
        <p:spPr>
          <a:xfrm>
            <a:off x="773731" y="770225"/>
            <a:ext cx="5006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305" name="Google Shape;30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925" y="2075400"/>
            <a:ext cx="3529775" cy="186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6" name="Google Shape;306;p44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07" name="Google Shape;307;p44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08" name="Google Shape;308;p44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9" name="Google Shape;309;p44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4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11" name="Google Shape;311;p44"/>
          <p:cNvSpPr txBox="1"/>
          <p:nvPr/>
        </p:nvSpPr>
        <p:spPr>
          <a:xfrm>
            <a:off x="4373625" y="354000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12" name="Google Shape;312;p44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4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14" name="Google Shape;314;p44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5"/>
          <p:cNvSpPr txBox="1"/>
          <p:nvPr>
            <p:ph type="title"/>
          </p:nvPr>
        </p:nvSpPr>
        <p:spPr>
          <a:xfrm>
            <a:off x="7505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graphicFrame>
        <p:nvGraphicFramePr>
          <p:cNvPr id="320" name="Google Shape;320;p45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1" name="Google Shape;321;p45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2" name="Google Shape;322;p45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3" name="Google Shape;323;p45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5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25" name="Google Shape;325;p45"/>
          <p:cNvSpPr txBox="1"/>
          <p:nvPr/>
        </p:nvSpPr>
        <p:spPr>
          <a:xfrm>
            <a:off x="4373625" y="354000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26" name="Google Shape;326;p45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5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28" name="Google Shape;328;p45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329" name="Google Shape;32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550" y="1642875"/>
            <a:ext cx="349567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550" y="3690475"/>
            <a:ext cx="790575" cy="65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6"/>
          <p:cNvSpPr txBox="1"/>
          <p:nvPr>
            <p:ph type="title"/>
          </p:nvPr>
        </p:nvSpPr>
        <p:spPr>
          <a:xfrm>
            <a:off x="687656" y="7623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graphicFrame>
        <p:nvGraphicFramePr>
          <p:cNvPr id="336" name="Google Shape;336;p46"/>
          <p:cNvGraphicFramePr/>
          <p:nvPr/>
        </p:nvGraphicFramePr>
        <p:xfrm>
          <a:off x="4443550" y="17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37" name="Google Shape;337;p46"/>
          <p:cNvGraphicFramePr/>
          <p:nvPr/>
        </p:nvGraphicFramePr>
        <p:xfrm>
          <a:off x="4443550" y="28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38" name="Google Shape;338;p46"/>
          <p:cNvGraphicFramePr/>
          <p:nvPr/>
        </p:nvGraphicFramePr>
        <p:xfrm>
          <a:off x="4443550" y="38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9" name="Google Shape;339;p46"/>
          <p:cNvSpPr txBox="1"/>
          <p:nvPr/>
        </p:nvSpPr>
        <p:spPr>
          <a:xfrm>
            <a:off x="4380625" y="13920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6"/>
          <p:cNvSpPr txBox="1"/>
          <p:nvPr/>
        </p:nvSpPr>
        <p:spPr>
          <a:xfrm>
            <a:off x="4333450" y="251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41" name="Google Shape;341;p46"/>
          <p:cNvSpPr txBox="1"/>
          <p:nvPr/>
        </p:nvSpPr>
        <p:spPr>
          <a:xfrm>
            <a:off x="4364875" y="350855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42" name="Google Shape;342;p46"/>
          <p:cNvSpPr txBox="1"/>
          <p:nvPr/>
        </p:nvSpPr>
        <p:spPr>
          <a:xfrm>
            <a:off x="4443550" y="21284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6"/>
          <p:cNvSpPr txBox="1"/>
          <p:nvPr/>
        </p:nvSpPr>
        <p:spPr>
          <a:xfrm>
            <a:off x="4443600" y="319012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44" name="Google Shape;344;p46"/>
          <p:cNvSpPr txBox="1"/>
          <p:nvPr/>
        </p:nvSpPr>
        <p:spPr>
          <a:xfrm>
            <a:off x="4443600" y="420505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345" name="Google Shape;34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100" y="1576388"/>
            <a:ext cx="356235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100" y="3730850"/>
            <a:ext cx="925761" cy="5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7"/>
          <p:cNvSpPr txBox="1"/>
          <p:nvPr>
            <p:ph type="title"/>
          </p:nvPr>
        </p:nvSpPr>
        <p:spPr>
          <a:xfrm>
            <a:off x="750131" y="778100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352" name="Google Shape;35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125" y="1564250"/>
            <a:ext cx="3524250" cy="1924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3" name="Google Shape;353;p47"/>
          <p:cNvGraphicFramePr/>
          <p:nvPr/>
        </p:nvGraphicFramePr>
        <p:xfrm>
          <a:off x="4443550" y="17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4" name="Google Shape;354;p47"/>
          <p:cNvGraphicFramePr/>
          <p:nvPr/>
        </p:nvGraphicFramePr>
        <p:xfrm>
          <a:off x="4443550" y="28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5" name="Google Shape;355;p47"/>
          <p:cNvGraphicFramePr/>
          <p:nvPr/>
        </p:nvGraphicFramePr>
        <p:xfrm>
          <a:off x="4443550" y="38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6" name="Google Shape;356;p47"/>
          <p:cNvSpPr txBox="1"/>
          <p:nvPr/>
        </p:nvSpPr>
        <p:spPr>
          <a:xfrm>
            <a:off x="4380625" y="13920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7"/>
          <p:cNvSpPr txBox="1"/>
          <p:nvPr/>
        </p:nvSpPr>
        <p:spPr>
          <a:xfrm>
            <a:off x="4333450" y="251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58" name="Google Shape;358;p47"/>
          <p:cNvSpPr txBox="1"/>
          <p:nvPr/>
        </p:nvSpPr>
        <p:spPr>
          <a:xfrm>
            <a:off x="4364875" y="350855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59" name="Google Shape;359;p47"/>
          <p:cNvSpPr txBox="1"/>
          <p:nvPr/>
        </p:nvSpPr>
        <p:spPr>
          <a:xfrm>
            <a:off x="4443550" y="21284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7"/>
          <p:cNvSpPr txBox="1"/>
          <p:nvPr/>
        </p:nvSpPr>
        <p:spPr>
          <a:xfrm>
            <a:off x="4443600" y="319012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61" name="Google Shape;361;p47"/>
          <p:cNvSpPr txBox="1"/>
          <p:nvPr/>
        </p:nvSpPr>
        <p:spPr>
          <a:xfrm>
            <a:off x="4443600" y="420505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362" name="Google Shape;36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125" y="3682850"/>
            <a:ext cx="14478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8"/>
          <p:cNvSpPr txBox="1"/>
          <p:nvPr>
            <p:ph type="title"/>
          </p:nvPr>
        </p:nvSpPr>
        <p:spPr>
          <a:xfrm>
            <a:off x="750581" y="7781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368" name="Google Shape;36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575" y="1501325"/>
            <a:ext cx="353377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575" y="3585450"/>
            <a:ext cx="1485900" cy="904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0" name="Google Shape;370;p48"/>
          <p:cNvGraphicFramePr/>
          <p:nvPr/>
        </p:nvGraphicFramePr>
        <p:xfrm>
          <a:off x="4443550" y="17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71" name="Google Shape;371;p48"/>
          <p:cNvGraphicFramePr/>
          <p:nvPr/>
        </p:nvGraphicFramePr>
        <p:xfrm>
          <a:off x="4443550" y="28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72" name="Google Shape;372;p48"/>
          <p:cNvGraphicFramePr/>
          <p:nvPr/>
        </p:nvGraphicFramePr>
        <p:xfrm>
          <a:off x="4443550" y="38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73" name="Google Shape;373;p48"/>
          <p:cNvSpPr txBox="1"/>
          <p:nvPr/>
        </p:nvSpPr>
        <p:spPr>
          <a:xfrm>
            <a:off x="4380625" y="13920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8"/>
          <p:cNvSpPr txBox="1"/>
          <p:nvPr/>
        </p:nvSpPr>
        <p:spPr>
          <a:xfrm>
            <a:off x="4333450" y="251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75" name="Google Shape;375;p48"/>
          <p:cNvSpPr txBox="1"/>
          <p:nvPr/>
        </p:nvSpPr>
        <p:spPr>
          <a:xfrm>
            <a:off x="4364875" y="350855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76" name="Google Shape;376;p48"/>
          <p:cNvSpPr txBox="1"/>
          <p:nvPr/>
        </p:nvSpPr>
        <p:spPr>
          <a:xfrm>
            <a:off x="4443550" y="21284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8"/>
          <p:cNvSpPr txBox="1"/>
          <p:nvPr/>
        </p:nvSpPr>
        <p:spPr>
          <a:xfrm>
            <a:off x="4443600" y="319012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78" name="Google Shape;378;p48"/>
          <p:cNvSpPr txBox="1"/>
          <p:nvPr/>
        </p:nvSpPr>
        <p:spPr>
          <a:xfrm>
            <a:off x="4443600" y="420505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9"/>
          <p:cNvSpPr txBox="1"/>
          <p:nvPr>
            <p:ph type="title"/>
          </p:nvPr>
        </p:nvSpPr>
        <p:spPr>
          <a:xfrm>
            <a:off x="757981" y="762375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384" name="Google Shape;38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975" y="1477725"/>
            <a:ext cx="348615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975" y="3483225"/>
            <a:ext cx="1428750" cy="847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6" name="Google Shape;386;p49"/>
          <p:cNvGraphicFramePr/>
          <p:nvPr/>
        </p:nvGraphicFramePr>
        <p:xfrm>
          <a:off x="4443550" y="17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87" name="Google Shape;387;p49"/>
          <p:cNvGraphicFramePr/>
          <p:nvPr/>
        </p:nvGraphicFramePr>
        <p:xfrm>
          <a:off x="4443550" y="28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88" name="Google Shape;388;p49"/>
          <p:cNvGraphicFramePr/>
          <p:nvPr/>
        </p:nvGraphicFramePr>
        <p:xfrm>
          <a:off x="4443550" y="38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9" name="Google Shape;389;p49"/>
          <p:cNvSpPr txBox="1"/>
          <p:nvPr/>
        </p:nvSpPr>
        <p:spPr>
          <a:xfrm>
            <a:off x="4380625" y="13920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9"/>
          <p:cNvSpPr txBox="1"/>
          <p:nvPr/>
        </p:nvSpPr>
        <p:spPr>
          <a:xfrm>
            <a:off x="4333450" y="251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91" name="Google Shape;391;p49"/>
          <p:cNvSpPr txBox="1"/>
          <p:nvPr/>
        </p:nvSpPr>
        <p:spPr>
          <a:xfrm>
            <a:off x="4364875" y="350855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92" name="Google Shape;392;p49"/>
          <p:cNvSpPr txBox="1"/>
          <p:nvPr/>
        </p:nvSpPr>
        <p:spPr>
          <a:xfrm>
            <a:off x="4443550" y="21284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9"/>
          <p:cNvSpPr txBox="1"/>
          <p:nvPr/>
        </p:nvSpPr>
        <p:spPr>
          <a:xfrm>
            <a:off x="4443600" y="319012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94" name="Google Shape;394;p49"/>
          <p:cNvSpPr txBox="1"/>
          <p:nvPr/>
        </p:nvSpPr>
        <p:spPr>
          <a:xfrm>
            <a:off x="4443600" y="420505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0"/>
          <p:cNvSpPr txBox="1"/>
          <p:nvPr>
            <p:ph type="title"/>
          </p:nvPr>
        </p:nvSpPr>
        <p:spPr>
          <a:xfrm>
            <a:off x="734831" y="746650"/>
            <a:ext cx="5006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400" name="Google Shape;40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25" y="1540650"/>
            <a:ext cx="3457575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825" y="3593325"/>
            <a:ext cx="1457325" cy="819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2" name="Google Shape;402;p50"/>
          <p:cNvGraphicFramePr/>
          <p:nvPr/>
        </p:nvGraphicFramePr>
        <p:xfrm>
          <a:off x="4443550" y="17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03" name="Google Shape;403;p50"/>
          <p:cNvGraphicFramePr/>
          <p:nvPr/>
        </p:nvGraphicFramePr>
        <p:xfrm>
          <a:off x="4443550" y="28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04" name="Google Shape;404;p50"/>
          <p:cNvGraphicFramePr/>
          <p:nvPr/>
        </p:nvGraphicFramePr>
        <p:xfrm>
          <a:off x="4443550" y="38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5" name="Google Shape;405;p50"/>
          <p:cNvSpPr txBox="1"/>
          <p:nvPr/>
        </p:nvSpPr>
        <p:spPr>
          <a:xfrm>
            <a:off x="4380625" y="13920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50"/>
          <p:cNvSpPr txBox="1"/>
          <p:nvPr/>
        </p:nvSpPr>
        <p:spPr>
          <a:xfrm>
            <a:off x="4333450" y="251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407" name="Google Shape;407;p50"/>
          <p:cNvSpPr txBox="1"/>
          <p:nvPr/>
        </p:nvSpPr>
        <p:spPr>
          <a:xfrm>
            <a:off x="4364875" y="350855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408" name="Google Shape;408;p50"/>
          <p:cNvSpPr txBox="1"/>
          <p:nvPr/>
        </p:nvSpPr>
        <p:spPr>
          <a:xfrm>
            <a:off x="4443550" y="21284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50"/>
          <p:cNvSpPr txBox="1"/>
          <p:nvPr/>
        </p:nvSpPr>
        <p:spPr>
          <a:xfrm>
            <a:off x="4443600" y="319012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10" name="Google Shape;410;p50"/>
          <p:cNvSpPr txBox="1"/>
          <p:nvPr/>
        </p:nvSpPr>
        <p:spPr>
          <a:xfrm>
            <a:off x="4443600" y="420505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1"/>
          <p:cNvSpPr txBox="1"/>
          <p:nvPr>
            <p:ph type="title"/>
          </p:nvPr>
        </p:nvSpPr>
        <p:spPr>
          <a:xfrm>
            <a:off x="758156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416" name="Google Shape;41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150" y="1517050"/>
            <a:ext cx="349567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150" y="3656250"/>
            <a:ext cx="1104900" cy="828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8" name="Google Shape;418;p51"/>
          <p:cNvGraphicFramePr/>
          <p:nvPr/>
        </p:nvGraphicFramePr>
        <p:xfrm>
          <a:off x="4443550" y="17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19" name="Google Shape;419;p51"/>
          <p:cNvGraphicFramePr/>
          <p:nvPr/>
        </p:nvGraphicFramePr>
        <p:xfrm>
          <a:off x="4443550" y="28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20" name="Google Shape;420;p51"/>
          <p:cNvGraphicFramePr/>
          <p:nvPr/>
        </p:nvGraphicFramePr>
        <p:xfrm>
          <a:off x="4443550" y="38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1" name="Google Shape;421;p51"/>
          <p:cNvSpPr txBox="1"/>
          <p:nvPr/>
        </p:nvSpPr>
        <p:spPr>
          <a:xfrm>
            <a:off x="4380625" y="13920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51"/>
          <p:cNvSpPr txBox="1"/>
          <p:nvPr/>
        </p:nvSpPr>
        <p:spPr>
          <a:xfrm>
            <a:off x="4333450" y="251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423" name="Google Shape;423;p51"/>
          <p:cNvSpPr txBox="1"/>
          <p:nvPr/>
        </p:nvSpPr>
        <p:spPr>
          <a:xfrm>
            <a:off x="4364875" y="350855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424" name="Google Shape;424;p51"/>
          <p:cNvSpPr txBox="1"/>
          <p:nvPr/>
        </p:nvSpPr>
        <p:spPr>
          <a:xfrm>
            <a:off x="4443550" y="21284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51"/>
          <p:cNvSpPr txBox="1"/>
          <p:nvPr/>
        </p:nvSpPr>
        <p:spPr>
          <a:xfrm>
            <a:off x="4443600" y="319012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26" name="Google Shape;426;p51"/>
          <p:cNvSpPr txBox="1"/>
          <p:nvPr/>
        </p:nvSpPr>
        <p:spPr>
          <a:xfrm>
            <a:off x="4443600" y="420505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"/>
          <p:cNvSpPr txBox="1"/>
          <p:nvPr>
            <p:ph type="title"/>
          </p:nvPr>
        </p:nvSpPr>
        <p:spPr>
          <a:xfrm>
            <a:off x="742706" y="7781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432" name="Google Shape;43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700" y="1524900"/>
            <a:ext cx="358140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700" y="3554000"/>
            <a:ext cx="790575" cy="723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4" name="Google Shape;434;p52"/>
          <p:cNvGraphicFramePr/>
          <p:nvPr/>
        </p:nvGraphicFramePr>
        <p:xfrm>
          <a:off x="4443550" y="17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35" name="Google Shape;435;p52"/>
          <p:cNvGraphicFramePr/>
          <p:nvPr/>
        </p:nvGraphicFramePr>
        <p:xfrm>
          <a:off x="4443550" y="28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36" name="Google Shape;436;p52"/>
          <p:cNvGraphicFramePr/>
          <p:nvPr/>
        </p:nvGraphicFramePr>
        <p:xfrm>
          <a:off x="4443550" y="38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7" name="Google Shape;437;p52"/>
          <p:cNvSpPr txBox="1"/>
          <p:nvPr/>
        </p:nvSpPr>
        <p:spPr>
          <a:xfrm>
            <a:off x="4380625" y="13920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2"/>
          <p:cNvSpPr txBox="1"/>
          <p:nvPr/>
        </p:nvSpPr>
        <p:spPr>
          <a:xfrm>
            <a:off x="4333450" y="251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439" name="Google Shape;439;p52"/>
          <p:cNvSpPr txBox="1"/>
          <p:nvPr/>
        </p:nvSpPr>
        <p:spPr>
          <a:xfrm>
            <a:off x="4364875" y="350855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440" name="Google Shape;440;p52"/>
          <p:cNvSpPr txBox="1"/>
          <p:nvPr/>
        </p:nvSpPr>
        <p:spPr>
          <a:xfrm>
            <a:off x="4443550" y="21284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52"/>
          <p:cNvSpPr txBox="1"/>
          <p:nvPr/>
        </p:nvSpPr>
        <p:spPr>
          <a:xfrm>
            <a:off x="4443600" y="319012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42" name="Google Shape;442;p52"/>
          <p:cNvSpPr txBox="1"/>
          <p:nvPr/>
        </p:nvSpPr>
        <p:spPr>
          <a:xfrm>
            <a:off x="4443600" y="420505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3"/>
          <p:cNvSpPr txBox="1"/>
          <p:nvPr>
            <p:ph type="title"/>
          </p:nvPr>
        </p:nvSpPr>
        <p:spPr>
          <a:xfrm>
            <a:off x="726981" y="754500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448" name="Google Shape;44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975" y="1571625"/>
            <a:ext cx="3476625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975" y="3727000"/>
            <a:ext cx="752475" cy="533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0" name="Google Shape;450;p53"/>
          <p:cNvGraphicFramePr/>
          <p:nvPr/>
        </p:nvGraphicFramePr>
        <p:xfrm>
          <a:off x="4443550" y="17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51" name="Google Shape;451;p53"/>
          <p:cNvGraphicFramePr/>
          <p:nvPr/>
        </p:nvGraphicFramePr>
        <p:xfrm>
          <a:off x="4443550" y="28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52" name="Google Shape;452;p53"/>
          <p:cNvGraphicFramePr/>
          <p:nvPr/>
        </p:nvGraphicFramePr>
        <p:xfrm>
          <a:off x="4443550" y="38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3" name="Google Shape;453;p53"/>
          <p:cNvSpPr txBox="1"/>
          <p:nvPr/>
        </p:nvSpPr>
        <p:spPr>
          <a:xfrm>
            <a:off x="4380625" y="13920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53"/>
          <p:cNvSpPr txBox="1"/>
          <p:nvPr/>
        </p:nvSpPr>
        <p:spPr>
          <a:xfrm>
            <a:off x="4333450" y="251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455" name="Google Shape;455;p53"/>
          <p:cNvSpPr txBox="1"/>
          <p:nvPr/>
        </p:nvSpPr>
        <p:spPr>
          <a:xfrm>
            <a:off x="4364875" y="350855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456" name="Google Shape;456;p53"/>
          <p:cNvSpPr txBox="1"/>
          <p:nvPr/>
        </p:nvSpPr>
        <p:spPr>
          <a:xfrm>
            <a:off x="4443550" y="21284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53"/>
          <p:cNvSpPr txBox="1"/>
          <p:nvPr/>
        </p:nvSpPr>
        <p:spPr>
          <a:xfrm>
            <a:off x="4443600" y="319012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58" name="Google Shape;458;p53"/>
          <p:cNvSpPr txBox="1"/>
          <p:nvPr/>
        </p:nvSpPr>
        <p:spPr>
          <a:xfrm>
            <a:off x="4443600" y="420505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4"/>
          <p:cNvSpPr txBox="1"/>
          <p:nvPr>
            <p:ph type="title"/>
          </p:nvPr>
        </p:nvSpPr>
        <p:spPr>
          <a:xfrm>
            <a:off x="742731" y="778100"/>
            <a:ext cx="5006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464" name="Google Shape;46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725" y="1935288"/>
            <a:ext cx="356235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4"/>
          <p:cNvSpPr txBox="1"/>
          <p:nvPr/>
        </p:nvSpPr>
        <p:spPr>
          <a:xfrm>
            <a:off x="4726675" y="2210575"/>
            <a:ext cx="36414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BFS traversal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will be,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 r, w, v, t, x, u, 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5"/>
          <p:cNvSpPr txBox="1"/>
          <p:nvPr>
            <p:ph type="title"/>
          </p:nvPr>
        </p:nvSpPr>
        <p:spPr>
          <a:xfrm>
            <a:off x="750556" y="7623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graphicFrame>
        <p:nvGraphicFramePr>
          <p:cNvPr id="471" name="Google Shape;471;p55"/>
          <p:cNvGraphicFramePr/>
          <p:nvPr/>
        </p:nvGraphicFramePr>
        <p:xfrm>
          <a:off x="860650" y="187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72" name="Google Shape;472;p55"/>
          <p:cNvGraphicFramePr/>
          <p:nvPr/>
        </p:nvGraphicFramePr>
        <p:xfrm>
          <a:off x="860650" y="294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73" name="Google Shape;473;p55"/>
          <p:cNvGraphicFramePr/>
          <p:nvPr/>
        </p:nvGraphicFramePr>
        <p:xfrm>
          <a:off x="860650" y="394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4" name="Google Shape;474;p55"/>
          <p:cNvSpPr txBox="1"/>
          <p:nvPr/>
        </p:nvSpPr>
        <p:spPr>
          <a:xfrm>
            <a:off x="797725" y="14707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55"/>
          <p:cNvSpPr txBox="1"/>
          <p:nvPr/>
        </p:nvSpPr>
        <p:spPr>
          <a:xfrm>
            <a:off x="750550" y="25931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476" name="Google Shape;476;p55"/>
          <p:cNvSpPr txBox="1"/>
          <p:nvPr/>
        </p:nvSpPr>
        <p:spPr>
          <a:xfrm>
            <a:off x="781975" y="358720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477" name="Google Shape;477;p55"/>
          <p:cNvSpPr txBox="1"/>
          <p:nvPr/>
        </p:nvSpPr>
        <p:spPr>
          <a:xfrm>
            <a:off x="860650" y="220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55"/>
          <p:cNvSpPr txBox="1"/>
          <p:nvPr/>
        </p:nvSpPr>
        <p:spPr>
          <a:xfrm>
            <a:off x="860700" y="32687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79" name="Google Shape;479;p55"/>
          <p:cNvSpPr txBox="1"/>
          <p:nvPr/>
        </p:nvSpPr>
        <p:spPr>
          <a:xfrm>
            <a:off x="860700" y="42837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80" name="Google Shape;480;p55"/>
          <p:cNvSpPr txBox="1"/>
          <p:nvPr/>
        </p:nvSpPr>
        <p:spPr>
          <a:xfrm>
            <a:off x="5235450" y="1728050"/>
            <a:ext cx="3447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is the shortest distance between s to u?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Ans: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Go to index u of distance array (3)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is the shortest path from s to u?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Ans: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Go to index u of parent array (t). Since t is not source, go to index t (w). w is not the source, so go to index w (s). Since s is source,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will be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-&gt; w -&gt; t -&gt; u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6"/>
          <p:cNvSpPr txBox="1"/>
          <p:nvPr>
            <p:ph type="title"/>
          </p:nvPr>
        </p:nvSpPr>
        <p:spPr>
          <a:xfrm>
            <a:off x="734831" y="762375"/>
            <a:ext cx="5014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BFS </a:t>
            </a:r>
            <a:r>
              <a:rPr lang="en"/>
              <a:t>Pseudocode</a:t>
            </a:r>
            <a:endParaRPr/>
          </a:p>
        </p:txBody>
      </p:sp>
      <p:sp>
        <p:nvSpPr>
          <p:cNvPr id="486" name="Google Shape;486;p56"/>
          <p:cNvSpPr txBox="1"/>
          <p:nvPr>
            <p:ph idx="1" type="body"/>
          </p:nvPr>
        </p:nvSpPr>
        <p:spPr>
          <a:xfrm>
            <a:off x="734825" y="1437800"/>
            <a:ext cx="6021000" cy="36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BFS(G, 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= [],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= [],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= [],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distance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= []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[s] = </a:t>
            </a:r>
            <a:r>
              <a:rPr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[s] = -</a:t>
            </a:r>
            <a:r>
              <a:rPr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distance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[s] = </a:t>
            </a:r>
            <a:r>
              <a:rPr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ENQUEUE(</a:t>
            </a:r>
            <a:r>
              <a:rPr lang="en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empty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= DEQUEUE(</a:t>
            </a:r>
            <a:r>
              <a:rPr lang="en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//Dequeued sequence is the BFS sequence</a:t>
            </a:r>
            <a:endParaRPr>
              <a:solidFill>
                <a:srgbClr val="6AA84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each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vertex v Є Adj[u]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[v] = </a:t>
            </a:r>
            <a:r>
              <a:rPr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[v] = </a:t>
            </a:r>
            <a:r>
              <a:rPr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distance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[v] =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distance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] + </a:t>
            </a:r>
            <a:r>
              <a:rPr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[v] =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endParaRPr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ENQUEUE(</a:t>
            </a:r>
            <a:r>
              <a:rPr lang="en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v)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7"/>
          <p:cNvSpPr txBox="1"/>
          <p:nvPr>
            <p:ph type="title"/>
          </p:nvPr>
        </p:nvSpPr>
        <p:spPr>
          <a:xfrm>
            <a:off x="687656" y="762375"/>
            <a:ext cx="495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BFS Properties</a:t>
            </a:r>
            <a:endParaRPr/>
          </a:p>
        </p:txBody>
      </p:sp>
      <p:sp>
        <p:nvSpPr>
          <p:cNvPr id="492" name="Google Shape;492;p57"/>
          <p:cNvSpPr txBox="1"/>
          <p:nvPr>
            <p:ph idx="1" type="body"/>
          </p:nvPr>
        </p:nvSpPr>
        <p:spPr>
          <a:xfrm>
            <a:off x="758128" y="1524322"/>
            <a:ext cx="52782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Can find the shortest path and minimum distance required to traverse from a source vertex to all other vertices in an unweighted graph.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Can always find the solution.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In case of directed graph, not all vertices </a:t>
            </a:r>
            <a:r>
              <a:rPr lang="en" sz="1600"/>
              <a:t>may be</a:t>
            </a:r>
            <a:r>
              <a:rPr lang="en" sz="1600"/>
              <a:t> explored. 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Not suitable for detecting cycles in a graph.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  </a:t>
            </a:r>
            <a:r>
              <a:rPr b="1" lang="en" sz="1600"/>
              <a:t>Time Complexity:</a:t>
            </a:r>
            <a:r>
              <a:rPr lang="en" sz="1600"/>
              <a:t> O(n + m)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  </a:t>
            </a:r>
            <a:r>
              <a:rPr b="1" lang="en" sz="1600"/>
              <a:t>Space Complexity: </a:t>
            </a:r>
            <a:r>
              <a:rPr lang="en" sz="1600"/>
              <a:t>O(n + m)</a:t>
            </a:r>
            <a:endParaRPr sz="16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8"/>
          <p:cNvSpPr txBox="1"/>
          <p:nvPr>
            <p:ph type="title"/>
          </p:nvPr>
        </p:nvSpPr>
        <p:spPr>
          <a:xfrm>
            <a:off x="758130" y="778100"/>
            <a:ext cx="5037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Bipartite/Bicolorable Graph</a:t>
            </a:r>
            <a:endParaRPr/>
          </a:p>
        </p:txBody>
      </p:sp>
      <p:sp>
        <p:nvSpPr>
          <p:cNvPr id="498" name="Google Shape;498;p58"/>
          <p:cNvSpPr txBox="1"/>
          <p:nvPr>
            <p:ph idx="1" type="body"/>
          </p:nvPr>
        </p:nvSpPr>
        <p:spPr>
          <a:xfrm>
            <a:off x="758125" y="1500750"/>
            <a:ext cx="54000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A graph that can be colored using exactly two colors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However, no two adjacent vertices should have the same color</a:t>
            </a:r>
            <a:endParaRPr sz="1600"/>
          </a:p>
        </p:txBody>
      </p:sp>
      <p:pic>
        <p:nvPicPr>
          <p:cNvPr id="499" name="Google Shape;49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2050" y="1966275"/>
            <a:ext cx="4858125" cy="261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58"/>
          <p:cNvSpPr txBox="1"/>
          <p:nvPr/>
        </p:nvSpPr>
        <p:spPr>
          <a:xfrm>
            <a:off x="3680650" y="3007463"/>
            <a:ext cx="361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58"/>
          <p:cNvSpPr txBox="1"/>
          <p:nvPr/>
        </p:nvSpPr>
        <p:spPr>
          <a:xfrm>
            <a:off x="4949850" y="2878613"/>
            <a:ext cx="361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58"/>
          <p:cNvSpPr txBox="1"/>
          <p:nvPr/>
        </p:nvSpPr>
        <p:spPr>
          <a:xfrm>
            <a:off x="6329150" y="2043138"/>
            <a:ext cx="361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58"/>
          <p:cNvSpPr txBox="1"/>
          <p:nvPr/>
        </p:nvSpPr>
        <p:spPr>
          <a:xfrm>
            <a:off x="6426450" y="4321913"/>
            <a:ext cx="361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58"/>
          <p:cNvSpPr txBox="1"/>
          <p:nvPr/>
        </p:nvSpPr>
        <p:spPr>
          <a:xfrm>
            <a:off x="7538350" y="3536063"/>
            <a:ext cx="361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58"/>
          <p:cNvSpPr txBox="1"/>
          <p:nvPr/>
        </p:nvSpPr>
        <p:spPr>
          <a:xfrm>
            <a:off x="4312500" y="3051500"/>
            <a:ext cx="519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1" sz="1600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58"/>
          <p:cNvSpPr txBox="1"/>
          <p:nvPr/>
        </p:nvSpPr>
        <p:spPr>
          <a:xfrm>
            <a:off x="5272325" y="2043150"/>
            <a:ext cx="36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600"/>
          </a:p>
        </p:txBody>
      </p:sp>
      <p:sp>
        <p:nvSpPr>
          <p:cNvPr id="507" name="Google Shape;507;p58"/>
          <p:cNvSpPr txBox="1"/>
          <p:nvPr/>
        </p:nvSpPr>
        <p:spPr>
          <a:xfrm>
            <a:off x="5461050" y="4321925"/>
            <a:ext cx="51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600"/>
          </a:p>
        </p:txBody>
      </p:sp>
      <p:sp>
        <p:nvSpPr>
          <p:cNvPr id="508" name="Google Shape;508;p58"/>
          <p:cNvSpPr txBox="1"/>
          <p:nvPr/>
        </p:nvSpPr>
        <p:spPr>
          <a:xfrm>
            <a:off x="6835450" y="2791950"/>
            <a:ext cx="25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600"/>
          </a:p>
        </p:txBody>
      </p:sp>
      <p:sp>
        <p:nvSpPr>
          <p:cNvPr id="509" name="Google Shape;509;p58"/>
          <p:cNvSpPr txBox="1"/>
          <p:nvPr/>
        </p:nvSpPr>
        <p:spPr>
          <a:xfrm>
            <a:off x="7955200" y="18557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600"/>
          </a:p>
        </p:txBody>
      </p:sp>
      <p:sp>
        <p:nvSpPr>
          <p:cNvPr id="510" name="Google Shape;510;p58"/>
          <p:cNvSpPr txBox="1"/>
          <p:nvPr/>
        </p:nvSpPr>
        <p:spPr>
          <a:xfrm>
            <a:off x="998825" y="2791950"/>
            <a:ext cx="23043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assume two colors,</a:t>
            </a:r>
            <a:b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 -&gt; Blue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 -&gt; Green</a:t>
            </a:r>
            <a:endParaRPr b="1" sz="1600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58"/>
          <p:cNvSpPr/>
          <p:nvPr/>
        </p:nvSpPr>
        <p:spPr>
          <a:xfrm>
            <a:off x="5743525" y="3051497"/>
            <a:ext cx="660050" cy="641775"/>
          </a:xfrm>
          <a:custGeom>
            <a:rect b="b" l="l" r="r" t="t"/>
            <a:pathLst>
              <a:path extrusionOk="0" h="25671" w="26402">
                <a:moveTo>
                  <a:pt x="5663" y="2074"/>
                </a:moveTo>
                <a:cubicBezTo>
                  <a:pt x="10223" y="-5524"/>
                  <a:pt x="28443" y="10513"/>
                  <a:pt x="26111" y="19062"/>
                </a:cubicBezTo>
                <a:cubicBezTo>
                  <a:pt x="23816" y="27474"/>
                  <a:pt x="5233" y="27609"/>
                  <a:pt x="0" y="2063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512" name="Google Shape;512;p58"/>
          <p:cNvSpPr txBox="1"/>
          <p:nvPr/>
        </p:nvSpPr>
        <p:spPr>
          <a:xfrm>
            <a:off x="5634125" y="3641425"/>
            <a:ext cx="940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 cycle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9"/>
          <p:cNvSpPr txBox="1"/>
          <p:nvPr>
            <p:ph type="title"/>
          </p:nvPr>
        </p:nvSpPr>
        <p:spPr>
          <a:xfrm>
            <a:off x="742705" y="801700"/>
            <a:ext cx="5085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Bipartite/Bicolorable Graph</a:t>
            </a:r>
            <a:endParaRPr/>
          </a:p>
        </p:txBody>
      </p:sp>
      <p:pic>
        <p:nvPicPr>
          <p:cNvPr id="518" name="Google Shape;518;p59"/>
          <p:cNvPicPr preferRelativeResize="0"/>
          <p:nvPr/>
        </p:nvPicPr>
        <p:blipFill rotWithShape="1">
          <a:blip r:embed="rId3">
            <a:alphaModFix/>
          </a:blip>
          <a:srcRect b="21710" l="0" r="0" t="0"/>
          <a:stretch/>
        </p:blipFill>
        <p:spPr>
          <a:xfrm>
            <a:off x="1851175" y="144550"/>
            <a:ext cx="4998950" cy="391362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59"/>
          <p:cNvSpPr txBox="1"/>
          <p:nvPr/>
        </p:nvSpPr>
        <p:spPr>
          <a:xfrm>
            <a:off x="2013325" y="2043138"/>
            <a:ext cx="361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59"/>
          <p:cNvSpPr txBox="1"/>
          <p:nvPr/>
        </p:nvSpPr>
        <p:spPr>
          <a:xfrm>
            <a:off x="2787725" y="2043150"/>
            <a:ext cx="36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521" name="Google Shape;521;p59"/>
          <p:cNvSpPr txBox="1"/>
          <p:nvPr/>
        </p:nvSpPr>
        <p:spPr>
          <a:xfrm>
            <a:off x="3573500" y="1412063"/>
            <a:ext cx="361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59"/>
          <p:cNvSpPr txBox="1"/>
          <p:nvPr/>
        </p:nvSpPr>
        <p:spPr>
          <a:xfrm>
            <a:off x="4859100" y="1460825"/>
            <a:ext cx="59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523" name="Google Shape;523;p59"/>
          <p:cNvSpPr txBox="1"/>
          <p:nvPr/>
        </p:nvSpPr>
        <p:spPr>
          <a:xfrm>
            <a:off x="6301300" y="1412075"/>
            <a:ext cx="42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524" name="Google Shape;524;p59"/>
          <p:cNvSpPr txBox="1"/>
          <p:nvPr/>
        </p:nvSpPr>
        <p:spPr>
          <a:xfrm>
            <a:off x="5740525" y="2826400"/>
            <a:ext cx="36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525" name="Google Shape;525;p59"/>
          <p:cNvSpPr txBox="1"/>
          <p:nvPr/>
        </p:nvSpPr>
        <p:spPr>
          <a:xfrm>
            <a:off x="3573500" y="3257500"/>
            <a:ext cx="361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59"/>
          <p:cNvSpPr txBox="1"/>
          <p:nvPr/>
        </p:nvSpPr>
        <p:spPr>
          <a:xfrm>
            <a:off x="3311000" y="3609650"/>
            <a:ext cx="2476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not bipartite graph!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59"/>
          <p:cNvSpPr/>
          <p:nvPr/>
        </p:nvSpPr>
        <p:spPr>
          <a:xfrm>
            <a:off x="4020625" y="2184622"/>
            <a:ext cx="660050" cy="641775"/>
          </a:xfrm>
          <a:custGeom>
            <a:rect b="b" l="l" r="r" t="t"/>
            <a:pathLst>
              <a:path extrusionOk="0" h="25671" w="26402">
                <a:moveTo>
                  <a:pt x="5663" y="2074"/>
                </a:moveTo>
                <a:cubicBezTo>
                  <a:pt x="10223" y="-5524"/>
                  <a:pt x="28443" y="10513"/>
                  <a:pt x="26111" y="19062"/>
                </a:cubicBezTo>
                <a:cubicBezTo>
                  <a:pt x="23816" y="27474"/>
                  <a:pt x="5233" y="27609"/>
                  <a:pt x="0" y="2063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528" name="Google Shape;528;p59"/>
          <p:cNvSpPr txBox="1"/>
          <p:nvPr/>
        </p:nvSpPr>
        <p:spPr>
          <a:xfrm>
            <a:off x="0" y="0"/>
            <a:ext cx="94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9"/>
          <p:cNvSpPr txBox="1"/>
          <p:nvPr/>
        </p:nvSpPr>
        <p:spPr>
          <a:xfrm>
            <a:off x="3935300" y="2724150"/>
            <a:ext cx="94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odd cycle</a:t>
            </a:r>
            <a:endParaRPr/>
          </a:p>
        </p:txBody>
      </p:sp>
      <p:sp>
        <p:nvSpPr>
          <p:cNvPr id="530" name="Google Shape;530;p59"/>
          <p:cNvSpPr txBox="1"/>
          <p:nvPr/>
        </p:nvSpPr>
        <p:spPr>
          <a:xfrm>
            <a:off x="4859100" y="3327725"/>
            <a:ext cx="59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0"/>
          <p:cNvSpPr txBox="1"/>
          <p:nvPr>
            <p:ph type="title"/>
          </p:nvPr>
        </p:nvSpPr>
        <p:spPr>
          <a:xfrm>
            <a:off x="758130" y="762375"/>
            <a:ext cx="5037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 Detection</a:t>
            </a:r>
            <a:endParaRPr/>
          </a:p>
        </p:txBody>
      </p:sp>
      <p:sp>
        <p:nvSpPr>
          <p:cNvPr id="536" name="Google Shape;536;p60"/>
          <p:cNvSpPr txBox="1"/>
          <p:nvPr>
            <p:ph idx="1" type="body"/>
          </p:nvPr>
        </p:nvSpPr>
        <p:spPr>
          <a:xfrm>
            <a:off x="758128" y="1555772"/>
            <a:ext cx="5278200" cy="172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Therefore, it can be said that, any graph that has </a:t>
            </a:r>
            <a:endParaRPr sz="16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600"/>
              <a:t>Odd Cycle -&gt; is not a bipartite graph</a:t>
            </a:r>
            <a:endParaRPr sz="16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600"/>
              <a:t>Even Cycle -&gt; is a bipartite graph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Similarly,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Bipartite Graph -&gt; means it has even cycle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Non Bipartite Graph -&gt; means it has odd cycle</a:t>
            </a:r>
            <a:endParaRPr sz="16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1"/>
          <p:cNvSpPr txBox="1"/>
          <p:nvPr>
            <p:ph type="title"/>
          </p:nvPr>
        </p:nvSpPr>
        <p:spPr>
          <a:xfrm>
            <a:off x="711250" y="754500"/>
            <a:ext cx="6099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 Detection using BFS</a:t>
            </a:r>
            <a:endParaRPr/>
          </a:p>
        </p:txBody>
      </p:sp>
      <p:sp>
        <p:nvSpPr>
          <p:cNvPr id="542" name="Google Shape;542;p61"/>
          <p:cNvSpPr txBox="1"/>
          <p:nvPr>
            <p:ph idx="1" type="body"/>
          </p:nvPr>
        </p:nvSpPr>
        <p:spPr>
          <a:xfrm>
            <a:off x="750575" y="1422075"/>
            <a:ext cx="7373700" cy="51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Bipartite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Q = [], 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= [], 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= []                              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2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[s] = </a:t>
            </a:r>
            <a:r>
              <a:rPr lang="en" sz="125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[s] = </a:t>
            </a:r>
            <a:r>
              <a:rPr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25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250">
              <a:solidFill>
                <a:srgbClr val="E21F1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ENQUEUE(Q, s)</a:t>
            </a:r>
            <a:endParaRPr sz="12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Q </a:t>
            </a:r>
            <a:r>
              <a:rPr lang="en" sz="125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5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empty</a:t>
            </a:r>
            <a:endParaRPr sz="12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= DEQUEUE(Q)</a:t>
            </a:r>
            <a:endParaRPr sz="12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25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each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vertex v Є Adj[u]</a:t>
            </a:r>
            <a:endParaRPr sz="12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25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" sz="125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 </a:t>
            </a:r>
            <a:r>
              <a:rPr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then 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" sz="125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25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25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] == </a:t>
            </a:r>
            <a:r>
              <a:rPr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25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then 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25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250">
              <a:solidFill>
                <a:srgbClr val="E21F1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25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 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25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250">
              <a:solidFill>
                <a:srgbClr val="E21F1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ENQUEUE(Q, v)</a:t>
            </a:r>
            <a:endParaRPr sz="12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25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 if 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] == 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" sz="1250"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25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" sz="125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25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" sz="125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25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21F1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21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21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2"/>
          <p:cNvSpPr txBox="1"/>
          <p:nvPr>
            <p:ph type="title"/>
          </p:nvPr>
        </p:nvSpPr>
        <p:spPr>
          <a:xfrm>
            <a:off x="766006" y="7387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 First Search (DFS)</a:t>
            </a:r>
            <a:endParaRPr/>
          </a:p>
        </p:txBody>
      </p:sp>
      <p:sp>
        <p:nvSpPr>
          <p:cNvPr id="548" name="Google Shape;548;p62"/>
          <p:cNvSpPr txBox="1"/>
          <p:nvPr>
            <p:ph idx="1" type="body"/>
          </p:nvPr>
        </p:nvSpPr>
        <p:spPr>
          <a:xfrm>
            <a:off x="766000" y="1500725"/>
            <a:ext cx="6029100" cy="172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Traverses the entire graph depth wise without regard for which edge it takes next until it can not go any further at which point it backtracks and continues.  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Uses Stack for traversal.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549" name="Google Shape;54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3350" y="2386201"/>
            <a:ext cx="3848025" cy="21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62"/>
          <p:cNvSpPr txBox="1"/>
          <p:nvPr/>
        </p:nvSpPr>
        <p:spPr>
          <a:xfrm>
            <a:off x="1118950" y="2453775"/>
            <a:ext cx="3143700" cy="17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start from source vertex s,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go to w, then to x, then to y,</a:t>
            </a:r>
            <a:b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u, then t. After that, we can backtrack from t to u, u to y, y to x, x to w and then to s. From s we can go deeper to r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then to v.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one DFS sequence will be,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 w, x, y, u, t, r, v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3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556" name="Google Shape;556;p63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63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63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63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63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63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63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63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4" name="Google Shape;564;p63"/>
          <p:cNvCxnSpPr>
            <a:stCxn id="557" idx="2"/>
            <a:endCxn id="556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63"/>
          <p:cNvCxnSpPr>
            <a:stCxn id="556" idx="4"/>
            <a:endCxn id="558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63"/>
          <p:cNvCxnSpPr>
            <a:stCxn id="557" idx="6"/>
            <a:endCxn id="559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63"/>
          <p:cNvCxnSpPr>
            <a:stCxn id="559" idx="6"/>
            <a:endCxn id="562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63"/>
          <p:cNvCxnSpPr>
            <a:stCxn id="562" idx="4"/>
            <a:endCxn id="563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63"/>
          <p:cNvCxnSpPr>
            <a:stCxn id="559" idx="4"/>
            <a:endCxn id="561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63"/>
          <p:cNvCxnSpPr>
            <a:stCxn id="561" idx="6"/>
            <a:endCxn id="563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63"/>
          <p:cNvCxnSpPr>
            <a:stCxn id="561" idx="2"/>
            <a:endCxn id="560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63"/>
          <p:cNvCxnSpPr>
            <a:stCxn id="560" idx="0"/>
            <a:endCxn id="559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63"/>
          <p:cNvCxnSpPr>
            <a:stCxn id="557" idx="4"/>
            <a:endCxn id="560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63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63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63"/>
          <p:cNvSpPr txBox="1"/>
          <p:nvPr/>
        </p:nvSpPr>
        <p:spPr>
          <a:xfrm>
            <a:off x="721600" y="3839475"/>
            <a:ext cx="588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7" name="Google Shape;577;p63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78" name="Google Shape;578;p63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79" name="Google Shape;579;p63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80" name="Google Shape;580;p63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63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582" name="Google Shape;582;p63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583" name="Google Shape;583;p63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63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85" name="Google Shape;585;p63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graphicFrame>
        <p:nvGraphicFramePr>
          <p:cNvPr id="586" name="Google Shape;586;p63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87" name="Google Shape;587;p63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4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593" name="Google Shape;593;p64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64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64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64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64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64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64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64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1" name="Google Shape;601;p64"/>
          <p:cNvCxnSpPr>
            <a:stCxn id="594" idx="2"/>
            <a:endCxn id="593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64"/>
          <p:cNvCxnSpPr>
            <a:stCxn id="593" idx="4"/>
            <a:endCxn id="595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64"/>
          <p:cNvCxnSpPr>
            <a:stCxn id="594" idx="6"/>
            <a:endCxn id="596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64"/>
          <p:cNvCxnSpPr>
            <a:stCxn id="596" idx="6"/>
            <a:endCxn id="599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64"/>
          <p:cNvCxnSpPr>
            <a:stCxn id="599" idx="4"/>
            <a:endCxn id="600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" name="Google Shape;606;p64"/>
          <p:cNvCxnSpPr>
            <a:stCxn id="596" idx="4"/>
            <a:endCxn id="598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64"/>
          <p:cNvCxnSpPr>
            <a:stCxn id="598" idx="6"/>
            <a:endCxn id="600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64"/>
          <p:cNvCxnSpPr>
            <a:stCxn id="598" idx="2"/>
            <a:endCxn id="597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64"/>
          <p:cNvCxnSpPr>
            <a:stCxn id="597" idx="0"/>
            <a:endCxn id="596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64"/>
          <p:cNvCxnSpPr>
            <a:stCxn id="594" idx="4"/>
            <a:endCxn id="597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" name="Google Shape;611;p64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64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3" name="Google Shape;613;p64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14" name="Google Shape;614;p64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15" name="Google Shape;615;p64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16" name="Google Shape;616;p64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64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18" name="Google Shape;618;p64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19" name="Google Shape;619;p64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64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21" name="Google Shape;621;p64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22" name="Google Shape;622;p64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3" name="Google Shape;623;p64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24" name="Google Shape;624;p64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5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630" name="Google Shape;630;p65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65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65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65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65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65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65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65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8" name="Google Shape;638;p65"/>
          <p:cNvCxnSpPr>
            <a:stCxn id="631" idx="2"/>
            <a:endCxn id="630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65"/>
          <p:cNvCxnSpPr>
            <a:stCxn id="630" idx="4"/>
            <a:endCxn id="632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65"/>
          <p:cNvCxnSpPr>
            <a:stCxn id="631" idx="6"/>
            <a:endCxn id="633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65"/>
          <p:cNvCxnSpPr>
            <a:stCxn id="633" idx="6"/>
            <a:endCxn id="636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65"/>
          <p:cNvCxnSpPr>
            <a:stCxn id="636" idx="4"/>
            <a:endCxn id="637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65"/>
          <p:cNvCxnSpPr>
            <a:stCxn id="633" idx="4"/>
            <a:endCxn id="635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65"/>
          <p:cNvCxnSpPr>
            <a:stCxn id="635" idx="6"/>
            <a:endCxn id="637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65"/>
          <p:cNvCxnSpPr>
            <a:stCxn id="635" idx="2"/>
            <a:endCxn id="634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65"/>
          <p:cNvCxnSpPr>
            <a:stCxn id="634" idx="0"/>
            <a:endCxn id="633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65"/>
          <p:cNvCxnSpPr>
            <a:stCxn id="631" idx="4"/>
            <a:endCxn id="634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8" name="Google Shape;648;p65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5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50" name="Google Shape;650;p65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51" name="Google Shape;651;p65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52" name="Google Shape;652;p65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53" name="Google Shape;653;p65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65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55" name="Google Shape;655;p65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56" name="Google Shape;656;p65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65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58" name="Google Shape;658;p65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59" name="Google Shape;659;p65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0" name="Google Shape;660;p65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61" name="Google Shape;661;p65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2" name="Google Shape;662;p65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65"/>
          <p:cNvCxnSpPr>
            <a:stCxn id="659" idx="4"/>
            <a:endCxn id="634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65"/>
          <p:cNvCxnSpPr>
            <a:stCxn id="659" idx="6"/>
            <a:endCxn id="633" idx="2"/>
          </p:cNvCxnSpPr>
          <p:nvPr/>
        </p:nvCxnSpPr>
        <p:spPr>
          <a:xfrm>
            <a:off x="1990250" y="1940075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6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670" name="Google Shape;670;p66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66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66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66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66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66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66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66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8" name="Google Shape;678;p66"/>
          <p:cNvCxnSpPr>
            <a:stCxn id="671" idx="2"/>
            <a:endCxn id="670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66"/>
          <p:cNvCxnSpPr>
            <a:stCxn id="670" idx="4"/>
            <a:endCxn id="672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66"/>
          <p:cNvCxnSpPr>
            <a:stCxn id="671" idx="6"/>
            <a:endCxn id="673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66"/>
          <p:cNvCxnSpPr>
            <a:stCxn id="673" idx="6"/>
            <a:endCxn id="676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66"/>
          <p:cNvCxnSpPr>
            <a:stCxn id="676" idx="4"/>
            <a:endCxn id="677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66"/>
          <p:cNvCxnSpPr>
            <a:stCxn id="673" idx="4"/>
            <a:endCxn id="675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66"/>
          <p:cNvCxnSpPr>
            <a:stCxn id="675" idx="6"/>
            <a:endCxn id="677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66"/>
          <p:cNvCxnSpPr>
            <a:stCxn id="675" idx="2"/>
            <a:endCxn id="674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66"/>
          <p:cNvCxnSpPr>
            <a:stCxn id="674" idx="0"/>
            <a:endCxn id="673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66"/>
          <p:cNvCxnSpPr>
            <a:stCxn id="671" idx="4"/>
            <a:endCxn id="674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8" name="Google Shape;688;p66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66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0" name="Google Shape;690;p66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91" name="Google Shape;691;p66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92" name="Google Shape;692;p66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93" name="Google Shape;693;p66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66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95" name="Google Shape;695;p66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96" name="Google Shape;696;p66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66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98" name="Google Shape;698;p66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99" name="Google Shape;699;p66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0" name="Google Shape;700;p66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01" name="Google Shape;701;p66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2" name="Google Shape;702;p66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3" name="Google Shape;703;p66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67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709" name="Google Shape;709;p67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67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67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67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67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67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67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67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7" name="Google Shape;717;p67"/>
          <p:cNvCxnSpPr>
            <a:stCxn id="710" idx="2"/>
            <a:endCxn id="709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67"/>
          <p:cNvCxnSpPr>
            <a:stCxn id="709" idx="4"/>
            <a:endCxn id="711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67"/>
          <p:cNvCxnSpPr>
            <a:stCxn id="710" idx="6"/>
            <a:endCxn id="712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67"/>
          <p:cNvCxnSpPr>
            <a:stCxn id="712" idx="6"/>
            <a:endCxn id="715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67"/>
          <p:cNvCxnSpPr>
            <a:stCxn id="715" idx="4"/>
            <a:endCxn id="716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" name="Google Shape;722;p67"/>
          <p:cNvCxnSpPr>
            <a:stCxn id="712" idx="4"/>
            <a:endCxn id="714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67"/>
          <p:cNvCxnSpPr>
            <a:stCxn id="714" idx="6"/>
            <a:endCxn id="716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67"/>
          <p:cNvCxnSpPr>
            <a:stCxn id="714" idx="2"/>
            <a:endCxn id="713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67"/>
          <p:cNvCxnSpPr>
            <a:stCxn id="713" idx="0"/>
            <a:endCxn id="712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67"/>
          <p:cNvCxnSpPr>
            <a:stCxn id="710" idx="4"/>
            <a:endCxn id="713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7" name="Google Shape;727;p67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67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9" name="Google Shape;729;p67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30" name="Google Shape;730;p67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31" name="Google Shape;731;p67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32" name="Google Shape;732;p67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67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734" name="Google Shape;734;p67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735" name="Google Shape;735;p67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67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37" name="Google Shape;737;p67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38" name="Google Shape;738;p67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9" name="Google Shape;739;p67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40" name="Google Shape;740;p67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  <p:cxnSp>
        <p:nvCxnSpPr>
          <p:cNvPr id="741" name="Google Shape;741;p67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2" name="Google Shape;742;p67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3" name="Google Shape;743;p67"/>
          <p:cNvCxnSpPr>
            <a:stCxn id="742" idx="4"/>
            <a:endCxn id="711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8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749" name="Google Shape;749;p68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68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68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68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68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8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68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68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7" name="Google Shape;757;p68"/>
          <p:cNvCxnSpPr>
            <a:stCxn id="750" idx="2"/>
            <a:endCxn id="749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68"/>
          <p:cNvCxnSpPr>
            <a:stCxn id="749" idx="4"/>
            <a:endCxn id="751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68"/>
          <p:cNvCxnSpPr>
            <a:stCxn id="750" idx="6"/>
            <a:endCxn id="752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68"/>
          <p:cNvCxnSpPr>
            <a:stCxn id="752" idx="6"/>
            <a:endCxn id="755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68"/>
          <p:cNvCxnSpPr>
            <a:stCxn id="755" idx="4"/>
            <a:endCxn id="756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68"/>
          <p:cNvCxnSpPr>
            <a:stCxn id="752" idx="4"/>
            <a:endCxn id="754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68"/>
          <p:cNvCxnSpPr>
            <a:stCxn id="754" idx="6"/>
            <a:endCxn id="756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68"/>
          <p:cNvCxnSpPr>
            <a:stCxn id="754" idx="2"/>
            <a:endCxn id="753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68"/>
          <p:cNvCxnSpPr>
            <a:stCxn id="753" idx="0"/>
            <a:endCxn id="752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68"/>
          <p:cNvCxnSpPr>
            <a:stCxn id="750" idx="4"/>
            <a:endCxn id="753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7" name="Google Shape;767;p68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68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9" name="Google Shape;769;p68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70" name="Google Shape;770;p68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71" name="Google Shape;771;p68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72" name="Google Shape;772;p68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68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774" name="Google Shape;774;p68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775" name="Google Shape;775;p68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68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77" name="Google Shape;777;p68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78" name="Google Shape;778;p68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9" name="Google Shape;779;p68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r v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80" name="Google Shape;780;p68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1" name="Google Shape;781;p68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2" name="Google Shape;782;p68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3" name="Google Shape;783;p68"/>
          <p:cNvCxnSpPr>
            <a:stCxn id="782" idx="4"/>
            <a:endCxn id="751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4" name="Google Shape;784;p68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69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790" name="Google Shape;790;p69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69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69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69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69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69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69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69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8" name="Google Shape;798;p69"/>
          <p:cNvCxnSpPr>
            <a:stCxn id="791" idx="2"/>
            <a:endCxn id="790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69"/>
          <p:cNvCxnSpPr>
            <a:stCxn id="790" idx="4"/>
            <a:endCxn id="792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69"/>
          <p:cNvCxnSpPr>
            <a:stCxn id="791" idx="6"/>
            <a:endCxn id="793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69"/>
          <p:cNvCxnSpPr>
            <a:stCxn id="793" idx="6"/>
            <a:endCxn id="796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69"/>
          <p:cNvCxnSpPr>
            <a:stCxn id="796" idx="4"/>
            <a:endCxn id="797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69"/>
          <p:cNvCxnSpPr>
            <a:stCxn id="793" idx="4"/>
            <a:endCxn id="795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69"/>
          <p:cNvCxnSpPr>
            <a:stCxn id="795" idx="6"/>
            <a:endCxn id="797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69"/>
          <p:cNvCxnSpPr>
            <a:stCxn id="795" idx="2"/>
            <a:endCxn id="794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69"/>
          <p:cNvCxnSpPr>
            <a:stCxn id="794" idx="0"/>
            <a:endCxn id="793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69"/>
          <p:cNvCxnSpPr>
            <a:stCxn id="791" idx="4"/>
            <a:endCxn id="794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8" name="Google Shape;808;p69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69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0" name="Google Shape;810;p69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11" name="Google Shape;811;p69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12" name="Google Shape;812;p69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13" name="Google Shape;813;p69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69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815" name="Google Shape;815;p69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816" name="Google Shape;816;p69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69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18" name="Google Shape;818;p69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19" name="Google Shape;819;p69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0" name="Google Shape;820;p69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r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21" name="Google Shape;821;p69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2" name="Google Shape;822;p69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3" name="Google Shape;823;p69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4" name="Google Shape;824;p69"/>
          <p:cNvCxnSpPr>
            <a:stCxn id="823" idx="4"/>
            <a:endCxn id="792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5" name="Google Shape;825;p69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6" name="Google Shape;826;p69"/>
          <p:cNvCxnSpPr>
            <a:stCxn id="825" idx="2"/>
            <a:endCxn id="823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0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832" name="Google Shape;832;p70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70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70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70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70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70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70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70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0" name="Google Shape;840;p70"/>
          <p:cNvCxnSpPr>
            <a:stCxn id="833" idx="2"/>
            <a:endCxn id="832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70"/>
          <p:cNvCxnSpPr>
            <a:stCxn id="832" idx="4"/>
            <a:endCxn id="83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70"/>
          <p:cNvCxnSpPr>
            <a:stCxn id="833" idx="6"/>
            <a:endCxn id="835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70"/>
          <p:cNvCxnSpPr>
            <a:stCxn id="835" idx="6"/>
            <a:endCxn id="838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70"/>
          <p:cNvCxnSpPr>
            <a:stCxn id="838" idx="4"/>
            <a:endCxn id="839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70"/>
          <p:cNvCxnSpPr>
            <a:stCxn id="835" idx="4"/>
            <a:endCxn id="837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6" name="Google Shape;846;p70"/>
          <p:cNvCxnSpPr>
            <a:stCxn id="837" idx="6"/>
            <a:endCxn id="83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70"/>
          <p:cNvCxnSpPr>
            <a:stCxn id="837" idx="2"/>
            <a:endCxn id="836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70"/>
          <p:cNvCxnSpPr>
            <a:stCxn id="836" idx="0"/>
            <a:endCxn id="835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70"/>
          <p:cNvCxnSpPr>
            <a:stCxn id="833" idx="4"/>
            <a:endCxn id="836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0" name="Google Shape;850;p70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70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2" name="Google Shape;852;p70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53" name="Google Shape;853;p70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54" name="Google Shape;854;p70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55" name="Google Shape;855;p70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0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857" name="Google Shape;857;p70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858" name="Google Shape;858;p70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0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60" name="Google Shape;860;p70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61" name="Google Shape;861;p70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2" name="Google Shape;862;p70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63" name="Google Shape;863;p70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4" name="Google Shape;864;p70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5" name="Google Shape;865;p70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6" name="Google Shape;866;p70"/>
          <p:cNvCxnSpPr>
            <a:stCxn id="865" idx="4"/>
            <a:endCxn id="83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7" name="Google Shape;867;p70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8" name="Google Shape;868;p70"/>
          <p:cNvCxnSpPr>
            <a:stCxn id="867" idx="2"/>
            <a:endCxn id="865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69" name="Google Shape;869;p70"/>
          <p:cNvCxnSpPr>
            <a:stCxn id="865" idx="0"/>
            <a:endCxn id="861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1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875" name="Google Shape;875;p71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71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71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71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71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71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71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71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3" name="Google Shape;883;p71"/>
          <p:cNvCxnSpPr>
            <a:stCxn id="876" idx="2"/>
            <a:endCxn id="875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4" name="Google Shape;884;p71"/>
          <p:cNvCxnSpPr>
            <a:stCxn id="875" idx="4"/>
            <a:endCxn id="877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5" name="Google Shape;885;p71"/>
          <p:cNvCxnSpPr>
            <a:stCxn id="876" idx="6"/>
            <a:endCxn id="878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6" name="Google Shape;886;p71"/>
          <p:cNvCxnSpPr>
            <a:stCxn id="878" idx="6"/>
            <a:endCxn id="881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7" name="Google Shape;887;p71"/>
          <p:cNvCxnSpPr>
            <a:stCxn id="881" idx="4"/>
            <a:endCxn id="882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71"/>
          <p:cNvCxnSpPr>
            <a:stCxn id="878" idx="4"/>
            <a:endCxn id="880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71"/>
          <p:cNvCxnSpPr>
            <a:stCxn id="880" idx="6"/>
            <a:endCxn id="882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71"/>
          <p:cNvCxnSpPr>
            <a:stCxn id="880" idx="2"/>
            <a:endCxn id="879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71"/>
          <p:cNvCxnSpPr>
            <a:stCxn id="879" idx="0"/>
            <a:endCxn id="878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71"/>
          <p:cNvCxnSpPr>
            <a:stCxn id="876" idx="4"/>
            <a:endCxn id="879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3" name="Google Shape;893;p71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71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95" name="Google Shape;895;p71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96" name="Google Shape;896;p71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97" name="Google Shape;897;p71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98" name="Google Shape;898;p71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71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900" name="Google Shape;900;p71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901" name="Google Shape;901;p71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71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03" name="Google Shape;903;p71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04" name="Google Shape;904;p71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05" name="Google Shape;905;p71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06" name="Google Shape;906;p71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7" name="Google Shape;907;p71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Google Shape;908;p71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9" name="Google Shape;909;p71"/>
          <p:cNvCxnSpPr>
            <a:stCxn id="908" idx="4"/>
            <a:endCxn id="877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0" name="Google Shape;910;p71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1" name="Google Shape;911;p71"/>
          <p:cNvCxnSpPr>
            <a:stCxn id="910" idx="2"/>
            <a:endCxn id="908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12" name="Google Shape;912;p71"/>
          <p:cNvCxnSpPr>
            <a:stCxn id="908" idx="0"/>
            <a:endCxn id="904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13" name="Google Shape;913;p71"/>
          <p:cNvCxnSpPr>
            <a:stCxn id="904" idx="4"/>
            <a:endCxn id="879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4" name="Google Shape;914;p71"/>
          <p:cNvCxnSpPr>
            <a:stCxn id="904" idx="6"/>
            <a:endCxn id="878" idx="2"/>
          </p:cNvCxnSpPr>
          <p:nvPr/>
        </p:nvCxnSpPr>
        <p:spPr>
          <a:xfrm>
            <a:off x="1990250" y="1940075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2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920" name="Google Shape;920;p72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72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72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72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72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72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72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72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p72"/>
          <p:cNvCxnSpPr>
            <a:stCxn id="921" idx="2"/>
            <a:endCxn id="920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72"/>
          <p:cNvCxnSpPr>
            <a:stCxn id="920" idx="4"/>
            <a:endCxn id="922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72"/>
          <p:cNvCxnSpPr>
            <a:stCxn id="921" idx="6"/>
            <a:endCxn id="923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72"/>
          <p:cNvCxnSpPr>
            <a:stCxn id="923" idx="6"/>
            <a:endCxn id="926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72"/>
          <p:cNvCxnSpPr>
            <a:stCxn id="926" idx="4"/>
            <a:endCxn id="927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72"/>
          <p:cNvCxnSpPr>
            <a:stCxn id="923" idx="4"/>
            <a:endCxn id="925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72"/>
          <p:cNvCxnSpPr>
            <a:stCxn id="925" idx="6"/>
            <a:endCxn id="927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5" name="Google Shape;935;p72"/>
          <p:cNvCxnSpPr>
            <a:stCxn id="925" idx="2"/>
            <a:endCxn id="924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6" name="Google Shape;936;p72"/>
          <p:cNvCxnSpPr>
            <a:stCxn id="924" idx="0"/>
            <a:endCxn id="923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7" name="Google Shape;937;p72"/>
          <p:cNvCxnSpPr>
            <a:stCxn id="921" idx="4"/>
            <a:endCxn id="924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8" name="Google Shape;938;p72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72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40" name="Google Shape;940;p72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41" name="Google Shape;941;p72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42" name="Google Shape;942;p72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43" name="Google Shape;943;p72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72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945" name="Google Shape;945;p72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946" name="Google Shape;946;p72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72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48" name="Google Shape;948;p72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49" name="Google Shape;949;p72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0" name="Google Shape;950;p72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51" name="Google Shape;951;p72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2" name="Google Shape;952;p72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3" name="Google Shape;953;p72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4" name="Google Shape;954;p72"/>
          <p:cNvCxnSpPr>
            <a:stCxn id="953" idx="4"/>
            <a:endCxn id="922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5" name="Google Shape;955;p72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6" name="Google Shape;956;p72"/>
          <p:cNvCxnSpPr>
            <a:stCxn id="955" idx="2"/>
            <a:endCxn id="953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57" name="Google Shape;957;p72"/>
          <p:cNvCxnSpPr>
            <a:stCxn id="953" idx="0"/>
            <a:endCxn id="949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58" name="Google Shape;958;p72"/>
          <p:cNvCxnSpPr>
            <a:stCxn id="949" idx="4"/>
            <a:endCxn id="924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72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0" name="Google Shape;960;p72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73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966" name="Google Shape;966;p73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73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73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73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73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73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73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73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4" name="Google Shape;974;p73"/>
          <p:cNvCxnSpPr>
            <a:stCxn id="967" idx="2"/>
            <a:endCxn id="966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73"/>
          <p:cNvCxnSpPr>
            <a:stCxn id="966" idx="4"/>
            <a:endCxn id="968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73"/>
          <p:cNvCxnSpPr>
            <a:stCxn id="967" idx="6"/>
            <a:endCxn id="969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73"/>
          <p:cNvCxnSpPr>
            <a:stCxn id="969" idx="6"/>
            <a:endCxn id="972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8" name="Google Shape;978;p73"/>
          <p:cNvCxnSpPr>
            <a:stCxn id="972" idx="4"/>
            <a:endCxn id="973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73"/>
          <p:cNvCxnSpPr>
            <a:stCxn id="969" idx="4"/>
            <a:endCxn id="971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73"/>
          <p:cNvCxnSpPr>
            <a:stCxn id="971" idx="6"/>
            <a:endCxn id="973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73"/>
          <p:cNvCxnSpPr>
            <a:stCxn id="971" idx="2"/>
            <a:endCxn id="970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73"/>
          <p:cNvCxnSpPr>
            <a:stCxn id="970" idx="0"/>
            <a:endCxn id="969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73"/>
          <p:cNvCxnSpPr>
            <a:stCxn id="967" idx="4"/>
            <a:endCxn id="970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73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73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6" name="Google Shape;986;p73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87" name="Google Shape;987;p73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88" name="Google Shape;988;p73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89" name="Google Shape;989;p73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73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991" name="Google Shape;991;p73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992" name="Google Shape;992;p73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73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94" name="Google Shape;994;p73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95" name="Google Shape;995;p73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96" name="Google Shape;996;p73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97" name="Google Shape;997;p73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8" name="Google Shape;998;p73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9" name="Google Shape;999;p73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0" name="Google Shape;1000;p73"/>
          <p:cNvCxnSpPr>
            <a:stCxn id="999" idx="4"/>
            <a:endCxn id="968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" name="Google Shape;1001;p73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2" name="Google Shape;1002;p73"/>
          <p:cNvCxnSpPr>
            <a:stCxn id="1001" idx="2"/>
            <a:endCxn id="999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03" name="Google Shape;1003;p73"/>
          <p:cNvCxnSpPr>
            <a:stCxn id="999" idx="0"/>
            <a:endCxn id="995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04" name="Google Shape;1004;p73"/>
          <p:cNvCxnSpPr>
            <a:stCxn id="995" idx="4"/>
            <a:endCxn id="970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73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6" name="Google Shape;1006;p73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7" name="Google Shape;1007;p73"/>
          <p:cNvCxnSpPr>
            <a:stCxn id="971" idx="2"/>
            <a:endCxn id="1006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8" name="Google Shape;1008;p73"/>
          <p:cNvCxnSpPr>
            <a:stCxn id="1006" idx="0"/>
            <a:endCxn id="969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74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014" name="Google Shape;1014;p74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74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74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74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74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74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74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74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2" name="Google Shape;1022;p74"/>
          <p:cNvCxnSpPr>
            <a:stCxn id="1015" idx="2"/>
            <a:endCxn id="1014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3" name="Google Shape;1023;p74"/>
          <p:cNvCxnSpPr>
            <a:stCxn id="1014" idx="4"/>
            <a:endCxn id="1016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74"/>
          <p:cNvCxnSpPr>
            <a:stCxn id="1015" idx="6"/>
            <a:endCxn id="1017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74"/>
          <p:cNvCxnSpPr>
            <a:stCxn id="1017" idx="6"/>
            <a:endCxn id="1020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74"/>
          <p:cNvCxnSpPr>
            <a:stCxn id="1020" idx="4"/>
            <a:endCxn id="1021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74"/>
          <p:cNvCxnSpPr>
            <a:stCxn id="1017" idx="4"/>
            <a:endCxn id="1019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74"/>
          <p:cNvCxnSpPr>
            <a:stCxn id="1019" idx="6"/>
            <a:endCxn id="1021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9" name="Google Shape;1029;p74"/>
          <p:cNvCxnSpPr>
            <a:stCxn id="1019" idx="2"/>
            <a:endCxn id="1018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74"/>
          <p:cNvCxnSpPr>
            <a:stCxn id="1018" idx="0"/>
            <a:endCxn id="1017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74"/>
          <p:cNvCxnSpPr>
            <a:stCxn id="1015" idx="4"/>
            <a:endCxn id="1018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2" name="Google Shape;1032;p74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74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4" name="Google Shape;1034;p74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35" name="Google Shape;1035;p74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36" name="Google Shape;1036;p74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37" name="Google Shape;1037;p74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74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039" name="Google Shape;1039;p74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040" name="Google Shape;1040;p74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74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42" name="Google Shape;1042;p74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43" name="Google Shape;1043;p74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4" name="Google Shape;1044;p74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45" name="Google Shape;1045;p74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6" name="Google Shape;1046;p74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7" name="Google Shape;1047;p74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8" name="Google Shape;1048;p74"/>
          <p:cNvCxnSpPr>
            <a:stCxn id="1047" idx="4"/>
            <a:endCxn id="1016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9" name="Google Shape;1049;p74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0" name="Google Shape;1050;p74"/>
          <p:cNvCxnSpPr>
            <a:stCxn id="1049" idx="2"/>
            <a:endCxn id="1047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51" name="Google Shape;1051;p74"/>
          <p:cNvCxnSpPr>
            <a:stCxn id="1047" idx="0"/>
            <a:endCxn id="1043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52" name="Google Shape;1052;p74"/>
          <p:cNvCxnSpPr>
            <a:stCxn id="1043" idx="4"/>
            <a:endCxn id="1018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74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4" name="Google Shape;1054;p74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5" name="Google Shape;1055;p74"/>
          <p:cNvCxnSpPr>
            <a:stCxn id="1019" idx="2"/>
            <a:endCxn id="1054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6" name="Google Shape;1056;p74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75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062" name="Google Shape;1062;p75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75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75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75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75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75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75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75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0" name="Google Shape;1070;p75"/>
          <p:cNvCxnSpPr>
            <a:stCxn id="1063" idx="2"/>
            <a:endCxn id="1062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1" name="Google Shape;1071;p75"/>
          <p:cNvCxnSpPr>
            <a:stCxn id="1062" idx="4"/>
            <a:endCxn id="106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2" name="Google Shape;1072;p75"/>
          <p:cNvCxnSpPr>
            <a:stCxn id="1063" idx="6"/>
            <a:endCxn id="1065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p75"/>
          <p:cNvCxnSpPr>
            <a:stCxn id="1065" idx="6"/>
            <a:endCxn id="1068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75"/>
          <p:cNvCxnSpPr>
            <a:stCxn id="1068" idx="4"/>
            <a:endCxn id="1069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5" name="Google Shape;1075;p75"/>
          <p:cNvCxnSpPr>
            <a:stCxn id="1065" idx="4"/>
            <a:endCxn id="1067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6" name="Google Shape;1076;p75"/>
          <p:cNvCxnSpPr>
            <a:stCxn id="1067" idx="6"/>
            <a:endCxn id="106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75"/>
          <p:cNvCxnSpPr>
            <a:stCxn id="1067" idx="2"/>
            <a:endCxn id="1066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8" name="Google Shape;1078;p75"/>
          <p:cNvCxnSpPr>
            <a:stCxn id="1066" idx="0"/>
            <a:endCxn id="1065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75"/>
          <p:cNvCxnSpPr>
            <a:stCxn id="1063" idx="4"/>
            <a:endCxn id="1066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0" name="Google Shape;1080;p75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75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82" name="Google Shape;1082;p75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83" name="Google Shape;1083;p75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84" name="Google Shape;1084;p75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85" name="Google Shape;1085;p75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75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087" name="Google Shape;1087;p75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088" name="Google Shape;1088;p75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75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90" name="Google Shape;1090;p75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91" name="Google Shape;1091;p75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92" name="Google Shape;1092;p75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93" name="Google Shape;1093;p75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4" name="Google Shape;1094;p75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5" name="Google Shape;1095;p75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6" name="Google Shape;1096;p75"/>
          <p:cNvCxnSpPr>
            <a:stCxn id="1095" idx="4"/>
            <a:endCxn id="106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7" name="Google Shape;1097;p75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8" name="Google Shape;1098;p75"/>
          <p:cNvCxnSpPr>
            <a:stCxn id="1097" idx="2"/>
            <a:endCxn id="1095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99" name="Google Shape;1099;p75"/>
          <p:cNvCxnSpPr>
            <a:stCxn id="1095" idx="0"/>
            <a:endCxn id="1091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00" name="Google Shape;1100;p75"/>
          <p:cNvCxnSpPr>
            <a:stCxn id="1091" idx="4"/>
            <a:endCxn id="1066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1" name="Google Shape;1101;p75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2" name="Google Shape;1102;p75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3" name="Google Shape;1103;p75"/>
          <p:cNvCxnSpPr>
            <a:stCxn id="1067" idx="2"/>
            <a:endCxn id="1102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4" name="Google Shape;1104;p75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5" name="Google Shape;1105;p75"/>
          <p:cNvCxnSpPr/>
          <p:nvPr/>
        </p:nvCxnSpPr>
        <p:spPr>
          <a:xfrm>
            <a:off x="2473913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6" name="Google Shape;1106;p75"/>
          <p:cNvCxnSpPr>
            <a:stCxn id="1104" idx="6"/>
            <a:endCxn id="106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76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112" name="Google Shape;1112;p76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76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76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76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76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76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76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76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0" name="Google Shape;1120;p76"/>
          <p:cNvCxnSpPr>
            <a:stCxn id="1113" idx="2"/>
            <a:endCxn id="1112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76"/>
          <p:cNvCxnSpPr>
            <a:stCxn id="1112" idx="4"/>
            <a:endCxn id="111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2" name="Google Shape;1122;p76"/>
          <p:cNvCxnSpPr>
            <a:stCxn id="1113" idx="6"/>
            <a:endCxn id="1115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3" name="Google Shape;1123;p76"/>
          <p:cNvCxnSpPr>
            <a:stCxn id="1115" idx="6"/>
            <a:endCxn id="1118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76"/>
          <p:cNvCxnSpPr>
            <a:stCxn id="1118" idx="4"/>
            <a:endCxn id="1119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76"/>
          <p:cNvCxnSpPr>
            <a:stCxn id="1115" idx="4"/>
            <a:endCxn id="1117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76"/>
          <p:cNvCxnSpPr>
            <a:stCxn id="1117" idx="6"/>
            <a:endCxn id="111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76"/>
          <p:cNvCxnSpPr>
            <a:stCxn id="1117" idx="2"/>
            <a:endCxn id="1116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" name="Google Shape;1128;p76"/>
          <p:cNvCxnSpPr>
            <a:stCxn id="1116" idx="0"/>
            <a:endCxn id="1115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" name="Google Shape;1129;p76"/>
          <p:cNvCxnSpPr>
            <a:stCxn id="1113" idx="4"/>
            <a:endCxn id="1116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0" name="Google Shape;1130;p76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76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32" name="Google Shape;1132;p76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33" name="Google Shape;1133;p76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34" name="Google Shape;1134;p76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35" name="Google Shape;1135;p76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76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137" name="Google Shape;1137;p76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138" name="Google Shape;1138;p76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76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40" name="Google Shape;1140;p76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41" name="Google Shape;1141;p76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2" name="Google Shape;1142;p76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43" name="Google Shape;1143;p76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4" name="Google Shape;1144;p76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5" name="Google Shape;1145;p76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6" name="Google Shape;1146;p76"/>
          <p:cNvCxnSpPr>
            <a:stCxn id="1145" idx="4"/>
            <a:endCxn id="111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7" name="Google Shape;1147;p76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8" name="Google Shape;1148;p76"/>
          <p:cNvCxnSpPr>
            <a:stCxn id="1147" idx="2"/>
            <a:endCxn id="1145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49" name="Google Shape;1149;p76"/>
          <p:cNvCxnSpPr>
            <a:stCxn id="1145" idx="0"/>
            <a:endCxn id="1141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50" name="Google Shape;1150;p76"/>
          <p:cNvCxnSpPr>
            <a:stCxn id="1141" idx="4"/>
            <a:endCxn id="1116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1" name="Google Shape;1151;p76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2" name="Google Shape;1152;p76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3" name="Google Shape;1153;p76"/>
          <p:cNvCxnSpPr>
            <a:stCxn id="1117" idx="2"/>
            <a:endCxn id="1152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4" name="Google Shape;1154;p76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5" name="Google Shape;1155;p76"/>
          <p:cNvCxnSpPr>
            <a:stCxn id="1154" idx="6"/>
            <a:endCxn id="111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6" name="Google Shape;1156;p76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77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162" name="Google Shape;1162;p77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77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77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77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77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77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77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77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0" name="Google Shape;1170;p77"/>
          <p:cNvCxnSpPr>
            <a:stCxn id="1163" idx="2"/>
            <a:endCxn id="1162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1" name="Google Shape;1171;p77"/>
          <p:cNvCxnSpPr>
            <a:stCxn id="1162" idx="4"/>
            <a:endCxn id="116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2" name="Google Shape;1172;p77"/>
          <p:cNvCxnSpPr>
            <a:stCxn id="1163" idx="6"/>
            <a:endCxn id="1165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3" name="Google Shape;1173;p77"/>
          <p:cNvCxnSpPr>
            <a:stCxn id="1165" idx="6"/>
            <a:endCxn id="1168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4" name="Google Shape;1174;p77"/>
          <p:cNvCxnSpPr>
            <a:stCxn id="1168" idx="4"/>
            <a:endCxn id="1169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5" name="Google Shape;1175;p77"/>
          <p:cNvCxnSpPr>
            <a:stCxn id="1165" idx="4"/>
            <a:endCxn id="1167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6" name="Google Shape;1176;p77"/>
          <p:cNvCxnSpPr>
            <a:stCxn id="1167" idx="6"/>
            <a:endCxn id="116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7" name="Google Shape;1177;p77"/>
          <p:cNvCxnSpPr>
            <a:stCxn id="1167" idx="2"/>
            <a:endCxn id="1166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77"/>
          <p:cNvCxnSpPr>
            <a:stCxn id="1166" idx="0"/>
            <a:endCxn id="1165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9" name="Google Shape;1179;p77"/>
          <p:cNvCxnSpPr>
            <a:stCxn id="1163" idx="4"/>
            <a:endCxn id="1166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0" name="Google Shape;1180;p77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77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2" name="Google Shape;1182;p77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83" name="Google Shape;1183;p77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84" name="Google Shape;1184;p77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85" name="Google Shape;1185;p77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77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187" name="Google Shape;1187;p77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188" name="Google Shape;1188;p77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77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90" name="Google Shape;1190;p77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91" name="Google Shape;1191;p77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2" name="Google Shape;1192;p77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3" name="Google Shape;1193;p77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4" name="Google Shape;1194;p77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5" name="Google Shape;1195;p77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6" name="Google Shape;1196;p77"/>
          <p:cNvCxnSpPr>
            <a:stCxn id="1195" idx="4"/>
            <a:endCxn id="116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77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8" name="Google Shape;1198;p77"/>
          <p:cNvCxnSpPr>
            <a:stCxn id="1197" idx="2"/>
            <a:endCxn id="1195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99" name="Google Shape;1199;p77"/>
          <p:cNvCxnSpPr>
            <a:stCxn id="1195" idx="0"/>
            <a:endCxn id="1191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00" name="Google Shape;1200;p77"/>
          <p:cNvCxnSpPr>
            <a:stCxn id="1191" idx="4"/>
            <a:endCxn id="1166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1" name="Google Shape;1201;p77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2" name="Google Shape;1202;p77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3" name="Google Shape;1203;p77"/>
          <p:cNvCxnSpPr>
            <a:stCxn id="1167" idx="2"/>
            <a:endCxn id="1202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4" name="Google Shape;1204;p77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5" name="Google Shape;1205;p77"/>
          <p:cNvCxnSpPr>
            <a:stCxn id="1204" idx="6"/>
            <a:endCxn id="116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6" name="Google Shape;1206;p77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7" name="Google Shape;1207;p77"/>
          <p:cNvCxnSpPr>
            <a:stCxn id="1168" idx="4"/>
            <a:endCxn id="1206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78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213" name="Google Shape;1213;p78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78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78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78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78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78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78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78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1" name="Google Shape;1221;p78"/>
          <p:cNvCxnSpPr>
            <a:stCxn id="1214" idx="2"/>
            <a:endCxn id="1213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2" name="Google Shape;1222;p78"/>
          <p:cNvCxnSpPr>
            <a:stCxn id="1213" idx="4"/>
            <a:endCxn id="1215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3" name="Google Shape;1223;p78"/>
          <p:cNvCxnSpPr>
            <a:stCxn id="1214" idx="6"/>
            <a:endCxn id="1216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4" name="Google Shape;1224;p78"/>
          <p:cNvCxnSpPr>
            <a:stCxn id="1216" idx="6"/>
            <a:endCxn id="1219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5" name="Google Shape;1225;p78"/>
          <p:cNvCxnSpPr>
            <a:stCxn id="1219" idx="4"/>
            <a:endCxn id="1220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78"/>
          <p:cNvCxnSpPr>
            <a:stCxn id="1216" idx="4"/>
            <a:endCxn id="1218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7" name="Google Shape;1227;p78"/>
          <p:cNvCxnSpPr>
            <a:stCxn id="1218" idx="6"/>
            <a:endCxn id="1220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8" name="Google Shape;1228;p78"/>
          <p:cNvCxnSpPr>
            <a:stCxn id="1218" idx="2"/>
            <a:endCxn id="1217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78"/>
          <p:cNvCxnSpPr>
            <a:stCxn id="1217" idx="0"/>
            <a:endCxn id="1216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78"/>
          <p:cNvCxnSpPr>
            <a:stCxn id="1214" idx="4"/>
            <a:endCxn id="1217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1" name="Google Shape;1231;p78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78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3" name="Google Shape;1233;p78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34" name="Google Shape;1234;p78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35" name="Google Shape;1235;p78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36" name="Google Shape;1236;p78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78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238" name="Google Shape;1238;p78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239" name="Google Shape;1239;p78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78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41" name="Google Shape;1241;p78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42" name="Google Shape;1242;p78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43" name="Google Shape;1243;p78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y  u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4" name="Google Shape;1244;p78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5" name="Google Shape;1245;p78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6" name="Google Shape;1246;p78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7" name="Google Shape;1247;p78"/>
          <p:cNvCxnSpPr>
            <a:stCxn id="1246" idx="4"/>
            <a:endCxn id="1215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8" name="Google Shape;1248;p78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9" name="Google Shape;1249;p78"/>
          <p:cNvCxnSpPr>
            <a:stCxn id="1248" idx="2"/>
            <a:endCxn id="1246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50" name="Google Shape;1250;p78"/>
          <p:cNvCxnSpPr>
            <a:stCxn id="1246" idx="0"/>
            <a:endCxn id="1242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51" name="Google Shape;1251;p78"/>
          <p:cNvCxnSpPr>
            <a:stCxn id="1242" idx="4"/>
            <a:endCxn id="1217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2" name="Google Shape;1252;p78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3" name="Google Shape;1253;p78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4" name="Google Shape;1254;p78"/>
          <p:cNvCxnSpPr>
            <a:stCxn id="1218" idx="2"/>
            <a:endCxn id="1253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5" name="Google Shape;1255;p78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6" name="Google Shape;1256;p78"/>
          <p:cNvCxnSpPr>
            <a:stCxn id="1255" idx="6"/>
            <a:endCxn id="1220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7" name="Google Shape;1257;p78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8" name="Google Shape;1258;p78"/>
          <p:cNvCxnSpPr>
            <a:stCxn id="1219" idx="4"/>
            <a:endCxn id="1257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78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79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265" name="Google Shape;1265;p79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79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79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79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79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79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79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79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3" name="Google Shape;1273;p79"/>
          <p:cNvCxnSpPr>
            <a:stCxn id="1266" idx="2"/>
            <a:endCxn id="1265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4" name="Google Shape;1274;p79"/>
          <p:cNvCxnSpPr>
            <a:stCxn id="1265" idx="4"/>
            <a:endCxn id="1267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5" name="Google Shape;1275;p79"/>
          <p:cNvCxnSpPr>
            <a:stCxn id="1266" idx="6"/>
            <a:endCxn id="1268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6" name="Google Shape;1276;p79"/>
          <p:cNvCxnSpPr>
            <a:stCxn id="1268" idx="6"/>
            <a:endCxn id="1271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7" name="Google Shape;1277;p79"/>
          <p:cNvCxnSpPr>
            <a:stCxn id="1271" idx="4"/>
            <a:endCxn id="1272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8" name="Google Shape;1278;p79"/>
          <p:cNvCxnSpPr>
            <a:stCxn id="1268" idx="4"/>
            <a:endCxn id="1270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9" name="Google Shape;1279;p79"/>
          <p:cNvCxnSpPr>
            <a:stCxn id="1270" idx="6"/>
            <a:endCxn id="1272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79"/>
          <p:cNvCxnSpPr>
            <a:stCxn id="1270" idx="2"/>
            <a:endCxn id="1269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79"/>
          <p:cNvCxnSpPr>
            <a:stCxn id="1269" idx="0"/>
            <a:endCxn id="1268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79"/>
          <p:cNvCxnSpPr>
            <a:stCxn id="1266" idx="4"/>
            <a:endCxn id="1269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3" name="Google Shape;1283;p79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79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85" name="Google Shape;1285;p79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86" name="Google Shape;1286;p79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87" name="Google Shape;1287;p79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88" name="Google Shape;1288;p79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79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290" name="Google Shape;1290;p79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291" name="Google Shape;1291;p79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79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93" name="Google Shape;1293;p79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94" name="Google Shape;1294;p79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5" name="Google Shape;1295;p79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y  u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96" name="Google Shape;1296;p79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7" name="Google Shape;1297;p79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8" name="Google Shape;1298;p79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9" name="Google Shape;1299;p79"/>
          <p:cNvCxnSpPr>
            <a:stCxn id="1298" idx="4"/>
            <a:endCxn id="1267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0" name="Google Shape;1300;p79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1" name="Google Shape;1301;p79"/>
          <p:cNvCxnSpPr>
            <a:stCxn id="1300" idx="2"/>
            <a:endCxn id="1298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02" name="Google Shape;1302;p79"/>
          <p:cNvCxnSpPr>
            <a:stCxn id="1298" idx="0"/>
            <a:endCxn id="1294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03" name="Google Shape;1303;p79"/>
          <p:cNvCxnSpPr>
            <a:stCxn id="1294" idx="4"/>
            <a:endCxn id="1269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4" name="Google Shape;1304;p79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5" name="Google Shape;1305;p79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6" name="Google Shape;1306;p79"/>
          <p:cNvCxnSpPr>
            <a:stCxn id="1270" idx="2"/>
            <a:endCxn id="1305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7" name="Google Shape;1307;p79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8" name="Google Shape;1308;p79"/>
          <p:cNvCxnSpPr>
            <a:stCxn id="1307" idx="6"/>
            <a:endCxn id="1272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9" name="Google Shape;1309;p79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0" name="Google Shape;1310;p79"/>
          <p:cNvCxnSpPr>
            <a:stCxn id="1271" idx="4"/>
            <a:endCxn id="1309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1" name="Google Shape;1311;p79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2" name="Google Shape;1312;p79"/>
          <p:cNvCxnSpPr>
            <a:stCxn id="1268" idx="6"/>
            <a:endCxn id="1311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80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318" name="Google Shape;1318;p80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80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80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80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80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80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80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80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6" name="Google Shape;1326;p80"/>
          <p:cNvCxnSpPr>
            <a:stCxn id="1319" idx="2"/>
            <a:endCxn id="1318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7" name="Google Shape;1327;p80"/>
          <p:cNvCxnSpPr>
            <a:stCxn id="1318" idx="4"/>
            <a:endCxn id="1320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80"/>
          <p:cNvCxnSpPr>
            <a:stCxn id="1319" idx="6"/>
            <a:endCxn id="1321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80"/>
          <p:cNvCxnSpPr>
            <a:stCxn id="1321" idx="6"/>
            <a:endCxn id="1324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80"/>
          <p:cNvCxnSpPr>
            <a:stCxn id="1324" idx="4"/>
            <a:endCxn id="1325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1" name="Google Shape;1331;p80"/>
          <p:cNvCxnSpPr>
            <a:stCxn id="1321" idx="4"/>
            <a:endCxn id="1323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2" name="Google Shape;1332;p80"/>
          <p:cNvCxnSpPr>
            <a:stCxn id="1323" idx="6"/>
            <a:endCxn id="1325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3" name="Google Shape;1333;p80"/>
          <p:cNvCxnSpPr>
            <a:stCxn id="1323" idx="2"/>
            <a:endCxn id="1322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4" name="Google Shape;1334;p80"/>
          <p:cNvCxnSpPr>
            <a:stCxn id="1322" idx="0"/>
            <a:endCxn id="1321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5" name="Google Shape;1335;p80"/>
          <p:cNvCxnSpPr>
            <a:stCxn id="1319" idx="4"/>
            <a:endCxn id="1322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6" name="Google Shape;1336;p80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80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8" name="Google Shape;1338;p80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39" name="Google Shape;1339;p80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40" name="Google Shape;1340;p80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41" name="Google Shape;1341;p80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80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343" name="Google Shape;1343;p80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344" name="Google Shape;1344;p80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80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46" name="Google Shape;1346;p80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47" name="Google Shape;1347;p80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48" name="Google Shape;1348;p80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y  u  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49" name="Google Shape;1349;p80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0" name="Google Shape;1350;p80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1" name="Google Shape;1351;p80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2" name="Google Shape;1352;p80"/>
          <p:cNvCxnSpPr>
            <a:stCxn id="1351" idx="4"/>
            <a:endCxn id="1320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3" name="Google Shape;1353;p80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4" name="Google Shape;1354;p80"/>
          <p:cNvCxnSpPr>
            <a:stCxn id="1353" idx="2"/>
            <a:endCxn id="1351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55" name="Google Shape;1355;p80"/>
          <p:cNvCxnSpPr>
            <a:stCxn id="1351" idx="0"/>
            <a:endCxn id="1347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56" name="Google Shape;1356;p80"/>
          <p:cNvCxnSpPr>
            <a:stCxn id="1347" idx="4"/>
            <a:endCxn id="1322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7" name="Google Shape;1357;p80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8" name="Google Shape;1358;p80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9" name="Google Shape;1359;p80"/>
          <p:cNvCxnSpPr>
            <a:stCxn id="1323" idx="2"/>
            <a:endCxn id="1358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0" name="Google Shape;1360;p80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1" name="Google Shape;1361;p80"/>
          <p:cNvCxnSpPr>
            <a:stCxn id="1360" idx="6"/>
            <a:endCxn id="1325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2" name="Google Shape;1362;p80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3" name="Google Shape;1363;p80"/>
          <p:cNvCxnSpPr>
            <a:stCxn id="1324" idx="4"/>
            <a:endCxn id="1362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4" name="Google Shape;1364;p80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5" name="Google Shape;1365;p80"/>
          <p:cNvCxnSpPr>
            <a:stCxn id="1321" idx="6"/>
            <a:endCxn id="1364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6" name="Google Shape;1366;p80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81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372" name="Google Shape;1372;p81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81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81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81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81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81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81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81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0" name="Google Shape;1380;p81"/>
          <p:cNvCxnSpPr>
            <a:stCxn id="1373" idx="2"/>
            <a:endCxn id="1372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1" name="Google Shape;1381;p81"/>
          <p:cNvCxnSpPr>
            <a:stCxn id="1372" idx="4"/>
            <a:endCxn id="137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2" name="Google Shape;1382;p81"/>
          <p:cNvCxnSpPr>
            <a:stCxn id="1373" idx="6"/>
            <a:endCxn id="1375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3" name="Google Shape;1383;p81"/>
          <p:cNvCxnSpPr>
            <a:stCxn id="1375" idx="6"/>
            <a:endCxn id="1378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4" name="Google Shape;1384;p81"/>
          <p:cNvCxnSpPr>
            <a:stCxn id="1378" idx="4"/>
            <a:endCxn id="1379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5" name="Google Shape;1385;p81"/>
          <p:cNvCxnSpPr>
            <a:stCxn id="1375" idx="4"/>
            <a:endCxn id="1377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6" name="Google Shape;1386;p81"/>
          <p:cNvCxnSpPr>
            <a:stCxn id="1377" idx="6"/>
            <a:endCxn id="137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7" name="Google Shape;1387;p81"/>
          <p:cNvCxnSpPr>
            <a:stCxn id="1377" idx="2"/>
            <a:endCxn id="1376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8" name="Google Shape;1388;p81"/>
          <p:cNvCxnSpPr>
            <a:stCxn id="1376" idx="0"/>
            <a:endCxn id="1375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9" name="Google Shape;1389;p81"/>
          <p:cNvCxnSpPr>
            <a:stCxn id="1373" idx="4"/>
            <a:endCxn id="1376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0" name="Google Shape;1390;p81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81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2" name="Google Shape;1392;p81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93" name="Google Shape;1393;p81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94" name="Google Shape;1394;p81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95" name="Google Shape;1395;p81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81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397" name="Google Shape;1397;p81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398" name="Google Shape;1398;p81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81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00" name="Google Shape;1400;p81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01" name="Google Shape;1401;p81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2" name="Google Shape;1402;p81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y  u  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03" name="Google Shape;1403;p81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4" name="Google Shape;1404;p81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5" name="Google Shape;1405;p81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6" name="Google Shape;1406;p81"/>
          <p:cNvCxnSpPr>
            <a:stCxn id="1405" idx="4"/>
            <a:endCxn id="1374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7" name="Google Shape;1407;p81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8" name="Google Shape;1408;p81"/>
          <p:cNvCxnSpPr>
            <a:stCxn id="1407" idx="2"/>
            <a:endCxn id="1405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09" name="Google Shape;1409;p81"/>
          <p:cNvCxnSpPr>
            <a:stCxn id="1405" idx="0"/>
            <a:endCxn id="1401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10" name="Google Shape;1410;p81"/>
          <p:cNvCxnSpPr>
            <a:stCxn id="1401" idx="4"/>
            <a:endCxn id="1376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1" name="Google Shape;1411;p81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2" name="Google Shape;1412;p81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3" name="Google Shape;1413;p81"/>
          <p:cNvCxnSpPr>
            <a:stCxn id="1377" idx="2"/>
            <a:endCxn id="1412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4" name="Google Shape;1414;p81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5" name="Google Shape;1415;p81"/>
          <p:cNvCxnSpPr>
            <a:stCxn id="1414" idx="6"/>
            <a:endCxn id="1379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6" name="Google Shape;1416;p81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7" name="Google Shape;1417;p81"/>
          <p:cNvCxnSpPr>
            <a:stCxn id="1378" idx="4"/>
            <a:endCxn id="1416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8" name="Google Shape;1418;p81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9" name="Google Shape;1419;p81"/>
          <p:cNvCxnSpPr>
            <a:stCxn id="1375" idx="6"/>
            <a:endCxn id="1418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0" name="Google Shape;1420;p81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1" name="Google Shape;1421;p81"/>
          <p:cNvCxnSpPr>
            <a:stCxn id="1401" idx="6"/>
            <a:endCxn id="1420" idx="2"/>
          </p:cNvCxnSpPr>
          <p:nvPr/>
        </p:nvCxnSpPr>
        <p:spPr>
          <a:xfrm>
            <a:off x="1990250" y="1940075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2" name="Google Shape;1422;p81"/>
          <p:cNvCxnSpPr>
            <a:stCxn id="1412" idx="0"/>
            <a:endCxn id="1420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3" name="Google Shape;1423;p81"/>
          <p:cNvCxnSpPr>
            <a:stCxn id="1420" idx="4"/>
            <a:endCxn id="1414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82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429" name="Google Shape;1429;p82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82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82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82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82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82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82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82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7" name="Google Shape;1437;p82"/>
          <p:cNvCxnSpPr>
            <a:stCxn id="1430" idx="2"/>
            <a:endCxn id="1429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82"/>
          <p:cNvCxnSpPr>
            <a:stCxn id="1429" idx="4"/>
            <a:endCxn id="1431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9" name="Google Shape;1439;p82"/>
          <p:cNvCxnSpPr>
            <a:stCxn id="1430" idx="6"/>
            <a:endCxn id="1432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0" name="Google Shape;1440;p82"/>
          <p:cNvCxnSpPr>
            <a:stCxn id="1432" idx="6"/>
            <a:endCxn id="1435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1" name="Google Shape;1441;p82"/>
          <p:cNvCxnSpPr>
            <a:stCxn id="1435" idx="4"/>
            <a:endCxn id="1436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2" name="Google Shape;1442;p82"/>
          <p:cNvCxnSpPr>
            <a:stCxn id="1432" idx="4"/>
            <a:endCxn id="1434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3" name="Google Shape;1443;p82"/>
          <p:cNvCxnSpPr>
            <a:stCxn id="1434" idx="6"/>
            <a:endCxn id="1436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4" name="Google Shape;1444;p82"/>
          <p:cNvCxnSpPr>
            <a:stCxn id="1434" idx="2"/>
            <a:endCxn id="1433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5" name="Google Shape;1445;p82"/>
          <p:cNvCxnSpPr>
            <a:stCxn id="1433" idx="0"/>
            <a:endCxn id="1432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6" name="Google Shape;1446;p82"/>
          <p:cNvCxnSpPr>
            <a:stCxn id="1430" idx="4"/>
            <a:endCxn id="1433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7" name="Google Shape;1447;p82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82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49" name="Google Shape;1449;p82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50" name="Google Shape;1450;p82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51" name="Google Shape;1451;p82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52" name="Google Shape;1452;p82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82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454" name="Google Shape;1454;p82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455" name="Google Shape;1455;p82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82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57" name="Google Shape;1457;p82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58" name="Google Shape;1458;p82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9" name="Google Shape;1459;p82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y  u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60" name="Google Shape;1460;p82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1" name="Google Shape;1461;p82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2" name="Google Shape;1462;p82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3" name="Google Shape;1463;p82"/>
          <p:cNvCxnSpPr>
            <a:stCxn id="1462" idx="4"/>
            <a:endCxn id="1431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4" name="Google Shape;1464;p82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5" name="Google Shape;1465;p82"/>
          <p:cNvCxnSpPr>
            <a:stCxn id="1464" idx="2"/>
            <a:endCxn id="1462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66" name="Google Shape;1466;p82"/>
          <p:cNvCxnSpPr>
            <a:stCxn id="1462" idx="0"/>
            <a:endCxn id="1458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67" name="Google Shape;1467;p82"/>
          <p:cNvCxnSpPr>
            <a:stCxn id="1458" idx="4"/>
            <a:endCxn id="1433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8" name="Google Shape;1468;p82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9" name="Google Shape;1469;p82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0" name="Google Shape;1470;p82"/>
          <p:cNvCxnSpPr>
            <a:stCxn id="1434" idx="2"/>
            <a:endCxn id="1469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1" name="Google Shape;1471;p82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2" name="Google Shape;1472;p82"/>
          <p:cNvCxnSpPr>
            <a:stCxn id="1471" idx="6"/>
            <a:endCxn id="1436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3" name="Google Shape;1473;p82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4" name="Google Shape;1474;p82"/>
          <p:cNvCxnSpPr>
            <a:stCxn id="1435" idx="4"/>
            <a:endCxn id="1473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5" name="Google Shape;1475;p82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6" name="Google Shape;1476;p82"/>
          <p:cNvCxnSpPr>
            <a:stCxn id="1432" idx="6"/>
            <a:endCxn id="1475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7" name="Google Shape;1477;p82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8" name="Google Shape;1478;p82"/>
          <p:cNvCxnSpPr>
            <a:stCxn id="1477" idx="0"/>
            <a:endCxn id="1475" idx="0"/>
          </p:cNvCxnSpPr>
          <p:nvPr/>
        </p:nvCxnSpPr>
        <p:spPr>
          <a:xfrm flipH="1" rot="-5400000">
            <a:off x="2849763" y="1333175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83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484" name="Google Shape;1484;p83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83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83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83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83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83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83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83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2" name="Google Shape;1492;p83"/>
          <p:cNvCxnSpPr>
            <a:stCxn id="1485" idx="2"/>
            <a:endCxn id="1484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3" name="Google Shape;1493;p83"/>
          <p:cNvCxnSpPr>
            <a:stCxn id="1484" idx="4"/>
            <a:endCxn id="1486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4" name="Google Shape;1494;p83"/>
          <p:cNvCxnSpPr>
            <a:stCxn id="1485" idx="6"/>
            <a:endCxn id="1487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5" name="Google Shape;1495;p83"/>
          <p:cNvCxnSpPr>
            <a:stCxn id="1487" idx="6"/>
            <a:endCxn id="1490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6" name="Google Shape;1496;p83"/>
          <p:cNvCxnSpPr>
            <a:stCxn id="1490" idx="4"/>
            <a:endCxn id="1491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7" name="Google Shape;1497;p83"/>
          <p:cNvCxnSpPr>
            <a:stCxn id="1487" idx="4"/>
            <a:endCxn id="1489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8" name="Google Shape;1498;p83"/>
          <p:cNvCxnSpPr>
            <a:stCxn id="1489" idx="6"/>
            <a:endCxn id="1491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9" name="Google Shape;1499;p83"/>
          <p:cNvCxnSpPr>
            <a:stCxn id="1489" idx="2"/>
            <a:endCxn id="1488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0" name="Google Shape;1500;p83"/>
          <p:cNvCxnSpPr>
            <a:stCxn id="1488" idx="0"/>
            <a:endCxn id="1487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1" name="Google Shape;1501;p83"/>
          <p:cNvCxnSpPr>
            <a:stCxn id="1485" idx="4"/>
            <a:endCxn id="1488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2" name="Google Shape;1502;p83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83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4" name="Google Shape;1504;p83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05" name="Google Shape;1505;p83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06" name="Google Shape;1506;p83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07" name="Google Shape;1507;p83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83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509" name="Google Shape;1509;p83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510" name="Google Shape;1510;p83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83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12" name="Google Shape;1512;p83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13" name="Google Shape;1513;p83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4" name="Google Shape;1514;p83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y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15" name="Google Shape;1515;p83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6" name="Google Shape;1516;p83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7" name="Google Shape;1517;p83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8" name="Google Shape;1518;p83"/>
          <p:cNvCxnSpPr>
            <a:stCxn id="1517" idx="4"/>
            <a:endCxn id="1486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9" name="Google Shape;1519;p83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0" name="Google Shape;1520;p83"/>
          <p:cNvCxnSpPr>
            <a:stCxn id="1519" idx="2"/>
            <a:endCxn id="1517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21" name="Google Shape;1521;p83"/>
          <p:cNvCxnSpPr>
            <a:stCxn id="1517" idx="0"/>
            <a:endCxn id="1513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22" name="Google Shape;1522;p83"/>
          <p:cNvCxnSpPr>
            <a:stCxn id="1513" idx="4"/>
            <a:endCxn id="1488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3" name="Google Shape;1523;p83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4" name="Google Shape;1524;p83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5" name="Google Shape;1525;p83"/>
          <p:cNvCxnSpPr>
            <a:stCxn id="1489" idx="2"/>
            <a:endCxn id="1524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6" name="Google Shape;1526;p83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7" name="Google Shape;1527;p83"/>
          <p:cNvCxnSpPr>
            <a:stCxn id="1526" idx="6"/>
            <a:endCxn id="1491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8" name="Google Shape;1528;p83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9" name="Google Shape;1529;p83"/>
          <p:cNvCxnSpPr>
            <a:stCxn id="1490" idx="4"/>
            <a:endCxn id="1528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0" name="Google Shape;1530;p83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1" name="Google Shape;1531;p83"/>
          <p:cNvCxnSpPr>
            <a:stCxn id="1487" idx="6"/>
            <a:endCxn id="1530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2" name="Google Shape;1532;p83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3" name="Google Shape;1533;p83"/>
          <p:cNvCxnSpPr>
            <a:stCxn id="1532" idx="0"/>
            <a:endCxn id="1530" idx="0"/>
          </p:cNvCxnSpPr>
          <p:nvPr/>
        </p:nvCxnSpPr>
        <p:spPr>
          <a:xfrm flipH="1" rot="-5400000">
            <a:off x="2849763" y="1333175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34" name="Google Shape;1534;p83"/>
          <p:cNvCxnSpPr>
            <a:stCxn id="1530" idx="6"/>
            <a:endCxn id="1528" idx="6"/>
          </p:cNvCxnSpPr>
          <p:nvPr/>
        </p:nvCxnSpPr>
        <p:spPr>
          <a:xfrm>
            <a:off x="3472975" y="1940063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84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540" name="Google Shape;1540;p84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84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84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84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84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84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84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84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8" name="Google Shape;1548;p84"/>
          <p:cNvCxnSpPr>
            <a:stCxn id="1541" idx="2"/>
            <a:endCxn id="1540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9" name="Google Shape;1549;p84"/>
          <p:cNvCxnSpPr>
            <a:stCxn id="1540" idx="4"/>
            <a:endCxn id="1542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0" name="Google Shape;1550;p84"/>
          <p:cNvCxnSpPr>
            <a:stCxn id="1541" idx="6"/>
            <a:endCxn id="1543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1" name="Google Shape;1551;p84"/>
          <p:cNvCxnSpPr>
            <a:stCxn id="1543" idx="6"/>
            <a:endCxn id="1546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2" name="Google Shape;1552;p84"/>
          <p:cNvCxnSpPr>
            <a:stCxn id="1546" idx="4"/>
            <a:endCxn id="1547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3" name="Google Shape;1553;p84"/>
          <p:cNvCxnSpPr>
            <a:stCxn id="1543" idx="4"/>
            <a:endCxn id="1545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4" name="Google Shape;1554;p84"/>
          <p:cNvCxnSpPr>
            <a:stCxn id="1545" idx="6"/>
            <a:endCxn id="1547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5" name="Google Shape;1555;p84"/>
          <p:cNvCxnSpPr>
            <a:stCxn id="1545" idx="2"/>
            <a:endCxn id="1544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6" name="Google Shape;1556;p84"/>
          <p:cNvCxnSpPr>
            <a:stCxn id="1544" idx="0"/>
            <a:endCxn id="1543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7" name="Google Shape;1557;p84"/>
          <p:cNvCxnSpPr>
            <a:stCxn id="1541" idx="4"/>
            <a:endCxn id="1544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8" name="Google Shape;1558;p84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84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0" name="Google Shape;1560;p84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61" name="Google Shape;1561;p84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62" name="Google Shape;1562;p84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63" name="Google Shape;1563;p84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84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565" name="Google Shape;1565;p84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566" name="Google Shape;1566;p84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84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68" name="Google Shape;1568;p84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69" name="Google Shape;1569;p84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0" name="Google Shape;1570;p84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x  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71" name="Google Shape;1571;p84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2" name="Google Shape;1572;p84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3" name="Google Shape;1573;p84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4" name="Google Shape;1574;p84"/>
          <p:cNvCxnSpPr>
            <a:stCxn id="1573" idx="4"/>
            <a:endCxn id="1542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5" name="Google Shape;1575;p84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6" name="Google Shape;1576;p84"/>
          <p:cNvCxnSpPr>
            <a:stCxn id="1575" idx="2"/>
            <a:endCxn id="1573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77" name="Google Shape;1577;p84"/>
          <p:cNvCxnSpPr>
            <a:stCxn id="1573" idx="0"/>
            <a:endCxn id="1569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78" name="Google Shape;1578;p84"/>
          <p:cNvCxnSpPr>
            <a:stCxn id="1569" idx="4"/>
            <a:endCxn id="1544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9" name="Google Shape;1579;p84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0" name="Google Shape;1580;p84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1" name="Google Shape;1581;p84"/>
          <p:cNvCxnSpPr>
            <a:stCxn id="1545" idx="2"/>
            <a:endCxn id="1580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2" name="Google Shape;1582;p84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3" name="Google Shape;1583;p84"/>
          <p:cNvCxnSpPr>
            <a:stCxn id="1582" idx="6"/>
            <a:endCxn id="1547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4" name="Google Shape;1584;p84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5" name="Google Shape;1585;p84"/>
          <p:cNvCxnSpPr>
            <a:stCxn id="1546" idx="4"/>
            <a:endCxn id="1584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6" name="Google Shape;1586;p84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7" name="Google Shape;1587;p84"/>
          <p:cNvCxnSpPr>
            <a:stCxn id="1543" idx="6"/>
            <a:endCxn id="1586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8" name="Google Shape;1588;p84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9" name="Google Shape;1589;p84"/>
          <p:cNvCxnSpPr>
            <a:stCxn id="1588" idx="0"/>
            <a:endCxn id="1586" idx="0"/>
          </p:cNvCxnSpPr>
          <p:nvPr/>
        </p:nvCxnSpPr>
        <p:spPr>
          <a:xfrm flipH="1" rot="-5400000">
            <a:off x="2849763" y="1333175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90" name="Google Shape;1590;p84"/>
          <p:cNvCxnSpPr>
            <a:stCxn id="1586" idx="6"/>
            <a:endCxn id="1584" idx="6"/>
          </p:cNvCxnSpPr>
          <p:nvPr/>
        </p:nvCxnSpPr>
        <p:spPr>
          <a:xfrm>
            <a:off x="3472975" y="1940063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91" name="Google Shape;1591;p84"/>
          <p:cNvCxnSpPr>
            <a:stCxn id="1584" idx="4"/>
            <a:endCxn id="1582" idx="4"/>
          </p:cNvCxnSpPr>
          <p:nvPr/>
        </p:nvCxnSpPr>
        <p:spPr>
          <a:xfrm rot="5400000">
            <a:off x="2849725" y="287275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85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597" name="Google Shape;1597;p85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85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85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85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85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85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85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85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5" name="Google Shape;1605;p85"/>
          <p:cNvCxnSpPr>
            <a:stCxn id="1598" idx="2"/>
            <a:endCxn id="1597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6" name="Google Shape;1606;p85"/>
          <p:cNvCxnSpPr>
            <a:stCxn id="1597" idx="4"/>
            <a:endCxn id="1599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7" name="Google Shape;1607;p85"/>
          <p:cNvCxnSpPr>
            <a:stCxn id="1598" idx="6"/>
            <a:endCxn id="1600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8" name="Google Shape;1608;p85"/>
          <p:cNvCxnSpPr>
            <a:stCxn id="1600" idx="6"/>
            <a:endCxn id="1603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9" name="Google Shape;1609;p85"/>
          <p:cNvCxnSpPr>
            <a:stCxn id="1603" idx="4"/>
            <a:endCxn id="1604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0" name="Google Shape;1610;p85"/>
          <p:cNvCxnSpPr>
            <a:stCxn id="1600" idx="4"/>
            <a:endCxn id="1602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1" name="Google Shape;1611;p85"/>
          <p:cNvCxnSpPr>
            <a:stCxn id="1602" idx="6"/>
            <a:endCxn id="1604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2" name="Google Shape;1612;p85"/>
          <p:cNvCxnSpPr>
            <a:stCxn id="1602" idx="2"/>
            <a:endCxn id="1601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3" name="Google Shape;1613;p85"/>
          <p:cNvCxnSpPr>
            <a:stCxn id="1601" idx="0"/>
            <a:endCxn id="1600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4" name="Google Shape;1614;p85"/>
          <p:cNvCxnSpPr>
            <a:stCxn id="1598" idx="4"/>
            <a:endCxn id="1601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5" name="Google Shape;1615;p85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85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7" name="Google Shape;1617;p85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18" name="Google Shape;1618;p85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19" name="Google Shape;1619;p85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20" name="Google Shape;1620;p85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85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622" name="Google Shape;1622;p85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623" name="Google Shape;1623;p85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85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25" name="Google Shape;1625;p85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26" name="Google Shape;1626;p85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27" name="Google Shape;1627;p85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w    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28" name="Google Shape;1628;p85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9" name="Google Shape;1629;p85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0" name="Google Shape;1630;p85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1" name="Google Shape;1631;p85"/>
          <p:cNvCxnSpPr>
            <a:stCxn id="1630" idx="4"/>
            <a:endCxn id="1599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2" name="Google Shape;1632;p85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3" name="Google Shape;1633;p85"/>
          <p:cNvCxnSpPr>
            <a:stCxn id="1632" idx="2"/>
            <a:endCxn id="1630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34" name="Google Shape;1634;p85"/>
          <p:cNvCxnSpPr>
            <a:stCxn id="1630" idx="0"/>
            <a:endCxn id="1626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35" name="Google Shape;1635;p85"/>
          <p:cNvCxnSpPr>
            <a:stCxn id="1626" idx="4"/>
            <a:endCxn id="1601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6" name="Google Shape;1636;p85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7" name="Google Shape;1637;p85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8" name="Google Shape;1638;p85"/>
          <p:cNvCxnSpPr>
            <a:stCxn id="1602" idx="2"/>
            <a:endCxn id="1637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9" name="Google Shape;1639;p85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0" name="Google Shape;1640;p85"/>
          <p:cNvCxnSpPr>
            <a:stCxn id="1639" idx="6"/>
            <a:endCxn id="1604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1" name="Google Shape;1641;p85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2" name="Google Shape;1642;p85"/>
          <p:cNvCxnSpPr>
            <a:stCxn id="1603" idx="4"/>
            <a:endCxn id="1641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3" name="Google Shape;1643;p85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4" name="Google Shape;1644;p85"/>
          <p:cNvCxnSpPr>
            <a:stCxn id="1600" idx="6"/>
            <a:endCxn id="1643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5" name="Google Shape;1645;p85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6" name="Google Shape;1646;p85"/>
          <p:cNvCxnSpPr>
            <a:stCxn id="1645" idx="0"/>
            <a:endCxn id="1643" idx="0"/>
          </p:cNvCxnSpPr>
          <p:nvPr/>
        </p:nvCxnSpPr>
        <p:spPr>
          <a:xfrm flipH="1" rot="-5400000">
            <a:off x="2849763" y="1333175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47" name="Google Shape;1647;p85"/>
          <p:cNvCxnSpPr>
            <a:stCxn id="1643" idx="6"/>
            <a:endCxn id="1641" idx="6"/>
          </p:cNvCxnSpPr>
          <p:nvPr/>
        </p:nvCxnSpPr>
        <p:spPr>
          <a:xfrm>
            <a:off x="3472975" y="1940063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48" name="Google Shape;1648;p85"/>
          <p:cNvCxnSpPr>
            <a:stCxn id="1641" idx="4"/>
            <a:endCxn id="1639" idx="4"/>
          </p:cNvCxnSpPr>
          <p:nvPr/>
        </p:nvCxnSpPr>
        <p:spPr>
          <a:xfrm rot="5400000">
            <a:off x="2849725" y="287275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49" name="Google Shape;1649;p85"/>
          <p:cNvCxnSpPr>
            <a:stCxn id="1639" idx="4"/>
            <a:endCxn id="1637" idx="4"/>
          </p:cNvCxnSpPr>
          <p:nvPr/>
        </p:nvCxnSpPr>
        <p:spPr>
          <a:xfrm rot="5400000">
            <a:off x="2108325" y="2873800"/>
            <a:ext cx="600" cy="740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86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655" name="Google Shape;1655;p86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86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86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86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86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86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86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86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3" name="Google Shape;1663;p86"/>
          <p:cNvCxnSpPr>
            <a:stCxn id="1656" idx="2"/>
            <a:endCxn id="1655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4" name="Google Shape;1664;p86"/>
          <p:cNvCxnSpPr>
            <a:stCxn id="1655" idx="4"/>
            <a:endCxn id="1657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5" name="Google Shape;1665;p86"/>
          <p:cNvCxnSpPr>
            <a:stCxn id="1656" idx="6"/>
            <a:endCxn id="1658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6" name="Google Shape;1666;p86"/>
          <p:cNvCxnSpPr>
            <a:stCxn id="1658" idx="6"/>
            <a:endCxn id="1661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7" name="Google Shape;1667;p86"/>
          <p:cNvCxnSpPr>
            <a:stCxn id="1661" idx="4"/>
            <a:endCxn id="1662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8" name="Google Shape;1668;p86"/>
          <p:cNvCxnSpPr>
            <a:stCxn id="1658" idx="4"/>
            <a:endCxn id="1660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9" name="Google Shape;1669;p86"/>
          <p:cNvCxnSpPr>
            <a:stCxn id="1660" idx="6"/>
            <a:endCxn id="1662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0" name="Google Shape;1670;p86"/>
          <p:cNvCxnSpPr>
            <a:stCxn id="1660" idx="2"/>
            <a:endCxn id="1659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1" name="Google Shape;1671;p86"/>
          <p:cNvCxnSpPr>
            <a:stCxn id="1659" idx="0"/>
            <a:endCxn id="1658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2" name="Google Shape;1672;p86"/>
          <p:cNvCxnSpPr>
            <a:stCxn id="1656" idx="4"/>
            <a:endCxn id="1659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3" name="Google Shape;1673;p86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86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5" name="Google Shape;1675;p86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76" name="Google Shape;1676;p86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77" name="Google Shape;1677;p86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78" name="Google Shape;1678;p86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86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680" name="Google Shape;1680;p86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681" name="Google Shape;1681;p86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86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83" name="Google Shape;1683;p86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84" name="Google Shape;1684;p86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85" name="Google Shape;1685;p86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      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86" name="Google Shape;1686;p86"/>
          <p:cNvSpPr txBox="1"/>
          <p:nvPr/>
        </p:nvSpPr>
        <p:spPr>
          <a:xfrm>
            <a:off x="695250" y="40267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7" name="Google Shape;1687;p86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8" name="Google Shape;1688;p86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9" name="Google Shape;1689;p86"/>
          <p:cNvCxnSpPr>
            <a:stCxn id="1688" idx="4"/>
            <a:endCxn id="1657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0" name="Google Shape;1690;p86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1" name="Google Shape;1691;p86"/>
          <p:cNvCxnSpPr>
            <a:stCxn id="1690" idx="2"/>
            <a:endCxn id="1688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92" name="Google Shape;1692;p86"/>
          <p:cNvCxnSpPr>
            <a:stCxn id="1688" idx="0"/>
            <a:endCxn id="1684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93" name="Google Shape;1693;p86"/>
          <p:cNvCxnSpPr>
            <a:stCxn id="1684" idx="4"/>
            <a:endCxn id="1659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4" name="Google Shape;1694;p86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5" name="Google Shape;1695;p86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6" name="Google Shape;1696;p86"/>
          <p:cNvCxnSpPr>
            <a:stCxn id="1660" idx="2"/>
            <a:endCxn id="1695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7" name="Google Shape;1697;p86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8" name="Google Shape;1698;p86"/>
          <p:cNvCxnSpPr>
            <a:stCxn id="1697" idx="6"/>
            <a:endCxn id="1662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9" name="Google Shape;1699;p86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0" name="Google Shape;1700;p86"/>
          <p:cNvCxnSpPr>
            <a:stCxn id="1661" idx="4"/>
            <a:endCxn id="1699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1" name="Google Shape;1701;p86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2" name="Google Shape;1702;p86"/>
          <p:cNvCxnSpPr>
            <a:stCxn id="1658" idx="6"/>
            <a:endCxn id="1701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3" name="Google Shape;1703;p86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4" name="Google Shape;1704;p86"/>
          <p:cNvCxnSpPr>
            <a:stCxn id="1703" idx="0"/>
            <a:endCxn id="1701" idx="0"/>
          </p:cNvCxnSpPr>
          <p:nvPr/>
        </p:nvCxnSpPr>
        <p:spPr>
          <a:xfrm flipH="1" rot="-5400000">
            <a:off x="2849763" y="1333175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705" name="Google Shape;1705;p86"/>
          <p:cNvCxnSpPr>
            <a:stCxn id="1701" idx="6"/>
            <a:endCxn id="1699" idx="6"/>
          </p:cNvCxnSpPr>
          <p:nvPr/>
        </p:nvCxnSpPr>
        <p:spPr>
          <a:xfrm>
            <a:off x="3472975" y="1940063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706" name="Google Shape;1706;p86"/>
          <p:cNvCxnSpPr>
            <a:stCxn id="1699" idx="4"/>
            <a:endCxn id="1697" idx="4"/>
          </p:cNvCxnSpPr>
          <p:nvPr/>
        </p:nvCxnSpPr>
        <p:spPr>
          <a:xfrm rot="5400000">
            <a:off x="2849725" y="287275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707" name="Google Shape;1707;p86"/>
          <p:cNvCxnSpPr>
            <a:stCxn id="1697" idx="4"/>
            <a:endCxn id="1695" idx="4"/>
          </p:cNvCxnSpPr>
          <p:nvPr/>
        </p:nvCxnSpPr>
        <p:spPr>
          <a:xfrm rot="5400000">
            <a:off x="2108325" y="2873800"/>
            <a:ext cx="600" cy="740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08" name="Google Shape;1708;p86"/>
          <p:cNvCxnSpPr>
            <a:stCxn id="1695" idx="2"/>
            <a:endCxn id="1684" idx="2"/>
          </p:cNvCxnSpPr>
          <p:nvPr/>
        </p:nvCxnSpPr>
        <p:spPr>
          <a:xfrm flipH="1" rot="10800000">
            <a:off x="148680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87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714" name="Google Shape;1714;p87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87"/>
          <p:cNvSpPr/>
          <p:nvPr/>
        </p:nvSpPr>
        <p:spPr>
          <a:xfrm>
            <a:off x="1486800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87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87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87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87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87"/>
          <p:cNvSpPr/>
          <p:nvPr/>
        </p:nvSpPr>
        <p:spPr>
          <a:xfrm>
            <a:off x="2967450" y="1704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87"/>
          <p:cNvSpPr/>
          <p:nvPr/>
        </p:nvSpPr>
        <p:spPr>
          <a:xfrm>
            <a:off x="2967450" y="27718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2" name="Google Shape;1722;p87"/>
          <p:cNvCxnSpPr>
            <a:stCxn id="1715" idx="2"/>
            <a:endCxn id="1714" idx="6"/>
          </p:cNvCxnSpPr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3" name="Google Shape;1723;p87"/>
          <p:cNvCxnSpPr>
            <a:stCxn id="1714" idx="4"/>
            <a:endCxn id="1716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4" name="Google Shape;1724;p87"/>
          <p:cNvCxnSpPr>
            <a:stCxn id="1715" idx="6"/>
            <a:endCxn id="1717" idx="2"/>
          </p:cNvCxnSpPr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5" name="Google Shape;1725;p87"/>
          <p:cNvCxnSpPr>
            <a:stCxn id="1717" idx="6"/>
            <a:endCxn id="1720" idx="2"/>
          </p:cNvCxnSpPr>
          <p:nvPr/>
        </p:nvCxnSpPr>
        <p:spPr>
          <a:xfrm>
            <a:off x="2730513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6" name="Google Shape;1726;p87"/>
          <p:cNvCxnSpPr>
            <a:stCxn id="1720" idx="4"/>
            <a:endCxn id="1721" idx="0"/>
          </p:cNvCxnSpPr>
          <p:nvPr/>
        </p:nvCxnSpPr>
        <p:spPr>
          <a:xfrm>
            <a:off x="3219150" y="217601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7" name="Google Shape;1727;p87"/>
          <p:cNvCxnSpPr>
            <a:stCxn id="1717" idx="4"/>
            <a:endCxn id="1719" idx="0"/>
          </p:cNvCxnSpPr>
          <p:nvPr/>
        </p:nvCxnSpPr>
        <p:spPr>
          <a:xfrm>
            <a:off x="2478813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8" name="Google Shape;1728;p87"/>
          <p:cNvCxnSpPr>
            <a:stCxn id="1719" idx="6"/>
            <a:endCxn id="1721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9" name="Google Shape;1729;p87"/>
          <p:cNvCxnSpPr>
            <a:stCxn id="1719" idx="2"/>
            <a:endCxn id="1718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0" name="Google Shape;1730;p87"/>
          <p:cNvCxnSpPr>
            <a:stCxn id="1718" idx="0"/>
            <a:endCxn id="1717" idx="3"/>
          </p:cNvCxnSpPr>
          <p:nvPr/>
        </p:nvCxnSpPr>
        <p:spPr>
          <a:xfrm flipH="1" rot="10800000">
            <a:off x="1738500" y="2107000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1" name="Google Shape;1731;p87"/>
          <p:cNvCxnSpPr>
            <a:stCxn id="1715" idx="4"/>
            <a:endCxn id="1718" idx="0"/>
          </p:cNvCxnSpPr>
          <p:nvPr/>
        </p:nvCxnSpPr>
        <p:spPr>
          <a:xfrm>
            <a:off x="1738500" y="2176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2" name="Google Shape;1732;p87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87"/>
          <p:cNvSpPr txBox="1"/>
          <p:nvPr/>
        </p:nvSpPr>
        <p:spPr>
          <a:xfrm>
            <a:off x="3219200" y="14114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4" name="Google Shape;1734;p87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35" name="Google Shape;1735;p87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36" name="Google Shape;1736;p87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37" name="Google Shape;1737;p87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87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739" name="Google Shape;1739;p87"/>
          <p:cNvSpPr txBox="1"/>
          <p:nvPr/>
        </p:nvSpPr>
        <p:spPr>
          <a:xfrm>
            <a:off x="4373625" y="3540000"/>
            <a:ext cx="11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740" name="Google Shape;1740;p87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87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42" name="Google Shape;1742;p87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43" name="Google Shape;1743;p87"/>
          <p:cNvSpPr/>
          <p:nvPr/>
        </p:nvSpPr>
        <p:spPr>
          <a:xfrm>
            <a:off x="14868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44" name="Google Shape;1744;p87"/>
          <p:cNvGraphicFramePr/>
          <p:nvPr/>
        </p:nvGraphicFramePr>
        <p:xfrm>
          <a:off x="695238" y="35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45" name="Google Shape;1745;p87"/>
          <p:cNvSpPr txBox="1"/>
          <p:nvPr/>
        </p:nvSpPr>
        <p:spPr>
          <a:xfrm>
            <a:off x="630100" y="3965400"/>
            <a:ext cx="626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6" name="Google Shape;1746;p87"/>
          <p:cNvCxnSpPr/>
          <p:nvPr/>
        </p:nvCxnSpPr>
        <p:spPr>
          <a:xfrm rot="10800000">
            <a:off x="1194900" y="1940075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7" name="Google Shape;1747;p87"/>
          <p:cNvSpPr/>
          <p:nvPr/>
        </p:nvSpPr>
        <p:spPr>
          <a:xfrm>
            <a:off x="691450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8" name="Google Shape;1748;p87"/>
          <p:cNvCxnSpPr>
            <a:stCxn id="1747" idx="4"/>
            <a:endCxn id="1716" idx="0"/>
          </p:cNvCxnSpPr>
          <p:nvPr/>
        </p:nvCxnSpPr>
        <p:spPr>
          <a:xfrm>
            <a:off x="9431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9" name="Google Shape;1749;p87"/>
          <p:cNvSpPr/>
          <p:nvPr/>
        </p:nvSpPr>
        <p:spPr>
          <a:xfrm>
            <a:off x="69145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0" name="Google Shape;1750;p87"/>
          <p:cNvCxnSpPr>
            <a:stCxn id="1749" idx="2"/>
            <a:endCxn id="1747" idx="2"/>
          </p:cNvCxnSpPr>
          <p:nvPr/>
        </p:nvCxnSpPr>
        <p:spPr>
          <a:xfrm flipH="1" rot="10800000">
            <a:off x="69145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751" name="Google Shape;1751;p87"/>
          <p:cNvCxnSpPr>
            <a:stCxn id="1747" idx="0"/>
            <a:endCxn id="1743" idx="0"/>
          </p:cNvCxnSpPr>
          <p:nvPr/>
        </p:nvCxnSpPr>
        <p:spPr>
          <a:xfrm flipH="1" rot="-5400000">
            <a:off x="1340500" y="130677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752" name="Google Shape;1752;p87"/>
          <p:cNvCxnSpPr>
            <a:stCxn id="1743" idx="4"/>
            <a:endCxn id="1718" idx="0"/>
          </p:cNvCxnSpPr>
          <p:nvPr/>
        </p:nvCxnSpPr>
        <p:spPr>
          <a:xfrm>
            <a:off x="1738550" y="2176025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3" name="Google Shape;1753;p87"/>
          <p:cNvCxnSpPr/>
          <p:nvPr/>
        </p:nvCxnSpPr>
        <p:spPr>
          <a:xfrm>
            <a:off x="1990200" y="19400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4" name="Google Shape;1754;p87"/>
          <p:cNvSpPr/>
          <p:nvPr/>
        </p:nvSpPr>
        <p:spPr>
          <a:xfrm>
            <a:off x="1486800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5" name="Google Shape;1755;p87"/>
          <p:cNvCxnSpPr>
            <a:stCxn id="1719" idx="2"/>
            <a:endCxn id="1754" idx="6"/>
          </p:cNvCxnSpPr>
          <p:nvPr/>
        </p:nvCxnSpPr>
        <p:spPr>
          <a:xfrm rot="10800000">
            <a:off x="19901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6" name="Google Shape;1756;p87"/>
          <p:cNvSpPr/>
          <p:nvPr/>
        </p:nvSpPr>
        <p:spPr>
          <a:xfrm>
            <a:off x="222712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7" name="Google Shape;1757;p87"/>
          <p:cNvCxnSpPr>
            <a:stCxn id="1756" idx="6"/>
            <a:endCxn id="1721" idx="2"/>
          </p:cNvCxnSpPr>
          <p:nvPr/>
        </p:nvCxnSpPr>
        <p:spPr>
          <a:xfrm>
            <a:off x="2730525" y="3007750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8" name="Google Shape;1758;p87"/>
          <p:cNvSpPr/>
          <p:nvPr/>
        </p:nvSpPr>
        <p:spPr>
          <a:xfrm>
            <a:off x="2969575" y="27718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9" name="Google Shape;1759;p87"/>
          <p:cNvCxnSpPr>
            <a:stCxn id="1720" idx="4"/>
            <a:endCxn id="1758" idx="0"/>
          </p:cNvCxnSpPr>
          <p:nvPr/>
        </p:nvCxnSpPr>
        <p:spPr>
          <a:xfrm>
            <a:off x="3219150" y="2176013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0" name="Google Shape;1760;p87"/>
          <p:cNvSpPr/>
          <p:nvPr/>
        </p:nvSpPr>
        <p:spPr>
          <a:xfrm>
            <a:off x="2969575" y="17041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1" name="Google Shape;1761;p87"/>
          <p:cNvCxnSpPr>
            <a:stCxn id="1717" idx="6"/>
            <a:endCxn id="1760" idx="2"/>
          </p:cNvCxnSpPr>
          <p:nvPr/>
        </p:nvCxnSpPr>
        <p:spPr>
          <a:xfrm>
            <a:off x="2730513" y="1940075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2" name="Google Shape;1762;p87"/>
          <p:cNvSpPr/>
          <p:nvPr/>
        </p:nvSpPr>
        <p:spPr>
          <a:xfrm>
            <a:off x="2227113" y="17041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3" name="Google Shape;1763;p87"/>
          <p:cNvCxnSpPr>
            <a:stCxn id="1762" idx="0"/>
            <a:endCxn id="1760" idx="0"/>
          </p:cNvCxnSpPr>
          <p:nvPr/>
        </p:nvCxnSpPr>
        <p:spPr>
          <a:xfrm flipH="1" rot="-5400000">
            <a:off x="2849763" y="1333175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764" name="Google Shape;1764;p87"/>
          <p:cNvCxnSpPr>
            <a:stCxn id="1760" idx="6"/>
            <a:endCxn id="1758" idx="6"/>
          </p:cNvCxnSpPr>
          <p:nvPr/>
        </p:nvCxnSpPr>
        <p:spPr>
          <a:xfrm>
            <a:off x="3472975" y="1940063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765" name="Google Shape;1765;p87"/>
          <p:cNvCxnSpPr>
            <a:stCxn id="1758" idx="4"/>
            <a:endCxn id="1756" idx="4"/>
          </p:cNvCxnSpPr>
          <p:nvPr/>
        </p:nvCxnSpPr>
        <p:spPr>
          <a:xfrm rot="5400000">
            <a:off x="2849725" y="287275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766" name="Google Shape;1766;p87"/>
          <p:cNvCxnSpPr>
            <a:stCxn id="1756" idx="4"/>
            <a:endCxn id="1754" idx="4"/>
          </p:cNvCxnSpPr>
          <p:nvPr/>
        </p:nvCxnSpPr>
        <p:spPr>
          <a:xfrm rot="5400000">
            <a:off x="2108325" y="2873800"/>
            <a:ext cx="600" cy="740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67" name="Google Shape;1767;p87"/>
          <p:cNvCxnSpPr>
            <a:stCxn id="1754" idx="2"/>
            <a:endCxn id="1743" idx="2"/>
          </p:cNvCxnSpPr>
          <p:nvPr/>
        </p:nvCxnSpPr>
        <p:spPr>
          <a:xfrm flipH="1" rot="10800000">
            <a:off x="1486800" y="194005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768" name="Google Shape;1768;p87"/>
          <p:cNvSpPr txBox="1"/>
          <p:nvPr/>
        </p:nvSpPr>
        <p:spPr>
          <a:xfrm>
            <a:off x="630100" y="42869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Since stack is empty, DFS has traversed all vertices!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88"/>
          <p:cNvSpPr txBox="1"/>
          <p:nvPr>
            <p:ph type="title"/>
          </p:nvPr>
        </p:nvSpPr>
        <p:spPr>
          <a:xfrm>
            <a:off x="721606" y="8017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1774" name="Google Shape;1774;p88"/>
          <p:cNvSpPr/>
          <p:nvPr/>
        </p:nvSpPr>
        <p:spPr>
          <a:xfrm>
            <a:off x="959725" y="21996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88"/>
          <p:cNvSpPr/>
          <p:nvPr/>
        </p:nvSpPr>
        <p:spPr>
          <a:xfrm>
            <a:off x="1755075" y="21996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88"/>
          <p:cNvSpPr/>
          <p:nvPr/>
        </p:nvSpPr>
        <p:spPr>
          <a:xfrm>
            <a:off x="959725" y="32672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88"/>
          <p:cNvSpPr/>
          <p:nvPr/>
        </p:nvSpPr>
        <p:spPr>
          <a:xfrm>
            <a:off x="2495388" y="21996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88"/>
          <p:cNvSpPr/>
          <p:nvPr/>
        </p:nvSpPr>
        <p:spPr>
          <a:xfrm>
            <a:off x="1755075" y="32672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88"/>
          <p:cNvSpPr/>
          <p:nvPr/>
        </p:nvSpPr>
        <p:spPr>
          <a:xfrm>
            <a:off x="2495400" y="32672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88"/>
          <p:cNvSpPr/>
          <p:nvPr/>
        </p:nvSpPr>
        <p:spPr>
          <a:xfrm>
            <a:off x="3235725" y="219958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88"/>
          <p:cNvSpPr/>
          <p:nvPr/>
        </p:nvSpPr>
        <p:spPr>
          <a:xfrm>
            <a:off x="3235725" y="32672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2" name="Google Shape;1782;p88"/>
          <p:cNvCxnSpPr>
            <a:stCxn id="1775" idx="2"/>
            <a:endCxn id="1774" idx="6"/>
          </p:cNvCxnSpPr>
          <p:nvPr/>
        </p:nvCxnSpPr>
        <p:spPr>
          <a:xfrm rot="10800000">
            <a:off x="1463175" y="2435550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3" name="Google Shape;1783;p88"/>
          <p:cNvCxnSpPr>
            <a:stCxn id="1774" idx="4"/>
            <a:endCxn id="1776" idx="0"/>
          </p:cNvCxnSpPr>
          <p:nvPr/>
        </p:nvCxnSpPr>
        <p:spPr>
          <a:xfrm>
            <a:off x="1211425" y="267150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4" name="Google Shape;1784;p88"/>
          <p:cNvCxnSpPr>
            <a:stCxn id="1775" idx="6"/>
            <a:endCxn id="1777" idx="2"/>
          </p:cNvCxnSpPr>
          <p:nvPr/>
        </p:nvCxnSpPr>
        <p:spPr>
          <a:xfrm>
            <a:off x="2258475" y="24355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5" name="Google Shape;1785;p88"/>
          <p:cNvCxnSpPr>
            <a:stCxn id="1777" idx="6"/>
            <a:endCxn id="1780" idx="2"/>
          </p:cNvCxnSpPr>
          <p:nvPr/>
        </p:nvCxnSpPr>
        <p:spPr>
          <a:xfrm>
            <a:off x="2998788" y="24355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6" name="Google Shape;1786;p88"/>
          <p:cNvCxnSpPr>
            <a:stCxn id="1780" idx="4"/>
            <a:endCxn id="1781" idx="0"/>
          </p:cNvCxnSpPr>
          <p:nvPr/>
        </p:nvCxnSpPr>
        <p:spPr>
          <a:xfrm>
            <a:off x="3487425" y="2671488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7" name="Google Shape;1787;p88"/>
          <p:cNvCxnSpPr>
            <a:stCxn id="1777" idx="4"/>
            <a:endCxn id="1779" idx="0"/>
          </p:cNvCxnSpPr>
          <p:nvPr/>
        </p:nvCxnSpPr>
        <p:spPr>
          <a:xfrm>
            <a:off x="2747088" y="267150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8" name="Google Shape;1788;p88"/>
          <p:cNvCxnSpPr>
            <a:stCxn id="1779" idx="6"/>
            <a:endCxn id="1781" idx="2"/>
          </p:cNvCxnSpPr>
          <p:nvPr/>
        </p:nvCxnSpPr>
        <p:spPr>
          <a:xfrm>
            <a:off x="2998800" y="350322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9" name="Google Shape;1789;p88"/>
          <p:cNvCxnSpPr>
            <a:stCxn id="1779" idx="2"/>
            <a:endCxn id="1778" idx="6"/>
          </p:cNvCxnSpPr>
          <p:nvPr/>
        </p:nvCxnSpPr>
        <p:spPr>
          <a:xfrm rot="10800000">
            <a:off x="2258400" y="350322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0" name="Google Shape;1790;p88"/>
          <p:cNvCxnSpPr>
            <a:stCxn id="1778" idx="0"/>
            <a:endCxn id="1777" idx="3"/>
          </p:cNvCxnSpPr>
          <p:nvPr/>
        </p:nvCxnSpPr>
        <p:spPr>
          <a:xfrm flipH="1" rot="10800000">
            <a:off x="2006775" y="2602475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1" name="Google Shape;1791;p88"/>
          <p:cNvCxnSpPr>
            <a:stCxn id="1775" idx="4"/>
            <a:endCxn id="1778" idx="0"/>
          </p:cNvCxnSpPr>
          <p:nvPr/>
        </p:nvCxnSpPr>
        <p:spPr>
          <a:xfrm>
            <a:off x="2006775" y="267150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2" name="Google Shape;1792;p88"/>
          <p:cNvSpPr txBox="1"/>
          <p:nvPr/>
        </p:nvSpPr>
        <p:spPr>
          <a:xfrm>
            <a:off x="-286125" y="1718500"/>
            <a:ext cx="503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88"/>
          <p:cNvSpPr/>
          <p:nvPr/>
        </p:nvSpPr>
        <p:spPr>
          <a:xfrm>
            <a:off x="1755125" y="21996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4" name="Google Shape;1794;p88"/>
          <p:cNvCxnSpPr/>
          <p:nvPr/>
        </p:nvCxnSpPr>
        <p:spPr>
          <a:xfrm rot="10800000">
            <a:off x="1463175" y="2435550"/>
            <a:ext cx="29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5" name="Google Shape;1795;p88"/>
          <p:cNvSpPr/>
          <p:nvPr/>
        </p:nvSpPr>
        <p:spPr>
          <a:xfrm>
            <a:off x="959725" y="21996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6" name="Google Shape;1796;p88"/>
          <p:cNvCxnSpPr>
            <a:stCxn id="1795" idx="4"/>
            <a:endCxn id="1776" idx="0"/>
          </p:cNvCxnSpPr>
          <p:nvPr/>
        </p:nvCxnSpPr>
        <p:spPr>
          <a:xfrm>
            <a:off x="1211425" y="2671500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7" name="Google Shape;1797;p88"/>
          <p:cNvSpPr/>
          <p:nvPr/>
        </p:nvSpPr>
        <p:spPr>
          <a:xfrm>
            <a:off x="959725" y="32672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8" name="Google Shape;1798;p88"/>
          <p:cNvCxnSpPr>
            <a:stCxn id="1797" idx="2"/>
            <a:endCxn id="1795" idx="2"/>
          </p:cNvCxnSpPr>
          <p:nvPr/>
        </p:nvCxnSpPr>
        <p:spPr>
          <a:xfrm flipH="1" rot="10800000">
            <a:off x="959725" y="243552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799" name="Google Shape;1799;p88"/>
          <p:cNvCxnSpPr>
            <a:stCxn id="1795" idx="0"/>
            <a:endCxn id="1793" idx="0"/>
          </p:cNvCxnSpPr>
          <p:nvPr/>
        </p:nvCxnSpPr>
        <p:spPr>
          <a:xfrm flipH="1" rot="-5400000">
            <a:off x="1608775" y="1802250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800" name="Google Shape;1800;p88"/>
          <p:cNvCxnSpPr>
            <a:stCxn id="1793" idx="4"/>
            <a:endCxn id="1778" idx="0"/>
          </p:cNvCxnSpPr>
          <p:nvPr/>
        </p:nvCxnSpPr>
        <p:spPr>
          <a:xfrm>
            <a:off x="2006825" y="2671500"/>
            <a:ext cx="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1" name="Google Shape;1801;p88"/>
          <p:cNvCxnSpPr/>
          <p:nvPr/>
        </p:nvCxnSpPr>
        <p:spPr>
          <a:xfrm>
            <a:off x="2258475" y="24355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2" name="Google Shape;1802;p88"/>
          <p:cNvSpPr/>
          <p:nvPr/>
        </p:nvSpPr>
        <p:spPr>
          <a:xfrm>
            <a:off x="1755075" y="32672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3" name="Google Shape;1803;p88"/>
          <p:cNvCxnSpPr>
            <a:stCxn id="1779" idx="2"/>
            <a:endCxn id="1802" idx="6"/>
          </p:cNvCxnSpPr>
          <p:nvPr/>
        </p:nvCxnSpPr>
        <p:spPr>
          <a:xfrm rot="10800000">
            <a:off x="2258400" y="3503225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4" name="Google Shape;1804;p88"/>
          <p:cNvSpPr/>
          <p:nvPr/>
        </p:nvSpPr>
        <p:spPr>
          <a:xfrm>
            <a:off x="2495400" y="32672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5" name="Google Shape;1805;p88"/>
          <p:cNvCxnSpPr>
            <a:stCxn id="1804" idx="6"/>
            <a:endCxn id="1781" idx="2"/>
          </p:cNvCxnSpPr>
          <p:nvPr/>
        </p:nvCxnSpPr>
        <p:spPr>
          <a:xfrm>
            <a:off x="2998800" y="3503225"/>
            <a:ext cx="237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6" name="Google Shape;1806;p88"/>
          <p:cNvSpPr/>
          <p:nvPr/>
        </p:nvSpPr>
        <p:spPr>
          <a:xfrm>
            <a:off x="3237850" y="32672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7" name="Google Shape;1807;p88"/>
          <p:cNvCxnSpPr>
            <a:stCxn id="1780" idx="4"/>
            <a:endCxn id="1806" idx="0"/>
          </p:cNvCxnSpPr>
          <p:nvPr/>
        </p:nvCxnSpPr>
        <p:spPr>
          <a:xfrm>
            <a:off x="3487425" y="2671488"/>
            <a:ext cx="2100" cy="5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8" name="Google Shape;1808;p88"/>
          <p:cNvSpPr/>
          <p:nvPr/>
        </p:nvSpPr>
        <p:spPr>
          <a:xfrm>
            <a:off x="3237850" y="219958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9" name="Google Shape;1809;p88"/>
          <p:cNvCxnSpPr>
            <a:stCxn id="1777" idx="6"/>
            <a:endCxn id="1808" idx="2"/>
          </p:cNvCxnSpPr>
          <p:nvPr/>
        </p:nvCxnSpPr>
        <p:spPr>
          <a:xfrm>
            <a:off x="2998788" y="2435550"/>
            <a:ext cx="23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0" name="Google Shape;1810;p88"/>
          <p:cNvSpPr/>
          <p:nvPr/>
        </p:nvSpPr>
        <p:spPr>
          <a:xfrm>
            <a:off x="2495388" y="21996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1" name="Google Shape;1811;p88"/>
          <p:cNvCxnSpPr>
            <a:stCxn id="1810" idx="0"/>
            <a:endCxn id="1808" idx="0"/>
          </p:cNvCxnSpPr>
          <p:nvPr/>
        </p:nvCxnSpPr>
        <p:spPr>
          <a:xfrm flipH="1" rot="-5400000">
            <a:off x="3118038" y="1828650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812" name="Google Shape;1812;p88"/>
          <p:cNvCxnSpPr>
            <a:stCxn id="1808" idx="6"/>
            <a:endCxn id="1806" idx="6"/>
          </p:cNvCxnSpPr>
          <p:nvPr/>
        </p:nvCxnSpPr>
        <p:spPr>
          <a:xfrm>
            <a:off x="3741250" y="2435538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813" name="Google Shape;1813;p88"/>
          <p:cNvCxnSpPr>
            <a:stCxn id="1802" idx="2"/>
            <a:endCxn id="1793" idx="2"/>
          </p:cNvCxnSpPr>
          <p:nvPr/>
        </p:nvCxnSpPr>
        <p:spPr>
          <a:xfrm flipH="1" rot="10800000">
            <a:off x="1755075" y="243552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814" name="Google Shape;1814;p88"/>
          <p:cNvSpPr txBox="1"/>
          <p:nvPr/>
        </p:nvSpPr>
        <p:spPr>
          <a:xfrm>
            <a:off x="4876100" y="23439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DFS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traversal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will be,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 r, v, w, x, y, u, t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89"/>
          <p:cNvSpPr txBox="1"/>
          <p:nvPr>
            <p:ph type="title"/>
          </p:nvPr>
        </p:nvSpPr>
        <p:spPr>
          <a:xfrm>
            <a:off x="750281" y="80170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DFS </a:t>
            </a:r>
            <a:r>
              <a:rPr lang="en"/>
              <a:t>Pseudocode</a:t>
            </a:r>
            <a:endParaRPr/>
          </a:p>
        </p:txBody>
      </p:sp>
      <p:sp>
        <p:nvSpPr>
          <p:cNvPr id="1820" name="Google Shape;1820;p89"/>
          <p:cNvSpPr txBox="1"/>
          <p:nvPr>
            <p:ph idx="1" type="body"/>
          </p:nvPr>
        </p:nvSpPr>
        <p:spPr>
          <a:xfrm>
            <a:off x="750278" y="1469272"/>
            <a:ext cx="5278200" cy="3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[],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[],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[],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B3B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rgbClr val="3B3B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endParaRPr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each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vertex v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Є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Adj[s]</a:t>
            </a:r>
            <a:endParaRPr>
              <a:solidFill>
                <a:srgbClr val="3B3B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[v] = </a:t>
            </a:r>
            <a:r>
              <a:rPr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, v)</a:t>
            </a:r>
            <a:endParaRPr>
              <a:solidFill>
                <a:srgbClr val="3B3B3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>
                <a:solidFill>
                  <a:srgbClr val="3B3B3B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endParaRPr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90"/>
          <p:cNvSpPr txBox="1"/>
          <p:nvPr>
            <p:ph type="title"/>
          </p:nvPr>
        </p:nvSpPr>
        <p:spPr>
          <a:xfrm>
            <a:off x="734556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DFS Properties</a:t>
            </a:r>
            <a:endParaRPr/>
          </a:p>
        </p:txBody>
      </p:sp>
      <p:sp>
        <p:nvSpPr>
          <p:cNvPr id="1826" name="Google Shape;1826;p90"/>
          <p:cNvSpPr txBox="1"/>
          <p:nvPr>
            <p:ph idx="1" type="body"/>
          </p:nvPr>
        </p:nvSpPr>
        <p:spPr>
          <a:xfrm>
            <a:off x="734553" y="1484997"/>
            <a:ext cx="52782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Solution is not always guaranteed.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Can be useful for detection of cycles in a graph.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 case of directed graph, not all vertices may be explored.</a:t>
            </a:r>
            <a:endParaRPr sz="1600"/>
          </a:p>
        </p:txBody>
      </p:sp>
      <p:sp>
        <p:nvSpPr>
          <p:cNvPr id="1827" name="Google Shape;1827;p90"/>
          <p:cNvSpPr txBox="1"/>
          <p:nvPr/>
        </p:nvSpPr>
        <p:spPr>
          <a:xfrm>
            <a:off x="967375" y="279195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Time Complexity: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O(n + m)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Space Complexity: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 + m)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91"/>
          <p:cNvSpPr txBox="1"/>
          <p:nvPr>
            <p:ph type="title"/>
          </p:nvPr>
        </p:nvSpPr>
        <p:spPr>
          <a:xfrm>
            <a:off x="734856" y="7466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Classification</a:t>
            </a:r>
            <a:endParaRPr/>
          </a:p>
        </p:txBody>
      </p:sp>
      <p:sp>
        <p:nvSpPr>
          <p:cNvPr id="1833" name="Google Shape;1833;p91"/>
          <p:cNvSpPr txBox="1"/>
          <p:nvPr/>
        </p:nvSpPr>
        <p:spPr>
          <a:xfrm>
            <a:off x="734850" y="1447100"/>
            <a:ext cx="3620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 the DFS traversal of this graph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91"/>
          <p:cNvSpPr/>
          <p:nvPr/>
        </p:nvSpPr>
        <p:spPr>
          <a:xfrm>
            <a:off x="1216175" y="21111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91"/>
          <p:cNvSpPr/>
          <p:nvPr/>
        </p:nvSpPr>
        <p:spPr>
          <a:xfrm>
            <a:off x="2011525" y="21111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91"/>
          <p:cNvSpPr/>
          <p:nvPr/>
        </p:nvSpPr>
        <p:spPr>
          <a:xfrm>
            <a:off x="1216175" y="3178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91"/>
          <p:cNvSpPr/>
          <p:nvPr/>
        </p:nvSpPr>
        <p:spPr>
          <a:xfrm>
            <a:off x="2751838" y="21111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91"/>
          <p:cNvSpPr/>
          <p:nvPr/>
        </p:nvSpPr>
        <p:spPr>
          <a:xfrm>
            <a:off x="2011525" y="3178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91"/>
          <p:cNvSpPr/>
          <p:nvPr/>
        </p:nvSpPr>
        <p:spPr>
          <a:xfrm>
            <a:off x="2751850" y="3178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91"/>
          <p:cNvSpPr/>
          <p:nvPr/>
        </p:nvSpPr>
        <p:spPr>
          <a:xfrm>
            <a:off x="3492175" y="21111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91"/>
          <p:cNvSpPr/>
          <p:nvPr/>
        </p:nvSpPr>
        <p:spPr>
          <a:xfrm>
            <a:off x="3492175" y="3178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2" name="Google Shape;1842;p91"/>
          <p:cNvCxnSpPr>
            <a:stCxn id="1835" idx="2"/>
            <a:endCxn id="1834" idx="6"/>
          </p:cNvCxnSpPr>
          <p:nvPr/>
        </p:nvCxnSpPr>
        <p:spPr>
          <a:xfrm rot="10800000">
            <a:off x="1719625" y="2347088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3" name="Google Shape;1843;p91"/>
          <p:cNvCxnSpPr>
            <a:stCxn id="1834" idx="4"/>
            <a:endCxn id="1836" idx="0"/>
          </p:cNvCxnSpPr>
          <p:nvPr/>
        </p:nvCxnSpPr>
        <p:spPr>
          <a:xfrm>
            <a:off x="1467875" y="2583038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4" name="Google Shape;1844;p91"/>
          <p:cNvCxnSpPr>
            <a:stCxn id="1835" idx="6"/>
            <a:endCxn id="1837" idx="2"/>
          </p:cNvCxnSpPr>
          <p:nvPr/>
        </p:nvCxnSpPr>
        <p:spPr>
          <a:xfrm>
            <a:off x="2514925" y="2347088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5" name="Google Shape;1845;p91"/>
          <p:cNvCxnSpPr>
            <a:stCxn id="1837" idx="6"/>
            <a:endCxn id="1840" idx="2"/>
          </p:cNvCxnSpPr>
          <p:nvPr/>
        </p:nvCxnSpPr>
        <p:spPr>
          <a:xfrm>
            <a:off x="3255238" y="2347088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46" name="Google Shape;1846;p91"/>
          <p:cNvCxnSpPr>
            <a:stCxn id="1840" idx="4"/>
            <a:endCxn id="1841" idx="0"/>
          </p:cNvCxnSpPr>
          <p:nvPr/>
        </p:nvCxnSpPr>
        <p:spPr>
          <a:xfrm>
            <a:off x="3743875" y="258302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47" name="Google Shape;1847;p91"/>
          <p:cNvCxnSpPr>
            <a:stCxn id="1837" idx="4"/>
            <a:endCxn id="1839" idx="0"/>
          </p:cNvCxnSpPr>
          <p:nvPr/>
        </p:nvCxnSpPr>
        <p:spPr>
          <a:xfrm>
            <a:off x="3003538" y="2583038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8" name="Google Shape;1848;p91"/>
          <p:cNvCxnSpPr>
            <a:stCxn id="1839" idx="6"/>
            <a:endCxn id="1841" idx="2"/>
          </p:cNvCxnSpPr>
          <p:nvPr/>
        </p:nvCxnSpPr>
        <p:spPr>
          <a:xfrm>
            <a:off x="3255250" y="3414763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9" name="Google Shape;1849;p91"/>
          <p:cNvCxnSpPr>
            <a:stCxn id="1839" idx="2"/>
            <a:endCxn id="1838" idx="6"/>
          </p:cNvCxnSpPr>
          <p:nvPr/>
        </p:nvCxnSpPr>
        <p:spPr>
          <a:xfrm rot="10800000">
            <a:off x="2514850" y="3414763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50" name="Google Shape;1850;p91"/>
          <p:cNvCxnSpPr>
            <a:stCxn id="1838" idx="0"/>
            <a:endCxn id="1837" idx="3"/>
          </p:cNvCxnSpPr>
          <p:nvPr/>
        </p:nvCxnSpPr>
        <p:spPr>
          <a:xfrm flipH="1" rot="10800000">
            <a:off x="2263225" y="2514013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51" name="Google Shape;1851;p91"/>
          <p:cNvCxnSpPr>
            <a:stCxn id="1835" idx="4"/>
            <a:endCxn id="1838" idx="0"/>
          </p:cNvCxnSpPr>
          <p:nvPr/>
        </p:nvCxnSpPr>
        <p:spPr>
          <a:xfrm>
            <a:off x="2263225" y="2583038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52" name="Google Shape;1852;p91"/>
          <p:cNvSpPr/>
          <p:nvPr/>
        </p:nvSpPr>
        <p:spPr>
          <a:xfrm>
            <a:off x="4918400" y="21456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91"/>
          <p:cNvSpPr/>
          <p:nvPr/>
        </p:nvSpPr>
        <p:spPr>
          <a:xfrm>
            <a:off x="5713750" y="21456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91"/>
          <p:cNvSpPr/>
          <p:nvPr/>
        </p:nvSpPr>
        <p:spPr>
          <a:xfrm>
            <a:off x="4918400" y="32133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91"/>
          <p:cNvSpPr/>
          <p:nvPr/>
        </p:nvSpPr>
        <p:spPr>
          <a:xfrm>
            <a:off x="6454063" y="21456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91"/>
          <p:cNvSpPr/>
          <p:nvPr/>
        </p:nvSpPr>
        <p:spPr>
          <a:xfrm>
            <a:off x="5713750" y="32133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91"/>
          <p:cNvSpPr/>
          <p:nvPr/>
        </p:nvSpPr>
        <p:spPr>
          <a:xfrm>
            <a:off x="6454075" y="32133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91"/>
          <p:cNvSpPr/>
          <p:nvPr/>
        </p:nvSpPr>
        <p:spPr>
          <a:xfrm>
            <a:off x="7194400" y="21456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91"/>
          <p:cNvSpPr/>
          <p:nvPr/>
        </p:nvSpPr>
        <p:spPr>
          <a:xfrm>
            <a:off x="7194400" y="32133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0" name="Google Shape;1860;p91"/>
          <p:cNvCxnSpPr>
            <a:stCxn id="1853" idx="2"/>
            <a:endCxn id="1852" idx="6"/>
          </p:cNvCxnSpPr>
          <p:nvPr/>
        </p:nvCxnSpPr>
        <p:spPr>
          <a:xfrm rot="10800000">
            <a:off x="5421850" y="2381600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1" name="Google Shape;1861;p91"/>
          <p:cNvCxnSpPr>
            <a:stCxn id="1852" idx="4"/>
            <a:endCxn id="1854" idx="0"/>
          </p:cNvCxnSpPr>
          <p:nvPr/>
        </p:nvCxnSpPr>
        <p:spPr>
          <a:xfrm>
            <a:off x="5170100" y="261755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2" name="Google Shape;1862;p91"/>
          <p:cNvCxnSpPr>
            <a:stCxn id="1853" idx="6"/>
            <a:endCxn id="1855" idx="2"/>
          </p:cNvCxnSpPr>
          <p:nvPr/>
        </p:nvCxnSpPr>
        <p:spPr>
          <a:xfrm>
            <a:off x="6217150" y="238160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3" name="Google Shape;1863;p91"/>
          <p:cNvCxnSpPr>
            <a:stCxn id="1855" idx="6"/>
            <a:endCxn id="1858" idx="2"/>
          </p:cNvCxnSpPr>
          <p:nvPr/>
        </p:nvCxnSpPr>
        <p:spPr>
          <a:xfrm>
            <a:off x="6957463" y="238160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4" name="Google Shape;1864;p91"/>
          <p:cNvCxnSpPr>
            <a:stCxn id="1858" idx="4"/>
            <a:endCxn id="1859" idx="0"/>
          </p:cNvCxnSpPr>
          <p:nvPr/>
        </p:nvCxnSpPr>
        <p:spPr>
          <a:xfrm>
            <a:off x="7446100" y="2617538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5" name="Google Shape;1865;p91"/>
          <p:cNvCxnSpPr>
            <a:stCxn id="1855" idx="4"/>
            <a:endCxn id="1857" idx="0"/>
          </p:cNvCxnSpPr>
          <p:nvPr/>
        </p:nvCxnSpPr>
        <p:spPr>
          <a:xfrm>
            <a:off x="6705763" y="261755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66" name="Google Shape;1866;p91"/>
          <p:cNvCxnSpPr>
            <a:stCxn id="1857" idx="6"/>
            <a:endCxn id="1859" idx="2"/>
          </p:cNvCxnSpPr>
          <p:nvPr/>
        </p:nvCxnSpPr>
        <p:spPr>
          <a:xfrm>
            <a:off x="6957475" y="34492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7" name="Google Shape;1867;p91"/>
          <p:cNvCxnSpPr>
            <a:stCxn id="1857" idx="2"/>
            <a:endCxn id="1856" idx="6"/>
          </p:cNvCxnSpPr>
          <p:nvPr/>
        </p:nvCxnSpPr>
        <p:spPr>
          <a:xfrm rot="10800000">
            <a:off x="6217075" y="34492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8" name="Google Shape;1868;p91"/>
          <p:cNvCxnSpPr>
            <a:stCxn id="1856" idx="0"/>
            <a:endCxn id="1855" idx="3"/>
          </p:cNvCxnSpPr>
          <p:nvPr/>
        </p:nvCxnSpPr>
        <p:spPr>
          <a:xfrm flipH="1" rot="10800000">
            <a:off x="5965450" y="2548525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69" name="Google Shape;1869;p91"/>
          <p:cNvCxnSpPr>
            <a:stCxn id="1853" idx="4"/>
            <a:endCxn id="1856" idx="0"/>
          </p:cNvCxnSpPr>
          <p:nvPr/>
        </p:nvCxnSpPr>
        <p:spPr>
          <a:xfrm>
            <a:off x="5965450" y="261755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0" name="Google Shape;1870;p91"/>
          <p:cNvSpPr/>
          <p:nvPr/>
        </p:nvSpPr>
        <p:spPr>
          <a:xfrm>
            <a:off x="5713800" y="21456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1" name="Google Shape;1871;p91"/>
          <p:cNvCxnSpPr/>
          <p:nvPr/>
        </p:nvCxnSpPr>
        <p:spPr>
          <a:xfrm rot="10800000">
            <a:off x="5421850" y="2381600"/>
            <a:ext cx="29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72" name="Google Shape;1872;p91"/>
          <p:cNvSpPr/>
          <p:nvPr/>
        </p:nvSpPr>
        <p:spPr>
          <a:xfrm>
            <a:off x="4918400" y="21456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3" name="Google Shape;1873;p91"/>
          <p:cNvCxnSpPr>
            <a:stCxn id="1872" idx="4"/>
            <a:endCxn id="1854" idx="0"/>
          </p:cNvCxnSpPr>
          <p:nvPr/>
        </p:nvCxnSpPr>
        <p:spPr>
          <a:xfrm>
            <a:off x="5170100" y="2617550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74" name="Google Shape;1874;p91"/>
          <p:cNvSpPr/>
          <p:nvPr/>
        </p:nvSpPr>
        <p:spPr>
          <a:xfrm>
            <a:off x="4918400" y="32133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5" name="Google Shape;1875;p91"/>
          <p:cNvCxnSpPr>
            <a:stCxn id="1874" idx="2"/>
            <a:endCxn id="1872" idx="2"/>
          </p:cNvCxnSpPr>
          <p:nvPr/>
        </p:nvCxnSpPr>
        <p:spPr>
          <a:xfrm flipH="1" rot="10800000">
            <a:off x="4918400" y="238157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876" name="Google Shape;1876;p91"/>
          <p:cNvCxnSpPr>
            <a:stCxn id="1872" idx="0"/>
            <a:endCxn id="1870" idx="0"/>
          </p:cNvCxnSpPr>
          <p:nvPr/>
        </p:nvCxnSpPr>
        <p:spPr>
          <a:xfrm flipH="1" rot="-5400000">
            <a:off x="5567450" y="1748300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877" name="Google Shape;1877;p91"/>
          <p:cNvCxnSpPr>
            <a:stCxn id="1870" idx="4"/>
            <a:endCxn id="1856" idx="0"/>
          </p:cNvCxnSpPr>
          <p:nvPr/>
        </p:nvCxnSpPr>
        <p:spPr>
          <a:xfrm>
            <a:off x="5965500" y="2617550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78" name="Google Shape;1878;p91"/>
          <p:cNvCxnSpPr/>
          <p:nvPr/>
        </p:nvCxnSpPr>
        <p:spPr>
          <a:xfrm>
            <a:off x="6217150" y="238160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79" name="Google Shape;1879;p91"/>
          <p:cNvSpPr/>
          <p:nvPr/>
        </p:nvSpPr>
        <p:spPr>
          <a:xfrm>
            <a:off x="5713750" y="32133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0" name="Google Shape;1880;p91"/>
          <p:cNvCxnSpPr>
            <a:stCxn id="1857" idx="2"/>
            <a:endCxn id="1879" idx="6"/>
          </p:cNvCxnSpPr>
          <p:nvPr/>
        </p:nvCxnSpPr>
        <p:spPr>
          <a:xfrm rot="10800000">
            <a:off x="6217075" y="3449275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881" name="Google Shape;1881;p91"/>
          <p:cNvSpPr/>
          <p:nvPr/>
        </p:nvSpPr>
        <p:spPr>
          <a:xfrm>
            <a:off x="6454075" y="32133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2" name="Google Shape;1882;p91"/>
          <p:cNvCxnSpPr>
            <a:stCxn id="1881" idx="6"/>
            <a:endCxn id="1859" idx="2"/>
          </p:cNvCxnSpPr>
          <p:nvPr/>
        </p:nvCxnSpPr>
        <p:spPr>
          <a:xfrm>
            <a:off x="6957475" y="3449275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83" name="Google Shape;1883;p91"/>
          <p:cNvSpPr/>
          <p:nvPr/>
        </p:nvSpPr>
        <p:spPr>
          <a:xfrm>
            <a:off x="7196525" y="32133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4" name="Google Shape;1884;p91"/>
          <p:cNvCxnSpPr>
            <a:stCxn id="1858" idx="4"/>
            <a:endCxn id="1883" idx="0"/>
          </p:cNvCxnSpPr>
          <p:nvPr/>
        </p:nvCxnSpPr>
        <p:spPr>
          <a:xfrm>
            <a:off x="7446100" y="2617538"/>
            <a:ext cx="210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885" name="Google Shape;1885;p91"/>
          <p:cNvSpPr/>
          <p:nvPr/>
        </p:nvSpPr>
        <p:spPr>
          <a:xfrm>
            <a:off x="7196525" y="21456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6" name="Google Shape;1886;p91"/>
          <p:cNvCxnSpPr>
            <a:stCxn id="1855" idx="6"/>
            <a:endCxn id="1885" idx="2"/>
          </p:cNvCxnSpPr>
          <p:nvPr/>
        </p:nvCxnSpPr>
        <p:spPr>
          <a:xfrm>
            <a:off x="6957463" y="2381600"/>
            <a:ext cx="239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887" name="Google Shape;1887;p91"/>
          <p:cNvSpPr/>
          <p:nvPr/>
        </p:nvSpPr>
        <p:spPr>
          <a:xfrm>
            <a:off x="6454063" y="21456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8" name="Google Shape;1888;p91"/>
          <p:cNvCxnSpPr>
            <a:stCxn id="1887" idx="0"/>
            <a:endCxn id="1885" idx="0"/>
          </p:cNvCxnSpPr>
          <p:nvPr/>
        </p:nvCxnSpPr>
        <p:spPr>
          <a:xfrm flipH="1" rot="-5400000">
            <a:off x="7076713" y="1774700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889" name="Google Shape;1889;p91"/>
          <p:cNvCxnSpPr>
            <a:stCxn id="1885" idx="6"/>
            <a:endCxn id="1883" idx="6"/>
          </p:cNvCxnSpPr>
          <p:nvPr/>
        </p:nvCxnSpPr>
        <p:spPr>
          <a:xfrm>
            <a:off x="7699925" y="2381588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890" name="Google Shape;1890;p91"/>
          <p:cNvCxnSpPr>
            <a:stCxn id="1879" idx="2"/>
            <a:endCxn id="1870" idx="2"/>
          </p:cNvCxnSpPr>
          <p:nvPr/>
        </p:nvCxnSpPr>
        <p:spPr>
          <a:xfrm flipH="1" rot="10800000">
            <a:off x="5713750" y="238157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891" name="Google Shape;1891;p91"/>
          <p:cNvSpPr/>
          <p:nvPr/>
        </p:nvSpPr>
        <p:spPr>
          <a:xfrm>
            <a:off x="3995572" y="2690423"/>
            <a:ext cx="562200" cy="31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69C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2" name="Google Shape;1892;p91"/>
          <p:cNvCxnSpPr/>
          <p:nvPr/>
        </p:nvCxnSpPr>
        <p:spPr>
          <a:xfrm rot="5400000">
            <a:off x="7128100" y="331370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893" name="Google Shape;1893;p91"/>
          <p:cNvCxnSpPr/>
          <p:nvPr/>
        </p:nvCxnSpPr>
        <p:spPr>
          <a:xfrm rot="5400000">
            <a:off x="6297400" y="3314275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92"/>
          <p:cNvSpPr txBox="1"/>
          <p:nvPr>
            <p:ph type="title"/>
          </p:nvPr>
        </p:nvSpPr>
        <p:spPr>
          <a:xfrm>
            <a:off x="687656" y="7623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 Classification</a:t>
            </a:r>
            <a:endParaRPr/>
          </a:p>
        </p:txBody>
      </p:sp>
      <p:sp>
        <p:nvSpPr>
          <p:cNvPr id="1899" name="Google Shape;1899;p92"/>
          <p:cNvSpPr txBox="1"/>
          <p:nvPr>
            <p:ph idx="1" type="body"/>
          </p:nvPr>
        </p:nvSpPr>
        <p:spPr>
          <a:xfrm>
            <a:off x="765999" y="1508575"/>
            <a:ext cx="7114500" cy="172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Based on the DFS Traversal of a particular graph, we can classify the edges of that particular graph into 4 categories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600"/>
              <a:t>Tree edge</a:t>
            </a:r>
            <a:endParaRPr sz="16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600"/>
              <a:t>Forward edge</a:t>
            </a:r>
            <a:endParaRPr sz="16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600"/>
              <a:t>Backward edge</a:t>
            </a:r>
            <a:endParaRPr sz="16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600"/>
              <a:t>Cross edge</a:t>
            </a:r>
            <a:endParaRPr sz="16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93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Edge</a:t>
            </a:r>
            <a:endParaRPr/>
          </a:p>
        </p:txBody>
      </p:sp>
      <p:sp>
        <p:nvSpPr>
          <p:cNvPr id="1905" name="Google Shape;1905;p93"/>
          <p:cNvSpPr/>
          <p:nvPr/>
        </p:nvSpPr>
        <p:spPr>
          <a:xfrm>
            <a:off x="6365081" y="1456525"/>
            <a:ext cx="436200" cy="41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93"/>
          <p:cNvSpPr/>
          <p:nvPr/>
        </p:nvSpPr>
        <p:spPr>
          <a:xfrm>
            <a:off x="6068702" y="2004997"/>
            <a:ext cx="436200" cy="41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p93"/>
          <p:cNvSpPr/>
          <p:nvPr/>
        </p:nvSpPr>
        <p:spPr>
          <a:xfrm>
            <a:off x="5817600" y="2553469"/>
            <a:ext cx="436200" cy="41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93"/>
          <p:cNvSpPr/>
          <p:nvPr/>
        </p:nvSpPr>
        <p:spPr>
          <a:xfrm>
            <a:off x="6698930" y="2004992"/>
            <a:ext cx="436200" cy="41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93"/>
          <p:cNvSpPr/>
          <p:nvPr/>
        </p:nvSpPr>
        <p:spPr>
          <a:xfrm>
            <a:off x="6960399" y="2567382"/>
            <a:ext cx="436200" cy="41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93"/>
          <p:cNvSpPr/>
          <p:nvPr/>
        </p:nvSpPr>
        <p:spPr>
          <a:xfrm>
            <a:off x="7272146" y="3164946"/>
            <a:ext cx="436200" cy="41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93"/>
          <p:cNvSpPr/>
          <p:nvPr/>
        </p:nvSpPr>
        <p:spPr>
          <a:xfrm>
            <a:off x="7535841" y="3641584"/>
            <a:ext cx="436200" cy="41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93"/>
          <p:cNvSpPr/>
          <p:nvPr/>
        </p:nvSpPr>
        <p:spPr>
          <a:xfrm>
            <a:off x="7783501" y="4118247"/>
            <a:ext cx="436200" cy="41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3" name="Google Shape;1913;p93"/>
          <p:cNvCxnSpPr>
            <a:stCxn id="1905" idx="3"/>
            <a:endCxn id="1906" idx="0"/>
          </p:cNvCxnSpPr>
          <p:nvPr/>
        </p:nvCxnSpPr>
        <p:spPr>
          <a:xfrm flipH="1">
            <a:off x="6286761" y="1808104"/>
            <a:ext cx="142200" cy="19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4" name="Google Shape;1914;p93"/>
          <p:cNvCxnSpPr>
            <a:stCxn id="1906" idx="3"/>
            <a:endCxn id="1907" idx="0"/>
          </p:cNvCxnSpPr>
          <p:nvPr/>
        </p:nvCxnSpPr>
        <p:spPr>
          <a:xfrm flipH="1">
            <a:off x="6035682" y="2356576"/>
            <a:ext cx="96900" cy="19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5" name="Google Shape;1915;p93"/>
          <p:cNvCxnSpPr>
            <a:stCxn id="1905" idx="5"/>
            <a:endCxn id="1908" idx="0"/>
          </p:cNvCxnSpPr>
          <p:nvPr/>
        </p:nvCxnSpPr>
        <p:spPr>
          <a:xfrm>
            <a:off x="6737401" y="1808104"/>
            <a:ext cx="179700" cy="19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6" name="Google Shape;1916;p93"/>
          <p:cNvCxnSpPr>
            <a:stCxn id="1908" idx="5"/>
            <a:endCxn id="1909" idx="0"/>
          </p:cNvCxnSpPr>
          <p:nvPr/>
        </p:nvCxnSpPr>
        <p:spPr>
          <a:xfrm>
            <a:off x="7071250" y="2356570"/>
            <a:ext cx="107100" cy="21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7" name="Google Shape;1917;p93"/>
          <p:cNvCxnSpPr>
            <a:stCxn id="1909" idx="5"/>
            <a:endCxn id="1910" idx="0"/>
          </p:cNvCxnSpPr>
          <p:nvPr/>
        </p:nvCxnSpPr>
        <p:spPr>
          <a:xfrm>
            <a:off x="7332719" y="2918960"/>
            <a:ext cx="157500" cy="24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8" name="Google Shape;1918;p93"/>
          <p:cNvCxnSpPr>
            <a:endCxn id="1911" idx="0"/>
          </p:cNvCxnSpPr>
          <p:nvPr/>
        </p:nvCxnSpPr>
        <p:spPr>
          <a:xfrm>
            <a:off x="7662741" y="3511084"/>
            <a:ext cx="91200" cy="13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9" name="Google Shape;1919;p93"/>
          <p:cNvCxnSpPr>
            <a:stCxn id="1911" idx="5"/>
            <a:endCxn id="1912" idx="0"/>
          </p:cNvCxnSpPr>
          <p:nvPr/>
        </p:nvCxnSpPr>
        <p:spPr>
          <a:xfrm>
            <a:off x="7908161" y="3993162"/>
            <a:ext cx="93300" cy="12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0" name="Google Shape;1920;p93"/>
          <p:cNvSpPr txBox="1"/>
          <p:nvPr/>
        </p:nvSpPr>
        <p:spPr>
          <a:xfrm>
            <a:off x="1324250" y="3650550"/>
            <a:ext cx="41919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edges (s, r), (r, v), (s, w), (w, x), (x, y), (y, u) and (u, t) are tree edges as these edges were used for the particular DFS Traversal.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93"/>
          <p:cNvSpPr/>
          <p:nvPr/>
        </p:nvSpPr>
        <p:spPr>
          <a:xfrm>
            <a:off x="4817238" y="2383050"/>
            <a:ext cx="755100" cy="3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69C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93"/>
          <p:cNvSpPr/>
          <p:nvPr/>
        </p:nvSpPr>
        <p:spPr>
          <a:xfrm>
            <a:off x="1552350" y="18728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93"/>
          <p:cNvSpPr/>
          <p:nvPr/>
        </p:nvSpPr>
        <p:spPr>
          <a:xfrm>
            <a:off x="2347700" y="18728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93"/>
          <p:cNvSpPr/>
          <p:nvPr/>
        </p:nvSpPr>
        <p:spPr>
          <a:xfrm>
            <a:off x="1552350" y="2940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93"/>
          <p:cNvSpPr/>
          <p:nvPr/>
        </p:nvSpPr>
        <p:spPr>
          <a:xfrm>
            <a:off x="3088013" y="18728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93"/>
          <p:cNvSpPr/>
          <p:nvPr/>
        </p:nvSpPr>
        <p:spPr>
          <a:xfrm>
            <a:off x="2347700" y="2940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p93"/>
          <p:cNvSpPr/>
          <p:nvPr/>
        </p:nvSpPr>
        <p:spPr>
          <a:xfrm>
            <a:off x="3088025" y="2940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93"/>
          <p:cNvSpPr/>
          <p:nvPr/>
        </p:nvSpPr>
        <p:spPr>
          <a:xfrm>
            <a:off x="3828350" y="18728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93"/>
          <p:cNvSpPr/>
          <p:nvPr/>
        </p:nvSpPr>
        <p:spPr>
          <a:xfrm>
            <a:off x="3828350" y="2940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0" name="Google Shape;1930;p93"/>
          <p:cNvCxnSpPr>
            <a:stCxn id="1923" idx="2"/>
            <a:endCxn id="1922" idx="6"/>
          </p:cNvCxnSpPr>
          <p:nvPr/>
        </p:nvCxnSpPr>
        <p:spPr>
          <a:xfrm rot="10800000">
            <a:off x="2055800" y="2108800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1" name="Google Shape;1931;p93"/>
          <p:cNvCxnSpPr>
            <a:stCxn id="1922" idx="4"/>
            <a:endCxn id="1924" idx="0"/>
          </p:cNvCxnSpPr>
          <p:nvPr/>
        </p:nvCxnSpPr>
        <p:spPr>
          <a:xfrm>
            <a:off x="1804050" y="234475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2" name="Google Shape;1932;p93"/>
          <p:cNvCxnSpPr>
            <a:stCxn id="1923" idx="6"/>
            <a:endCxn id="1925" idx="2"/>
          </p:cNvCxnSpPr>
          <p:nvPr/>
        </p:nvCxnSpPr>
        <p:spPr>
          <a:xfrm>
            <a:off x="2851100" y="210880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3" name="Google Shape;1933;p93"/>
          <p:cNvCxnSpPr>
            <a:stCxn id="1925" idx="6"/>
            <a:endCxn id="1928" idx="2"/>
          </p:cNvCxnSpPr>
          <p:nvPr/>
        </p:nvCxnSpPr>
        <p:spPr>
          <a:xfrm>
            <a:off x="3591413" y="210880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4" name="Google Shape;1934;p93"/>
          <p:cNvCxnSpPr>
            <a:stCxn id="1928" idx="4"/>
            <a:endCxn id="1929" idx="0"/>
          </p:cNvCxnSpPr>
          <p:nvPr/>
        </p:nvCxnSpPr>
        <p:spPr>
          <a:xfrm>
            <a:off x="4080050" y="2344738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5" name="Google Shape;1935;p93"/>
          <p:cNvCxnSpPr>
            <a:stCxn id="1925" idx="4"/>
            <a:endCxn id="1927" idx="0"/>
          </p:cNvCxnSpPr>
          <p:nvPr/>
        </p:nvCxnSpPr>
        <p:spPr>
          <a:xfrm>
            <a:off x="3339713" y="234475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36" name="Google Shape;1936;p93"/>
          <p:cNvCxnSpPr>
            <a:stCxn id="1927" idx="6"/>
            <a:endCxn id="1929" idx="2"/>
          </p:cNvCxnSpPr>
          <p:nvPr/>
        </p:nvCxnSpPr>
        <p:spPr>
          <a:xfrm>
            <a:off x="3591425" y="31764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7" name="Google Shape;1937;p93"/>
          <p:cNvCxnSpPr>
            <a:stCxn id="1927" idx="2"/>
            <a:endCxn id="1926" idx="6"/>
          </p:cNvCxnSpPr>
          <p:nvPr/>
        </p:nvCxnSpPr>
        <p:spPr>
          <a:xfrm rot="10800000">
            <a:off x="2851025" y="317647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8" name="Google Shape;1938;p93"/>
          <p:cNvCxnSpPr>
            <a:stCxn id="1926" idx="0"/>
            <a:endCxn id="1925" idx="3"/>
          </p:cNvCxnSpPr>
          <p:nvPr/>
        </p:nvCxnSpPr>
        <p:spPr>
          <a:xfrm flipH="1" rot="10800000">
            <a:off x="2599400" y="2275725"/>
            <a:ext cx="562200" cy="6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39" name="Google Shape;1939;p93"/>
          <p:cNvCxnSpPr>
            <a:stCxn id="1923" idx="4"/>
            <a:endCxn id="1926" idx="0"/>
          </p:cNvCxnSpPr>
          <p:nvPr/>
        </p:nvCxnSpPr>
        <p:spPr>
          <a:xfrm>
            <a:off x="2599400" y="234475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0" name="Google Shape;1940;p93"/>
          <p:cNvSpPr/>
          <p:nvPr/>
        </p:nvSpPr>
        <p:spPr>
          <a:xfrm>
            <a:off x="2347750" y="18728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1" name="Google Shape;1941;p93"/>
          <p:cNvCxnSpPr/>
          <p:nvPr/>
        </p:nvCxnSpPr>
        <p:spPr>
          <a:xfrm rot="10800000">
            <a:off x="2055800" y="2108800"/>
            <a:ext cx="29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42" name="Google Shape;1942;p93"/>
          <p:cNvSpPr/>
          <p:nvPr/>
        </p:nvSpPr>
        <p:spPr>
          <a:xfrm>
            <a:off x="1552350" y="18728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3" name="Google Shape;1943;p93"/>
          <p:cNvCxnSpPr>
            <a:stCxn id="1942" idx="4"/>
            <a:endCxn id="1924" idx="0"/>
          </p:cNvCxnSpPr>
          <p:nvPr/>
        </p:nvCxnSpPr>
        <p:spPr>
          <a:xfrm>
            <a:off x="1804050" y="2344750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44" name="Google Shape;1944;p93"/>
          <p:cNvSpPr/>
          <p:nvPr/>
        </p:nvSpPr>
        <p:spPr>
          <a:xfrm>
            <a:off x="1552350" y="29405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5" name="Google Shape;1945;p93"/>
          <p:cNvCxnSpPr>
            <a:stCxn id="1944" idx="2"/>
            <a:endCxn id="1942" idx="2"/>
          </p:cNvCxnSpPr>
          <p:nvPr/>
        </p:nvCxnSpPr>
        <p:spPr>
          <a:xfrm flipH="1" rot="10800000">
            <a:off x="1552350" y="210877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946" name="Google Shape;1946;p93"/>
          <p:cNvCxnSpPr>
            <a:stCxn id="1942" idx="0"/>
            <a:endCxn id="1940" idx="0"/>
          </p:cNvCxnSpPr>
          <p:nvPr/>
        </p:nvCxnSpPr>
        <p:spPr>
          <a:xfrm flipH="1" rot="-5400000">
            <a:off x="2201400" y="1475500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947" name="Google Shape;1947;p93"/>
          <p:cNvCxnSpPr>
            <a:stCxn id="1940" idx="4"/>
            <a:endCxn id="1926" idx="0"/>
          </p:cNvCxnSpPr>
          <p:nvPr/>
        </p:nvCxnSpPr>
        <p:spPr>
          <a:xfrm>
            <a:off x="2599450" y="2344750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48" name="Google Shape;1948;p93"/>
          <p:cNvCxnSpPr/>
          <p:nvPr/>
        </p:nvCxnSpPr>
        <p:spPr>
          <a:xfrm>
            <a:off x="2851100" y="210880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49" name="Google Shape;1949;p93"/>
          <p:cNvSpPr/>
          <p:nvPr/>
        </p:nvSpPr>
        <p:spPr>
          <a:xfrm>
            <a:off x="2347700" y="29405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0" name="Google Shape;1950;p93"/>
          <p:cNvCxnSpPr>
            <a:stCxn id="1927" idx="2"/>
            <a:endCxn id="1949" idx="6"/>
          </p:cNvCxnSpPr>
          <p:nvPr/>
        </p:nvCxnSpPr>
        <p:spPr>
          <a:xfrm rot="10800000">
            <a:off x="2851025" y="3176475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951" name="Google Shape;1951;p93"/>
          <p:cNvSpPr/>
          <p:nvPr/>
        </p:nvSpPr>
        <p:spPr>
          <a:xfrm>
            <a:off x="3088025" y="29405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2" name="Google Shape;1952;p93"/>
          <p:cNvCxnSpPr>
            <a:stCxn id="1951" idx="6"/>
            <a:endCxn id="1929" idx="2"/>
          </p:cNvCxnSpPr>
          <p:nvPr/>
        </p:nvCxnSpPr>
        <p:spPr>
          <a:xfrm>
            <a:off x="3591425" y="3176475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53" name="Google Shape;1953;p93"/>
          <p:cNvSpPr/>
          <p:nvPr/>
        </p:nvSpPr>
        <p:spPr>
          <a:xfrm>
            <a:off x="3830475" y="294052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4" name="Google Shape;1954;p93"/>
          <p:cNvCxnSpPr>
            <a:stCxn id="1928" idx="4"/>
            <a:endCxn id="1953" idx="0"/>
          </p:cNvCxnSpPr>
          <p:nvPr/>
        </p:nvCxnSpPr>
        <p:spPr>
          <a:xfrm>
            <a:off x="4080050" y="2344738"/>
            <a:ext cx="210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955" name="Google Shape;1955;p93"/>
          <p:cNvSpPr/>
          <p:nvPr/>
        </p:nvSpPr>
        <p:spPr>
          <a:xfrm>
            <a:off x="3830475" y="18728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6" name="Google Shape;1956;p93"/>
          <p:cNvCxnSpPr>
            <a:stCxn id="1925" idx="6"/>
            <a:endCxn id="1955" idx="2"/>
          </p:cNvCxnSpPr>
          <p:nvPr/>
        </p:nvCxnSpPr>
        <p:spPr>
          <a:xfrm>
            <a:off x="3591413" y="2108800"/>
            <a:ext cx="239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957" name="Google Shape;1957;p93"/>
          <p:cNvSpPr/>
          <p:nvPr/>
        </p:nvSpPr>
        <p:spPr>
          <a:xfrm>
            <a:off x="3088013" y="18728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8" name="Google Shape;1958;p93"/>
          <p:cNvCxnSpPr>
            <a:stCxn id="1957" idx="0"/>
            <a:endCxn id="1955" idx="0"/>
          </p:cNvCxnSpPr>
          <p:nvPr/>
        </p:nvCxnSpPr>
        <p:spPr>
          <a:xfrm flipH="1" rot="-5400000">
            <a:off x="3710663" y="1501900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959" name="Google Shape;1959;p93"/>
          <p:cNvCxnSpPr>
            <a:stCxn id="1955" idx="6"/>
            <a:endCxn id="1953" idx="6"/>
          </p:cNvCxnSpPr>
          <p:nvPr/>
        </p:nvCxnSpPr>
        <p:spPr>
          <a:xfrm>
            <a:off x="4333875" y="2108788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960" name="Google Shape;1960;p93"/>
          <p:cNvCxnSpPr>
            <a:stCxn id="1949" idx="2"/>
            <a:endCxn id="1940" idx="2"/>
          </p:cNvCxnSpPr>
          <p:nvPr/>
        </p:nvCxnSpPr>
        <p:spPr>
          <a:xfrm flipH="1" rot="10800000">
            <a:off x="2347700" y="210877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961" name="Google Shape;1961;p93"/>
          <p:cNvCxnSpPr/>
          <p:nvPr/>
        </p:nvCxnSpPr>
        <p:spPr>
          <a:xfrm rot="5400000">
            <a:off x="3762050" y="304090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962" name="Google Shape;1962;p93"/>
          <p:cNvCxnSpPr/>
          <p:nvPr/>
        </p:nvCxnSpPr>
        <p:spPr>
          <a:xfrm rot="5400000">
            <a:off x="2931350" y="3041475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94"/>
          <p:cNvSpPr txBox="1"/>
          <p:nvPr>
            <p:ph type="title"/>
          </p:nvPr>
        </p:nvSpPr>
        <p:spPr>
          <a:xfrm>
            <a:off x="773881" y="77810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Edge</a:t>
            </a:r>
            <a:endParaRPr/>
          </a:p>
        </p:txBody>
      </p:sp>
      <p:sp>
        <p:nvSpPr>
          <p:cNvPr id="1968" name="Google Shape;1968;p94"/>
          <p:cNvSpPr txBox="1"/>
          <p:nvPr>
            <p:ph idx="1" type="body"/>
          </p:nvPr>
        </p:nvSpPr>
        <p:spPr>
          <a:xfrm>
            <a:off x="773874" y="1524325"/>
            <a:ext cx="757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 edge (u, v) is forward edge if (u, v) is not a tree edge and </a:t>
            </a:r>
            <a:r>
              <a:rPr b="1" lang="en"/>
              <a:t>ancestor(v) = u.</a:t>
            </a:r>
            <a:endParaRPr b="1"/>
          </a:p>
        </p:txBody>
      </p:sp>
      <p:sp>
        <p:nvSpPr>
          <p:cNvPr id="1969" name="Google Shape;1969;p94"/>
          <p:cNvSpPr/>
          <p:nvPr/>
        </p:nvSpPr>
        <p:spPr>
          <a:xfrm>
            <a:off x="1434350" y="2358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0" name="Google Shape;1970;p94"/>
          <p:cNvSpPr/>
          <p:nvPr/>
        </p:nvSpPr>
        <p:spPr>
          <a:xfrm>
            <a:off x="2229700" y="2358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1" name="Google Shape;1971;p94"/>
          <p:cNvSpPr/>
          <p:nvPr/>
        </p:nvSpPr>
        <p:spPr>
          <a:xfrm>
            <a:off x="1434350" y="3425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2" name="Google Shape;1972;p94"/>
          <p:cNvSpPr/>
          <p:nvPr/>
        </p:nvSpPr>
        <p:spPr>
          <a:xfrm>
            <a:off x="2970013" y="2358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3" name="Google Shape;1973;p94"/>
          <p:cNvSpPr/>
          <p:nvPr/>
        </p:nvSpPr>
        <p:spPr>
          <a:xfrm>
            <a:off x="2229700" y="3425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4" name="Google Shape;1974;p94"/>
          <p:cNvSpPr/>
          <p:nvPr/>
        </p:nvSpPr>
        <p:spPr>
          <a:xfrm>
            <a:off x="2970025" y="3425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5" name="Google Shape;1975;p94"/>
          <p:cNvSpPr/>
          <p:nvPr/>
        </p:nvSpPr>
        <p:spPr>
          <a:xfrm>
            <a:off x="3710350" y="235798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6" name="Google Shape;1976;p94"/>
          <p:cNvSpPr/>
          <p:nvPr/>
        </p:nvSpPr>
        <p:spPr>
          <a:xfrm>
            <a:off x="3710350" y="3425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7" name="Google Shape;1977;p94"/>
          <p:cNvCxnSpPr>
            <a:stCxn id="1970" idx="2"/>
            <a:endCxn id="1969" idx="6"/>
          </p:cNvCxnSpPr>
          <p:nvPr/>
        </p:nvCxnSpPr>
        <p:spPr>
          <a:xfrm rot="10800000">
            <a:off x="1937800" y="2593950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8" name="Google Shape;1978;p94"/>
          <p:cNvCxnSpPr>
            <a:stCxn id="1969" idx="4"/>
            <a:endCxn id="1971" idx="0"/>
          </p:cNvCxnSpPr>
          <p:nvPr/>
        </p:nvCxnSpPr>
        <p:spPr>
          <a:xfrm>
            <a:off x="1686050" y="282990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9" name="Google Shape;1979;p94"/>
          <p:cNvCxnSpPr>
            <a:stCxn id="1970" idx="6"/>
            <a:endCxn id="1972" idx="2"/>
          </p:cNvCxnSpPr>
          <p:nvPr/>
        </p:nvCxnSpPr>
        <p:spPr>
          <a:xfrm>
            <a:off x="2733100" y="25939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0" name="Google Shape;1980;p94"/>
          <p:cNvCxnSpPr>
            <a:stCxn id="1972" idx="6"/>
            <a:endCxn id="1975" idx="2"/>
          </p:cNvCxnSpPr>
          <p:nvPr/>
        </p:nvCxnSpPr>
        <p:spPr>
          <a:xfrm>
            <a:off x="3473413" y="25939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1" name="Google Shape;1981;p94"/>
          <p:cNvCxnSpPr>
            <a:stCxn id="1975" idx="4"/>
            <a:endCxn id="1976" idx="0"/>
          </p:cNvCxnSpPr>
          <p:nvPr/>
        </p:nvCxnSpPr>
        <p:spPr>
          <a:xfrm>
            <a:off x="3962050" y="2829888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2" name="Google Shape;1982;p94"/>
          <p:cNvCxnSpPr>
            <a:stCxn id="1972" idx="4"/>
            <a:endCxn id="1974" idx="0"/>
          </p:cNvCxnSpPr>
          <p:nvPr/>
        </p:nvCxnSpPr>
        <p:spPr>
          <a:xfrm>
            <a:off x="3221713" y="282990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83" name="Google Shape;1983;p94"/>
          <p:cNvCxnSpPr>
            <a:stCxn id="1974" idx="6"/>
            <a:endCxn id="1976" idx="2"/>
          </p:cNvCxnSpPr>
          <p:nvPr/>
        </p:nvCxnSpPr>
        <p:spPr>
          <a:xfrm>
            <a:off x="3473425" y="366162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4" name="Google Shape;1984;p94"/>
          <p:cNvCxnSpPr>
            <a:stCxn id="1974" idx="2"/>
            <a:endCxn id="1973" idx="6"/>
          </p:cNvCxnSpPr>
          <p:nvPr/>
        </p:nvCxnSpPr>
        <p:spPr>
          <a:xfrm rot="10800000">
            <a:off x="2733025" y="366162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5" name="Google Shape;1985;p94"/>
          <p:cNvCxnSpPr>
            <a:stCxn id="1973" idx="0"/>
            <a:endCxn id="1972" idx="3"/>
          </p:cNvCxnSpPr>
          <p:nvPr/>
        </p:nvCxnSpPr>
        <p:spPr>
          <a:xfrm flipH="1" rot="10800000">
            <a:off x="2481400" y="2760875"/>
            <a:ext cx="562200" cy="66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86" name="Google Shape;1986;p94"/>
          <p:cNvCxnSpPr>
            <a:stCxn id="1970" idx="4"/>
            <a:endCxn id="1973" idx="0"/>
          </p:cNvCxnSpPr>
          <p:nvPr/>
        </p:nvCxnSpPr>
        <p:spPr>
          <a:xfrm>
            <a:off x="2481400" y="282990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7" name="Google Shape;1987;p94"/>
          <p:cNvSpPr/>
          <p:nvPr/>
        </p:nvSpPr>
        <p:spPr>
          <a:xfrm>
            <a:off x="2229750" y="23580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8" name="Google Shape;1988;p94"/>
          <p:cNvCxnSpPr/>
          <p:nvPr/>
        </p:nvCxnSpPr>
        <p:spPr>
          <a:xfrm rot="10800000">
            <a:off x="1937800" y="2593950"/>
            <a:ext cx="29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89" name="Google Shape;1989;p94"/>
          <p:cNvSpPr/>
          <p:nvPr/>
        </p:nvSpPr>
        <p:spPr>
          <a:xfrm>
            <a:off x="1434350" y="23580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0" name="Google Shape;1990;p94"/>
          <p:cNvCxnSpPr>
            <a:stCxn id="1989" idx="4"/>
            <a:endCxn id="1971" idx="0"/>
          </p:cNvCxnSpPr>
          <p:nvPr/>
        </p:nvCxnSpPr>
        <p:spPr>
          <a:xfrm>
            <a:off x="1686050" y="2829900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91" name="Google Shape;1991;p94"/>
          <p:cNvSpPr/>
          <p:nvPr/>
        </p:nvSpPr>
        <p:spPr>
          <a:xfrm>
            <a:off x="1434350" y="3425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2" name="Google Shape;1992;p94"/>
          <p:cNvCxnSpPr>
            <a:stCxn id="1991" idx="2"/>
            <a:endCxn id="1989" idx="2"/>
          </p:cNvCxnSpPr>
          <p:nvPr/>
        </p:nvCxnSpPr>
        <p:spPr>
          <a:xfrm flipH="1" rot="10800000">
            <a:off x="1434350" y="259392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993" name="Google Shape;1993;p94"/>
          <p:cNvCxnSpPr>
            <a:stCxn id="1989" idx="0"/>
            <a:endCxn id="1987" idx="0"/>
          </p:cNvCxnSpPr>
          <p:nvPr/>
        </p:nvCxnSpPr>
        <p:spPr>
          <a:xfrm flipH="1" rot="-5400000">
            <a:off x="2083400" y="1960650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994" name="Google Shape;1994;p94"/>
          <p:cNvCxnSpPr>
            <a:stCxn id="1987" idx="4"/>
            <a:endCxn id="1973" idx="0"/>
          </p:cNvCxnSpPr>
          <p:nvPr/>
        </p:nvCxnSpPr>
        <p:spPr>
          <a:xfrm>
            <a:off x="2481450" y="2829900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5" name="Google Shape;1995;p94"/>
          <p:cNvCxnSpPr/>
          <p:nvPr/>
        </p:nvCxnSpPr>
        <p:spPr>
          <a:xfrm>
            <a:off x="2733100" y="2593950"/>
            <a:ext cx="237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96" name="Google Shape;1996;p94"/>
          <p:cNvSpPr/>
          <p:nvPr/>
        </p:nvSpPr>
        <p:spPr>
          <a:xfrm>
            <a:off x="2229700" y="3425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7" name="Google Shape;1997;p94"/>
          <p:cNvCxnSpPr>
            <a:stCxn id="1974" idx="2"/>
            <a:endCxn id="1996" idx="6"/>
          </p:cNvCxnSpPr>
          <p:nvPr/>
        </p:nvCxnSpPr>
        <p:spPr>
          <a:xfrm rot="10800000">
            <a:off x="2733025" y="3661625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998" name="Google Shape;1998;p94"/>
          <p:cNvSpPr/>
          <p:nvPr/>
        </p:nvSpPr>
        <p:spPr>
          <a:xfrm>
            <a:off x="2970025" y="3425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9" name="Google Shape;1999;p94"/>
          <p:cNvCxnSpPr>
            <a:stCxn id="1998" idx="6"/>
            <a:endCxn id="1976" idx="2"/>
          </p:cNvCxnSpPr>
          <p:nvPr/>
        </p:nvCxnSpPr>
        <p:spPr>
          <a:xfrm>
            <a:off x="3473425" y="3661625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00" name="Google Shape;2000;p94"/>
          <p:cNvSpPr/>
          <p:nvPr/>
        </p:nvSpPr>
        <p:spPr>
          <a:xfrm>
            <a:off x="3712475" y="3425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1" name="Google Shape;2001;p94"/>
          <p:cNvCxnSpPr>
            <a:stCxn id="1975" idx="4"/>
            <a:endCxn id="2000" idx="0"/>
          </p:cNvCxnSpPr>
          <p:nvPr/>
        </p:nvCxnSpPr>
        <p:spPr>
          <a:xfrm>
            <a:off x="3962050" y="2829888"/>
            <a:ext cx="210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02" name="Google Shape;2002;p94"/>
          <p:cNvSpPr/>
          <p:nvPr/>
        </p:nvSpPr>
        <p:spPr>
          <a:xfrm>
            <a:off x="3712475" y="235798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3" name="Google Shape;2003;p94"/>
          <p:cNvCxnSpPr>
            <a:stCxn id="1972" idx="6"/>
            <a:endCxn id="2002" idx="2"/>
          </p:cNvCxnSpPr>
          <p:nvPr/>
        </p:nvCxnSpPr>
        <p:spPr>
          <a:xfrm>
            <a:off x="3473413" y="2593950"/>
            <a:ext cx="239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04" name="Google Shape;2004;p94"/>
          <p:cNvSpPr/>
          <p:nvPr/>
        </p:nvSpPr>
        <p:spPr>
          <a:xfrm>
            <a:off x="2970013" y="23580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5" name="Google Shape;2005;p94"/>
          <p:cNvCxnSpPr>
            <a:stCxn id="2004" idx="0"/>
            <a:endCxn id="2002" idx="0"/>
          </p:cNvCxnSpPr>
          <p:nvPr/>
        </p:nvCxnSpPr>
        <p:spPr>
          <a:xfrm flipH="1" rot="-5400000">
            <a:off x="3592663" y="1987050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06" name="Google Shape;2006;p94"/>
          <p:cNvCxnSpPr>
            <a:stCxn id="2002" idx="6"/>
            <a:endCxn id="2000" idx="6"/>
          </p:cNvCxnSpPr>
          <p:nvPr/>
        </p:nvCxnSpPr>
        <p:spPr>
          <a:xfrm>
            <a:off x="4215875" y="2593938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07" name="Google Shape;2007;p94"/>
          <p:cNvCxnSpPr>
            <a:stCxn id="1996" idx="2"/>
            <a:endCxn id="1987" idx="2"/>
          </p:cNvCxnSpPr>
          <p:nvPr/>
        </p:nvCxnSpPr>
        <p:spPr>
          <a:xfrm flipH="1" rot="10800000">
            <a:off x="2229700" y="259392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08" name="Google Shape;2008;p94"/>
          <p:cNvCxnSpPr/>
          <p:nvPr/>
        </p:nvCxnSpPr>
        <p:spPr>
          <a:xfrm rot="5400000">
            <a:off x="3644050" y="352605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09" name="Google Shape;2009;p94"/>
          <p:cNvCxnSpPr/>
          <p:nvPr/>
        </p:nvCxnSpPr>
        <p:spPr>
          <a:xfrm rot="5400000">
            <a:off x="2813350" y="3526625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010" name="Google Shape;2010;p94"/>
          <p:cNvSpPr txBox="1"/>
          <p:nvPr/>
        </p:nvSpPr>
        <p:spPr>
          <a:xfrm>
            <a:off x="4957350" y="2205200"/>
            <a:ext cx="3712200" cy="19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consider the edge (w, t)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(w, t) -&gt; not a tree edge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Ancestor(t) = w (Yes, if you backtrack from t,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see w in the path). </a:t>
            </a: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Therefore, (w, t)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is a forward edge.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Similarly, (s, t) is also a forward edge!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p95"/>
          <p:cNvSpPr txBox="1"/>
          <p:nvPr>
            <p:ph type="title"/>
          </p:nvPr>
        </p:nvSpPr>
        <p:spPr>
          <a:xfrm>
            <a:off x="750281" y="770225"/>
            <a:ext cx="5006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Backward Edge</a:t>
            </a:r>
            <a:endParaRPr/>
          </a:p>
        </p:txBody>
      </p:sp>
      <p:sp>
        <p:nvSpPr>
          <p:cNvPr id="2016" name="Google Shape;2016;p95"/>
          <p:cNvSpPr txBox="1"/>
          <p:nvPr>
            <p:ph idx="1" type="body"/>
          </p:nvPr>
        </p:nvSpPr>
        <p:spPr>
          <a:xfrm>
            <a:off x="750274" y="1532200"/>
            <a:ext cx="75627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 edge (u, v) is a backward edge if (u, v) is not a tree edge and </a:t>
            </a:r>
            <a:r>
              <a:rPr b="1" lang="en"/>
              <a:t>ancestor(u) = v.</a:t>
            </a:r>
            <a:endParaRPr b="1"/>
          </a:p>
        </p:txBody>
      </p:sp>
      <p:sp>
        <p:nvSpPr>
          <p:cNvPr id="2017" name="Google Shape;2017;p95"/>
          <p:cNvSpPr txBox="1"/>
          <p:nvPr/>
        </p:nvSpPr>
        <p:spPr>
          <a:xfrm>
            <a:off x="4949475" y="2001675"/>
            <a:ext cx="3300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consider the edge (t, x)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(t, x) -&gt; not a tree edge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Ancestor(t) = x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(Yes, if you backtrack from t, you will see x in the path). </a:t>
            </a: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Therefore, (t, x) is a backward edge.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any graph has any backward edge, that means cycle is present. (t, x, y, u) is a cycle in the graph.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95"/>
          <p:cNvSpPr/>
          <p:nvPr/>
        </p:nvSpPr>
        <p:spPr>
          <a:xfrm>
            <a:off x="1442225" y="2358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95"/>
          <p:cNvSpPr/>
          <p:nvPr/>
        </p:nvSpPr>
        <p:spPr>
          <a:xfrm>
            <a:off x="2237575" y="2358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95"/>
          <p:cNvSpPr/>
          <p:nvPr/>
        </p:nvSpPr>
        <p:spPr>
          <a:xfrm>
            <a:off x="1442225" y="3425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95"/>
          <p:cNvSpPr/>
          <p:nvPr/>
        </p:nvSpPr>
        <p:spPr>
          <a:xfrm>
            <a:off x="2977888" y="2358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95"/>
          <p:cNvSpPr/>
          <p:nvPr/>
        </p:nvSpPr>
        <p:spPr>
          <a:xfrm>
            <a:off x="2237575" y="3425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p95"/>
          <p:cNvSpPr/>
          <p:nvPr/>
        </p:nvSpPr>
        <p:spPr>
          <a:xfrm>
            <a:off x="2977900" y="3425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95"/>
          <p:cNvSpPr/>
          <p:nvPr/>
        </p:nvSpPr>
        <p:spPr>
          <a:xfrm>
            <a:off x="3718225" y="235798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95"/>
          <p:cNvSpPr/>
          <p:nvPr/>
        </p:nvSpPr>
        <p:spPr>
          <a:xfrm>
            <a:off x="3718225" y="3425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6" name="Google Shape;2026;p95"/>
          <p:cNvCxnSpPr>
            <a:stCxn id="2019" idx="2"/>
            <a:endCxn id="2018" idx="6"/>
          </p:cNvCxnSpPr>
          <p:nvPr/>
        </p:nvCxnSpPr>
        <p:spPr>
          <a:xfrm rot="10800000">
            <a:off x="1945675" y="2593950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7" name="Google Shape;2027;p95"/>
          <p:cNvCxnSpPr>
            <a:stCxn id="2018" idx="4"/>
            <a:endCxn id="2020" idx="0"/>
          </p:cNvCxnSpPr>
          <p:nvPr/>
        </p:nvCxnSpPr>
        <p:spPr>
          <a:xfrm>
            <a:off x="1693925" y="282990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8" name="Google Shape;2028;p95"/>
          <p:cNvCxnSpPr>
            <a:stCxn id="2019" idx="6"/>
            <a:endCxn id="2021" idx="2"/>
          </p:cNvCxnSpPr>
          <p:nvPr/>
        </p:nvCxnSpPr>
        <p:spPr>
          <a:xfrm>
            <a:off x="2740975" y="25939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9" name="Google Shape;2029;p95"/>
          <p:cNvCxnSpPr>
            <a:stCxn id="2021" idx="6"/>
            <a:endCxn id="2024" idx="2"/>
          </p:cNvCxnSpPr>
          <p:nvPr/>
        </p:nvCxnSpPr>
        <p:spPr>
          <a:xfrm>
            <a:off x="3481288" y="259395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0" name="Google Shape;2030;p95"/>
          <p:cNvCxnSpPr>
            <a:stCxn id="2024" idx="4"/>
            <a:endCxn id="2025" idx="0"/>
          </p:cNvCxnSpPr>
          <p:nvPr/>
        </p:nvCxnSpPr>
        <p:spPr>
          <a:xfrm>
            <a:off x="3969925" y="2829888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1" name="Google Shape;2031;p95"/>
          <p:cNvCxnSpPr>
            <a:stCxn id="2021" idx="4"/>
            <a:endCxn id="2023" idx="0"/>
          </p:cNvCxnSpPr>
          <p:nvPr/>
        </p:nvCxnSpPr>
        <p:spPr>
          <a:xfrm>
            <a:off x="3229588" y="2829900"/>
            <a:ext cx="0" cy="59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2" name="Google Shape;2032;p95"/>
          <p:cNvCxnSpPr>
            <a:stCxn id="2023" idx="6"/>
            <a:endCxn id="2025" idx="2"/>
          </p:cNvCxnSpPr>
          <p:nvPr/>
        </p:nvCxnSpPr>
        <p:spPr>
          <a:xfrm>
            <a:off x="3481300" y="366162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3" name="Google Shape;2033;p95"/>
          <p:cNvCxnSpPr>
            <a:stCxn id="2023" idx="2"/>
            <a:endCxn id="2022" idx="6"/>
          </p:cNvCxnSpPr>
          <p:nvPr/>
        </p:nvCxnSpPr>
        <p:spPr>
          <a:xfrm rot="10800000">
            <a:off x="2740900" y="366162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4" name="Google Shape;2034;p95"/>
          <p:cNvCxnSpPr>
            <a:stCxn id="2022" idx="0"/>
            <a:endCxn id="2021" idx="3"/>
          </p:cNvCxnSpPr>
          <p:nvPr/>
        </p:nvCxnSpPr>
        <p:spPr>
          <a:xfrm flipH="1" rot="10800000">
            <a:off x="2489275" y="2760875"/>
            <a:ext cx="562200" cy="66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5" name="Google Shape;2035;p95"/>
          <p:cNvCxnSpPr>
            <a:stCxn id="2019" idx="4"/>
            <a:endCxn id="2022" idx="0"/>
          </p:cNvCxnSpPr>
          <p:nvPr/>
        </p:nvCxnSpPr>
        <p:spPr>
          <a:xfrm>
            <a:off x="2489275" y="2829900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6" name="Google Shape;2036;p95"/>
          <p:cNvSpPr/>
          <p:nvPr/>
        </p:nvSpPr>
        <p:spPr>
          <a:xfrm>
            <a:off x="2237625" y="23580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7" name="Google Shape;2037;p95"/>
          <p:cNvCxnSpPr/>
          <p:nvPr/>
        </p:nvCxnSpPr>
        <p:spPr>
          <a:xfrm rot="10800000">
            <a:off x="1945675" y="2593950"/>
            <a:ext cx="29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38" name="Google Shape;2038;p95"/>
          <p:cNvSpPr/>
          <p:nvPr/>
        </p:nvSpPr>
        <p:spPr>
          <a:xfrm>
            <a:off x="1442225" y="23580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9" name="Google Shape;2039;p95"/>
          <p:cNvCxnSpPr>
            <a:stCxn id="2038" idx="4"/>
            <a:endCxn id="2020" idx="0"/>
          </p:cNvCxnSpPr>
          <p:nvPr/>
        </p:nvCxnSpPr>
        <p:spPr>
          <a:xfrm>
            <a:off x="1693925" y="2829900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40" name="Google Shape;2040;p95"/>
          <p:cNvSpPr/>
          <p:nvPr/>
        </p:nvSpPr>
        <p:spPr>
          <a:xfrm>
            <a:off x="1442225" y="3425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1" name="Google Shape;2041;p95"/>
          <p:cNvCxnSpPr>
            <a:stCxn id="2040" idx="2"/>
            <a:endCxn id="2038" idx="2"/>
          </p:cNvCxnSpPr>
          <p:nvPr/>
        </p:nvCxnSpPr>
        <p:spPr>
          <a:xfrm flipH="1" rot="10800000">
            <a:off x="1442225" y="259392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42" name="Google Shape;2042;p95"/>
          <p:cNvCxnSpPr>
            <a:stCxn id="2038" idx="0"/>
            <a:endCxn id="2036" idx="0"/>
          </p:cNvCxnSpPr>
          <p:nvPr/>
        </p:nvCxnSpPr>
        <p:spPr>
          <a:xfrm flipH="1" rot="-5400000">
            <a:off x="2091275" y="1960650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43" name="Google Shape;2043;p95"/>
          <p:cNvCxnSpPr>
            <a:stCxn id="2036" idx="4"/>
            <a:endCxn id="2022" idx="0"/>
          </p:cNvCxnSpPr>
          <p:nvPr/>
        </p:nvCxnSpPr>
        <p:spPr>
          <a:xfrm>
            <a:off x="2489325" y="2829900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44" name="Google Shape;2044;p95"/>
          <p:cNvCxnSpPr/>
          <p:nvPr/>
        </p:nvCxnSpPr>
        <p:spPr>
          <a:xfrm>
            <a:off x="2740975" y="2593950"/>
            <a:ext cx="237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45" name="Google Shape;2045;p95"/>
          <p:cNvSpPr/>
          <p:nvPr/>
        </p:nvSpPr>
        <p:spPr>
          <a:xfrm>
            <a:off x="2237575" y="3425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6" name="Google Shape;2046;p95"/>
          <p:cNvCxnSpPr>
            <a:stCxn id="2023" idx="2"/>
            <a:endCxn id="2045" idx="6"/>
          </p:cNvCxnSpPr>
          <p:nvPr/>
        </p:nvCxnSpPr>
        <p:spPr>
          <a:xfrm rot="10800000">
            <a:off x="2740900" y="3661625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47" name="Google Shape;2047;p95"/>
          <p:cNvSpPr/>
          <p:nvPr/>
        </p:nvSpPr>
        <p:spPr>
          <a:xfrm>
            <a:off x="2977900" y="3425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8" name="Google Shape;2048;p95"/>
          <p:cNvCxnSpPr>
            <a:stCxn id="2047" idx="6"/>
            <a:endCxn id="2025" idx="2"/>
          </p:cNvCxnSpPr>
          <p:nvPr/>
        </p:nvCxnSpPr>
        <p:spPr>
          <a:xfrm>
            <a:off x="3481300" y="3661625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49" name="Google Shape;2049;p95"/>
          <p:cNvSpPr/>
          <p:nvPr/>
        </p:nvSpPr>
        <p:spPr>
          <a:xfrm>
            <a:off x="3720350" y="3425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0" name="Google Shape;2050;p95"/>
          <p:cNvCxnSpPr>
            <a:stCxn id="2024" idx="4"/>
            <a:endCxn id="2049" idx="0"/>
          </p:cNvCxnSpPr>
          <p:nvPr/>
        </p:nvCxnSpPr>
        <p:spPr>
          <a:xfrm>
            <a:off x="3969925" y="2829888"/>
            <a:ext cx="210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51" name="Google Shape;2051;p95"/>
          <p:cNvSpPr/>
          <p:nvPr/>
        </p:nvSpPr>
        <p:spPr>
          <a:xfrm>
            <a:off x="3720350" y="235798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2" name="Google Shape;2052;p95"/>
          <p:cNvCxnSpPr>
            <a:stCxn id="2021" idx="6"/>
            <a:endCxn id="2051" idx="2"/>
          </p:cNvCxnSpPr>
          <p:nvPr/>
        </p:nvCxnSpPr>
        <p:spPr>
          <a:xfrm>
            <a:off x="3481288" y="2593950"/>
            <a:ext cx="239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53" name="Google Shape;2053;p95"/>
          <p:cNvSpPr/>
          <p:nvPr/>
        </p:nvSpPr>
        <p:spPr>
          <a:xfrm>
            <a:off x="2977888" y="23580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4" name="Google Shape;2054;p95"/>
          <p:cNvCxnSpPr>
            <a:stCxn id="2053" idx="0"/>
            <a:endCxn id="2051" idx="0"/>
          </p:cNvCxnSpPr>
          <p:nvPr/>
        </p:nvCxnSpPr>
        <p:spPr>
          <a:xfrm flipH="1" rot="-5400000">
            <a:off x="3600538" y="1987050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55" name="Google Shape;2055;p95"/>
          <p:cNvCxnSpPr>
            <a:stCxn id="2051" idx="6"/>
            <a:endCxn id="2049" idx="6"/>
          </p:cNvCxnSpPr>
          <p:nvPr/>
        </p:nvCxnSpPr>
        <p:spPr>
          <a:xfrm>
            <a:off x="4223750" y="2593938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56" name="Google Shape;2056;p95"/>
          <p:cNvCxnSpPr>
            <a:stCxn id="2045" idx="2"/>
            <a:endCxn id="2036" idx="2"/>
          </p:cNvCxnSpPr>
          <p:nvPr/>
        </p:nvCxnSpPr>
        <p:spPr>
          <a:xfrm flipH="1" rot="10800000">
            <a:off x="2237575" y="2593925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57" name="Google Shape;2057;p95"/>
          <p:cNvCxnSpPr/>
          <p:nvPr/>
        </p:nvCxnSpPr>
        <p:spPr>
          <a:xfrm rot="5400000">
            <a:off x="3651925" y="352605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58" name="Google Shape;2058;p95"/>
          <p:cNvCxnSpPr/>
          <p:nvPr/>
        </p:nvCxnSpPr>
        <p:spPr>
          <a:xfrm rot="5400000">
            <a:off x="2821225" y="3526625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96"/>
          <p:cNvSpPr txBox="1"/>
          <p:nvPr>
            <p:ph type="title"/>
          </p:nvPr>
        </p:nvSpPr>
        <p:spPr>
          <a:xfrm>
            <a:off x="758156" y="738775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Edge</a:t>
            </a:r>
            <a:endParaRPr/>
          </a:p>
        </p:txBody>
      </p:sp>
      <p:sp>
        <p:nvSpPr>
          <p:cNvPr id="2064" name="Google Shape;2064;p96"/>
          <p:cNvSpPr txBox="1"/>
          <p:nvPr/>
        </p:nvSpPr>
        <p:spPr>
          <a:xfrm>
            <a:off x="758150" y="1549325"/>
            <a:ext cx="699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edge (u, v) is a cross edge if (u, v) is not a tree edge and ancestor(u) ≠ v or ancestor (v)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≠ u.</a:t>
            </a:r>
            <a:endParaRPr/>
          </a:p>
        </p:txBody>
      </p:sp>
      <p:sp>
        <p:nvSpPr>
          <p:cNvPr id="2065" name="Google Shape;2065;p96"/>
          <p:cNvSpPr/>
          <p:nvPr/>
        </p:nvSpPr>
        <p:spPr>
          <a:xfrm>
            <a:off x="1379350" y="25860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6" name="Google Shape;2066;p96"/>
          <p:cNvSpPr/>
          <p:nvPr/>
        </p:nvSpPr>
        <p:spPr>
          <a:xfrm>
            <a:off x="2174700" y="25860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96"/>
          <p:cNvSpPr/>
          <p:nvPr/>
        </p:nvSpPr>
        <p:spPr>
          <a:xfrm>
            <a:off x="1379350" y="36537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96"/>
          <p:cNvSpPr/>
          <p:nvPr/>
        </p:nvSpPr>
        <p:spPr>
          <a:xfrm>
            <a:off x="2915013" y="25860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96"/>
          <p:cNvSpPr/>
          <p:nvPr/>
        </p:nvSpPr>
        <p:spPr>
          <a:xfrm>
            <a:off x="2174700" y="36537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96"/>
          <p:cNvSpPr/>
          <p:nvPr/>
        </p:nvSpPr>
        <p:spPr>
          <a:xfrm>
            <a:off x="2915025" y="36537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96"/>
          <p:cNvSpPr/>
          <p:nvPr/>
        </p:nvSpPr>
        <p:spPr>
          <a:xfrm>
            <a:off x="3655350" y="258606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96"/>
          <p:cNvSpPr/>
          <p:nvPr/>
        </p:nvSpPr>
        <p:spPr>
          <a:xfrm>
            <a:off x="3655350" y="36537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3" name="Google Shape;2073;p96"/>
          <p:cNvCxnSpPr>
            <a:stCxn id="2066" idx="2"/>
            <a:endCxn id="2065" idx="6"/>
          </p:cNvCxnSpPr>
          <p:nvPr/>
        </p:nvCxnSpPr>
        <p:spPr>
          <a:xfrm rot="10800000">
            <a:off x="1882800" y="2822025"/>
            <a:ext cx="2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4" name="Google Shape;2074;p96"/>
          <p:cNvCxnSpPr>
            <a:stCxn id="2065" idx="4"/>
            <a:endCxn id="2067" idx="0"/>
          </p:cNvCxnSpPr>
          <p:nvPr/>
        </p:nvCxnSpPr>
        <p:spPr>
          <a:xfrm>
            <a:off x="1631050" y="305797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5" name="Google Shape;2075;p96"/>
          <p:cNvCxnSpPr>
            <a:stCxn id="2066" idx="6"/>
            <a:endCxn id="2068" idx="2"/>
          </p:cNvCxnSpPr>
          <p:nvPr/>
        </p:nvCxnSpPr>
        <p:spPr>
          <a:xfrm>
            <a:off x="2678100" y="282202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6" name="Google Shape;2076;p96"/>
          <p:cNvCxnSpPr>
            <a:stCxn id="2068" idx="6"/>
            <a:endCxn id="2071" idx="2"/>
          </p:cNvCxnSpPr>
          <p:nvPr/>
        </p:nvCxnSpPr>
        <p:spPr>
          <a:xfrm>
            <a:off x="3418413" y="2822025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7" name="Google Shape;2077;p96"/>
          <p:cNvCxnSpPr>
            <a:stCxn id="2071" idx="4"/>
            <a:endCxn id="2072" idx="0"/>
          </p:cNvCxnSpPr>
          <p:nvPr/>
        </p:nvCxnSpPr>
        <p:spPr>
          <a:xfrm>
            <a:off x="3907050" y="3057963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8" name="Google Shape;2078;p96"/>
          <p:cNvCxnSpPr>
            <a:stCxn id="2068" idx="4"/>
            <a:endCxn id="2070" idx="0"/>
          </p:cNvCxnSpPr>
          <p:nvPr/>
        </p:nvCxnSpPr>
        <p:spPr>
          <a:xfrm>
            <a:off x="3166713" y="3057975"/>
            <a:ext cx="0" cy="59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79" name="Google Shape;2079;p96"/>
          <p:cNvCxnSpPr>
            <a:stCxn id="2070" idx="6"/>
            <a:endCxn id="2072" idx="2"/>
          </p:cNvCxnSpPr>
          <p:nvPr/>
        </p:nvCxnSpPr>
        <p:spPr>
          <a:xfrm>
            <a:off x="3418425" y="388970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0" name="Google Shape;2080;p96"/>
          <p:cNvCxnSpPr>
            <a:stCxn id="2070" idx="2"/>
            <a:endCxn id="2069" idx="6"/>
          </p:cNvCxnSpPr>
          <p:nvPr/>
        </p:nvCxnSpPr>
        <p:spPr>
          <a:xfrm rot="10800000">
            <a:off x="2678025" y="3889700"/>
            <a:ext cx="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1" name="Google Shape;2081;p96"/>
          <p:cNvCxnSpPr>
            <a:stCxn id="2069" idx="0"/>
            <a:endCxn id="2068" idx="3"/>
          </p:cNvCxnSpPr>
          <p:nvPr/>
        </p:nvCxnSpPr>
        <p:spPr>
          <a:xfrm flipH="1" rot="10800000">
            <a:off x="2426400" y="2988950"/>
            <a:ext cx="562200" cy="66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82" name="Google Shape;2082;p96"/>
          <p:cNvCxnSpPr>
            <a:stCxn id="2066" idx="4"/>
            <a:endCxn id="2069" idx="0"/>
          </p:cNvCxnSpPr>
          <p:nvPr/>
        </p:nvCxnSpPr>
        <p:spPr>
          <a:xfrm>
            <a:off x="2426400" y="3057975"/>
            <a:ext cx="0" cy="5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3" name="Google Shape;2083;p96"/>
          <p:cNvSpPr/>
          <p:nvPr/>
        </p:nvSpPr>
        <p:spPr>
          <a:xfrm>
            <a:off x="2174750" y="25860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4" name="Google Shape;2084;p96"/>
          <p:cNvCxnSpPr/>
          <p:nvPr/>
        </p:nvCxnSpPr>
        <p:spPr>
          <a:xfrm rot="10800000">
            <a:off x="1882800" y="2822025"/>
            <a:ext cx="29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85" name="Google Shape;2085;p96"/>
          <p:cNvSpPr/>
          <p:nvPr/>
        </p:nvSpPr>
        <p:spPr>
          <a:xfrm>
            <a:off x="1379350" y="25860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6" name="Google Shape;2086;p96"/>
          <p:cNvCxnSpPr>
            <a:stCxn id="2085" idx="4"/>
            <a:endCxn id="2067" idx="0"/>
          </p:cNvCxnSpPr>
          <p:nvPr/>
        </p:nvCxnSpPr>
        <p:spPr>
          <a:xfrm>
            <a:off x="1631050" y="3057975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87" name="Google Shape;2087;p96"/>
          <p:cNvSpPr/>
          <p:nvPr/>
        </p:nvSpPr>
        <p:spPr>
          <a:xfrm>
            <a:off x="1379350" y="36537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8" name="Google Shape;2088;p96"/>
          <p:cNvCxnSpPr>
            <a:stCxn id="2087" idx="2"/>
            <a:endCxn id="2085" idx="2"/>
          </p:cNvCxnSpPr>
          <p:nvPr/>
        </p:nvCxnSpPr>
        <p:spPr>
          <a:xfrm flipH="1" rot="10800000">
            <a:off x="1379350" y="282200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89" name="Google Shape;2089;p96"/>
          <p:cNvCxnSpPr>
            <a:stCxn id="2085" idx="0"/>
            <a:endCxn id="2083" idx="0"/>
          </p:cNvCxnSpPr>
          <p:nvPr/>
        </p:nvCxnSpPr>
        <p:spPr>
          <a:xfrm flipH="1" rot="-5400000">
            <a:off x="2028400" y="2188725"/>
            <a:ext cx="600" cy="795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90" name="Google Shape;2090;p96"/>
          <p:cNvCxnSpPr>
            <a:stCxn id="2083" idx="4"/>
            <a:endCxn id="2069" idx="0"/>
          </p:cNvCxnSpPr>
          <p:nvPr/>
        </p:nvCxnSpPr>
        <p:spPr>
          <a:xfrm>
            <a:off x="2426450" y="3057975"/>
            <a:ext cx="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91" name="Google Shape;2091;p96"/>
          <p:cNvCxnSpPr/>
          <p:nvPr/>
        </p:nvCxnSpPr>
        <p:spPr>
          <a:xfrm>
            <a:off x="2678100" y="2822025"/>
            <a:ext cx="2370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92" name="Google Shape;2092;p96"/>
          <p:cNvSpPr/>
          <p:nvPr/>
        </p:nvSpPr>
        <p:spPr>
          <a:xfrm>
            <a:off x="2174700" y="36537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3" name="Google Shape;2093;p96"/>
          <p:cNvCxnSpPr>
            <a:stCxn id="2070" idx="2"/>
            <a:endCxn id="2092" idx="6"/>
          </p:cNvCxnSpPr>
          <p:nvPr/>
        </p:nvCxnSpPr>
        <p:spPr>
          <a:xfrm rot="10800000">
            <a:off x="2678025" y="3889700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94" name="Google Shape;2094;p96"/>
          <p:cNvSpPr/>
          <p:nvPr/>
        </p:nvSpPr>
        <p:spPr>
          <a:xfrm>
            <a:off x="2915025" y="36537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5" name="Google Shape;2095;p96"/>
          <p:cNvCxnSpPr>
            <a:stCxn id="2094" idx="6"/>
            <a:endCxn id="2072" idx="2"/>
          </p:cNvCxnSpPr>
          <p:nvPr/>
        </p:nvCxnSpPr>
        <p:spPr>
          <a:xfrm>
            <a:off x="3418425" y="3889700"/>
            <a:ext cx="23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96" name="Google Shape;2096;p96"/>
          <p:cNvSpPr/>
          <p:nvPr/>
        </p:nvSpPr>
        <p:spPr>
          <a:xfrm>
            <a:off x="3657475" y="36537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7" name="Google Shape;2097;p96"/>
          <p:cNvCxnSpPr>
            <a:stCxn id="2071" idx="4"/>
            <a:endCxn id="2096" idx="0"/>
          </p:cNvCxnSpPr>
          <p:nvPr/>
        </p:nvCxnSpPr>
        <p:spPr>
          <a:xfrm>
            <a:off x="3907050" y="3057963"/>
            <a:ext cx="2100" cy="5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98" name="Google Shape;2098;p96"/>
          <p:cNvSpPr/>
          <p:nvPr/>
        </p:nvSpPr>
        <p:spPr>
          <a:xfrm>
            <a:off x="3657475" y="258606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9" name="Google Shape;2099;p96"/>
          <p:cNvCxnSpPr>
            <a:stCxn id="2068" idx="6"/>
            <a:endCxn id="2098" idx="2"/>
          </p:cNvCxnSpPr>
          <p:nvPr/>
        </p:nvCxnSpPr>
        <p:spPr>
          <a:xfrm>
            <a:off x="3418413" y="2822025"/>
            <a:ext cx="239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100" name="Google Shape;2100;p96"/>
          <p:cNvSpPr/>
          <p:nvPr/>
        </p:nvSpPr>
        <p:spPr>
          <a:xfrm>
            <a:off x="2915013" y="25860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1" name="Google Shape;2101;p96"/>
          <p:cNvCxnSpPr>
            <a:stCxn id="2100" idx="0"/>
            <a:endCxn id="2098" idx="0"/>
          </p:cNvCxnSpPr>
          <p:nvPr/>
        </p:nvCxnSpPr>
        <p:spPr>
          <a:xfrm flipH="1" rot="-5400000">
            <a:off x="3537663" y="2215125"/>
            <a:ext cx="600" cy="7425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102" name="Google Shape;2102;p96"/>
          <p:cNvCxnSpPr>
            <a:stCxn id="2098" idx="6"/>
            <a:endCxn id="2096" idx="6"/>
          </p:cNvCxnSpPr>
          <p:nvPr/>
        </p:nvCxnSpPr>
        <p:spPr>
          <a:xfrm>
            <a:off x="4160875" y="2822013"/>
            <a:ext cx="600" cy="10677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103" name="Google Shape;2103;p96"/>
          <p:cNvCxnSpPr>
            <a:stCxn id="2092" idx="2"/>
            <a:endCxn id="2083" idx="2"/>
          </p:cNvCxnSpPr>
          <p:nvPr/>
        </p:nvCxnSpPr>
        <p:spPr>
          <a:xfrm flipH="1" rot="10800000">
            <a:off x="2174700" y="2822000"/>
            <a:ext cx="600" cy="10677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104" name="Google Shape;2104;p96"/>
          <p:cNvCxnSpPr/>
          <p:nvPr/>
        </p:nvCxnSpPr>
        <p:spPr>
          <a:xfrm rot="5400000">
            <a:off x="3589050" y="3754125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105" name="Google Shape;2105;p96"/>
          <p:cNvCxnSpPr/>
          <p:nvPr/>
        </p:nvCxnSpPr>
        <p:spPr>
          <a:xfrm rot="5400000">
            <a:off x="2758350" y="3754700"/>
            <a:ext cx="600" cy="7425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106" name="Google Shape;2106;p96"/>
          <p:cNvCxnSpPr>
            <a:stCxn id="2100" idx="0"/>
            <a:endCxn id="2085" idx="7"/>
          </p:cNvCxnSpPr>
          <p:nvPr/>
        </p:nvCxnSpPr>
        <p:spPr>
          <a:xfrm rot="5400000">
            <a:off x="2453313" y="1941675"/>
            <a:ext cx="69000" cy="1357800"/>
          </a:xfrm>
          <a:prstGeom prst="curvedConnector3">
            <a:avLst>
              <a:gd fmla="val -345109" name="adj1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07" name="Google Shape;2107;p96"/>
          <p:cNvSpPr txBox="1"/>
          <p:nvPr/>
        </p:nvSpPr>
        <p:spPr>
          <a:xfrm>
            <a:off x="5033425" y="2186025"/>
            <a:ext cx="3311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consider if edge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(t, r)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existed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(t, r) -&gt; not a tree edge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ancestor(t)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≠ r or ancestor(r) ≠ t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(Yes, if you backtrack from t to r, </a:t>
            </a: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 will not find r in the path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Again, if you backtrack from r to t, </a:t>
            </a: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 will not find t in path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 </a:t>
            </a:r>
            <a:r>
              <a:rPr b="1" lang="en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Therefore, (t, r) is a cross edge. </a:t>
            </a:r>
            <a:endParaRPr b="1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97"/>
          <p:cNvSpPr txBox="1"/>
          <p:nvPr>
            <p:ph type="title"/>
          </p:nvPr>
        </p:nvSpPr>
        <p:spPr>
          <a:xfrm>
            <a:off x="718806" y="7781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in an Undirected Graph</a:t>
            </a:r>
            <a:endParaRPr/>
          </a:p>
        </p:txBody>
      </p:sp>
      <p:sp>
        <p:nvSpPr>
          <p:cNvPr id="2113" name="Google Shape;2113;p97"/>
          <p:cNvSpPr/>
          <p:nvPr/>
        </p:nvSpPr>
        <p:spPr>
          <a:xfrm>
            <a:off x="2042000" y="18673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4" name="Google Shape;2114;p97"/>
          <p:cNvSpPr/>
          <p:nvPr/>
        </p:nvSpPr>
        <p:spPr>
          <a:xfrm>
            <a:off x="2611175" y="27919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97"/>
          <p:cNvSpPr/>
          <p:nvPr/>
        </p:nvSpPr>
        <p:spPr>
          <a:xfrm>
            <a:off x="1434450" y="27919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p97"/>
          <p:cNvSpPr/>
          <p:nvPr/>
        </p:nvSpPr>
        <p:spPr>
          <a:xfrm>
            <a:off x="2042000" y="368216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7" name="Google Shape;2117;p97"/>
          <p:cNvCxnSpPr>
            <a:stCxn id="2113" idx="3"/>
            <a:endCxn id="2115" idx="0"/>
          </p:cNvCxnSpPr>
          <p:nvPr/>
        </p:nvCxnSpPr>
        <p:spPr>
          <a:xfrm flipH="1">
            <a:off x="1686121" y="2270104"/>
            <a:ext cx="4296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8" name="Google Shape;2118;p97"/>
          <p:cNvCxnSpPr>
            <a:stCxn id="2115" idx="4"/>
            <a:endCxn id="2116" idx="1"/>
          </p:cNvCxnSpPr>
          <p:nvPr/>
        </p:nvCxnSpPr>
        <p:spPr>
          <a:xfrm>
            <a:off x="1686150" y="3263838"/>
            <a:ext cx="4296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9" name="Google Shape;2119;p97"/>
          <p:cNvCxnSpPr>
            <a:stCxn id="2113" idx="5"/>
            <a:endCxn id="2114" idx="0"/>
          </p:cNvCxnSpPr>
          <p:nvPr/>
        </p:nvCxnSpPr>
        <p:spPr>
          <a:xfrm>
            <a:off x="2471679" y="22701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0" name="Google Shape;2120;p97"/>
          <p:cNvSpPr/>
          <p:nvPr/>
        </p:nvSpPr>
        <p:spPr>
          <a:xfrm>
            <a:off x="6126725" y="18845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97"/>
          <p:cNvSpPr/>
          <p:nvPr/>
        </p:nvSpPr>
        <p:spPr>
          <a:xfrm>
            <a:off x="6695900" y="28091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97"/>
          <p:cNvSpPr/>
          <p:nvPr/>
        </p:nvSpPr>
        <p:spPr>
          <a:xfrm>
            <a:off x="5519175" y="28091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3" name="Google Shape;2123;p97"/>
          <p:cNvSpPr/>
          <p:nvPr/>
        </p:nvSpPr>
        <p:spPr>
          <a:xfrm>
            <a:off x="6126725" y="369936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4" name="Google Shape;2124;p97"/>
          <p:cNvCxnSpPr>
            <a:stCxn id="2120" idx="3"/>
            <a:endCxn id="2122" idx="0"/>
          </p:cNvCxnSpPr>
          <p:nvPr/>
        </p:nvCxnSpPr>
        <p:spPr>
          <a:xfrm flipH="1">
            <a:off x="5770846" y="2287304"/>
            <a:ext cx="4296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5" name="Google Shape;2125;p97"/>
          <p:cNvCxnSpPr>
            <a:stCxn id="2122" idx="4"/>
            <a:endCxn id="2123" idx="1"/>
          </p:cNvCxnSpPr>
          <p:nvPr/>
        </p:nvCxnSpPr>
        <p:spPr>
          <a:xfrm>
            <a:off x="5770875" y="3281038"/>
            <a:ext cx="4296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6" name="Google Shape;2126;p97"/>
          <p:cNvCxnSpPr>
            <a:stCxn id="2120" idx="5"/>
            <a:endCxn id="2121" idx="0"/>
          </p:cNvCxnSpPr>
          <p:nvPr/>
        </p:nvCxnSpPr>
        <p:spPr>
          <a:xfrm>
            <a:off x="6556404" y="22873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7" name="Google Shape;2127;p97"/>
          <p:cNvCxnSpPr>
            <a:stCxn id="2121" idx="4"/>
            <a:endCxn id="2123" idx="7"/>
          </p:cNvCxnSpPr>
          <p:nvPr/>
        </p:nvCxnSpPr>
        <p:spPr>
          <a:xfrm flipH="1">
            <a:off x="6556400" y="3281038"/>
            <a:ext cx="3912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8" name="Google Shape;2128;p97"/>
          <p:cNvSpPr txBox="1"/>
          <p:nvPr/>
        </p:nvSpPr>
        <p:spPr>
          <a:xfrm>
            <a:off x="1937850" y="4154075"/>
            <a:ext cx="1050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cycle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p97"/>
          <p:cNvSpPr txBox="1"/>
          <p:nvPr/>
        </p:nvSpPr>
        <p:spPr>
          <a:xfrm>
            <a:off x="6126725" y="4154075"/>
            <a:ext cx="731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98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135" name="Google Shape;2135;p98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6" name="Google Shape;2136;p98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98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98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9" name="Google Shape;2139;p98"/>
          <p:cNvCxnSpPr>
            <a:stCxn id="2135" idx="3"/>
            <a:endCxn id="2137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0" name="Google Shape;2140;p98"/>
          <p:cNvCxnSpPr>
            <a:stCxn id="2137" idx="4"/>
            <a:endCxn id="2138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1" name="Google Shape;2141;p98"/>
          <p:cNvCxnSpPr>
            <a:stCxn id="2135" idx="5"/>
            <a:endCxn id="2136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2" name="Google Shape;2142;p98"/>
          <p:cNvCxnSpPr>
            <a:stCxn id="2136" idx="4"/>
            <a:endCxn id="2138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3" name="Google Shape;2143;p98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44" name="Google Shape;2144;p98"/>
          <p:cNvGraphicFramePr/>
          <p:nvPr/>
        </p:nvGraphicFramePr>
        <p:xfrm>
          <a:off x="4302875" y="21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45" name="Google Shape;2145;p98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98"/>
          <p:cNvSpPr txBox="1"/>
          <p:nvPr/>
        </p:nvSpPr>
        <p:spPr>
          <a:xfrm>
            <a:off x="4302875" y="24443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p98"/>
          <p:cNvSpPr txBox="1"/>
          <p:nvPr/>
        </p:nvSpPr>
        <p:spPr>
          <a:xfrm>
            <a:off x="3069775" y="28235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48" name="Google Shape;2148;p98"/>
          <p:cNvGraphicFramePr/>
          <p:nvPr/>
        </p:nvGraphicFramePr>
        <p:xfrm>
          <a:off x="4302875" y="324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49" name="Google Shape;2149;p98"/>
          <p:cNvSpPr txBox="1"/>
          <p:nvPr/>
        </p:nvSpPr>
        <p:spPr>
          <a:xfrm>
            <a:off x="4302875" y="282351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0" name="Google Shape;2150;p98"/>
          <p:cNvSpPr txBox="1"/>
          <p:nvPr/>
        </p:nvSpPr>
        <p:spPr>
          <a:xfrm>
            <a:off x="4302875" y="357188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99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156" name="Google Shape;2156;p99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p99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99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99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0" name="Google Shape;2160;p99"/>
          <p:cNvCxnSpPr>
            <a:stCxn id="2156" idx="3"/>
            <a:endCxn id="2158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1" name="Google Shape;2161;p99"/>
          <p:cNvCxnSpPr>
            <a:stCxn id="2158" idx="4"/>
            <a:endCxn id="2159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2" name="Google Shape;2162;p99"/>
          <p:cNvCxnSpPr>
            <a:stCxn id="2156" idx="5"/>
            <a:endCxn id="2157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3" name="Google Shape;2163;p99"/>
          <p:cNvCxnSpPr>
            <a:stCxn id="2157" idx="4"/>
            <a:endCxn id="2159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4" name="Google Shape;2164;p99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5" name="Google Shape;2165;p99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66" name="Google Shape;2166;p99"/>
          <p:cNvGraphicFramePr/>
          <p:nvPr/>
        </p:nvGraphicFramePr>
        <p:xfrm>
          <a:off x="4302875" y="21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67" name="Google Shape;2167;p99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8" name="Google Shape;2168;p99"/>
          <p:cNvSpPr txBox="1"/>
          <p:nvPr/>
        </p:nvSpPr>
        <p:spPr>
          <a:xfrm>
            <a:off x="4302875" y="24443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99"/>
          <p:cNvSpPr txBox="1"/>
          <p:nvPr/>
        </p:nvSpPr>
        <p:spPr>
          <a:xfrm>
            <a:off x="3069775" y="28235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70" name="Google Shape;2170;p99"/>
          <p:cNvGraphicFramePr/>
          <p:nvPr/>
        </p:nvGraphicFramePr>
        <p:xfrm>
          <a:off x="4302875" y="324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71" name="Google Shape;2171;p99"/>
          <p:cNvSpPr txBox="1"/>
          <p:nvPr/>
        </p:nvSpPr>
        <p:spPr>
          <a:xfrm>
            <a:off x="4302875" y="282351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2" name="Google Shape;2172;p99"/>
          <p:cNvSpPr txBox="1"/>
          <p:nvPr/>
        </p:nvSpPr>
        <p:spPr>
          <a:xfrm>
            <a:off x="4302875" y="357188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100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178" name="Google Shape;2178;p100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100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p100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1" name="Google Shape;2181;p100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2" name="Google Shape;2182;p100"/>
          <p:cNvCxnSpPr>
            <a:stCxn id="2178" idx="3"/>
            <a:endCxn id="2180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3" name="Google Shape;2183;p100"/>
          <p:cNvCxnSpPr>
            <a:stCxn id="2180" idx="4"/>
            <a:endCxn id="2181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4" name="Google Shape;2184;p100"/>
          <p:cNvCxnSpPr>
            <a:stCxn id="2178" idx="5"/>
            <a:endCxn id="2179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5" name="Google Shape;2185;p100"/>
          <p:cNvCxnSpPr>
            <a:stCxn id="2179" idx="4"/>
            <a:endCxn id="2181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6" name="Google Shape;2186;p100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7" name="Google Shape;2187;p100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8" name="Google Shape;2188;p100"/>
          <p:cNvGraphicFramePr/>
          <p:nvPr/>
        </p:nvGraphicFramePr>
        <p:xfrm>
          <a:off x="4302875" y="21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89" name="Google Shape;2189;p100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0" name="Google Shape;2190;p100"/>
          <p:cNvSpPr txBox="1"/>
          <p:nvPr/>
        </p:nvSpPr>
        <p:spPr>
          <a:xfrm>
            <a:off x="4302875" y="24443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1" name="Google Shape;2191;p100"/>
          <p:cNvSpPr txBox="1"/>
          <p:nvPr/>
        </p:nvSpPr>
        <p:spPr>
          <a:xfrm>
            <a:off x="3069775" y="28235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92" name="Google Shape;2192;p100"/>
          <p:cNvGraphicFramePr/>
          <p:nvPr/>
        </p:nvGraphicFramePr>
        <p:xfrm>
          <a:off x="4302875" y="324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93" name="Google Shape;2193;p100"/>
          <p:cNvSpPr txBox="1"/>
          <p:nvPr/>
        </p:nvSpPr>
        <p:spPr>
          <a:xfrm>
            <a:off x="4302875" y="282351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100"/>
          <p:cNvSpPr txBox="1"/>
          <p:nvPr/>
        </p:nvSpPr>
        <p:spPr>
          <a:xfrm>
            <a:off x="4302875" y="357188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8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101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200" name="Google Shape;2200;p101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1" name="Google Shape;2201;p101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2" name="Google Shape;2202;p101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3" name="Google Shape;2203;p101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4" name="Google Shape;2204;p101"/>
          <p:cNvCxnSpPr>
            <a:stCxn id="2200" idx="3"/>
            <a:endCxn id="2202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5" name="Google Shape;2205;p101"/>
          <p:cNvCxnSpPr>
            <a:stCxn id="2202" idx="4"/>
            <a:endCxn id="2203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6" name="Google Shape;2206;p101"/>
          <p:cNvCxnSpPr>
            <a:stCxn id="2200" idx="5"/>
            <a:endCxn id="2201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7" name="Google Shape;2207;p101"/>
          <p:cNvCxnSpPr>
            <a:stCxn id="2201" idx="4"/>
            <a:endCxn id="2203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8" name="Google Shape;2208;p101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9" name="Google Shape;2209;p101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10" name="Google Shape;2210;p101"/>
          <p:cNvGraphicFramePr/>
          <p:nvPr/>
        </p:nvGraphicFramePr>
        <p:xfrm>
          <a:off x="4302875" y="21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11" name="Google Shape;2211;p101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2" name="Google Shape;2212;p101"/>
          <p:cNvSpPr txBox="1"/>
          <p:nvPr/>
        </p:nvSpPr>
        <p:spPr>
          <a:xfrm>
            <a:off x="4302875" y="24443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101"/>
          <p:cNvSpPr txBox="1"/>
          <p:nvPr/>
        </p:nvSpPr>
        <p:spPr>
          <a:xfrm>
            <a:off x="3069775" y="28235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14" name="Google Shape;2214;p101"/>
          <p:cNvGraphicFramePr/>
          <p:nvPr/>
        </p:nvGraphicFramePr>
        <p:xfrm>
          <a:off x="4302875" y="324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15" name="Google Shape;2215;p101"/>
          <p:cNvSpPr txBox="1"/>
          <p:nvPr/>
        </p:nvSpPr>
        <p:spPr>
          <a:xfrm>
            <a:off x="4302875" y="282351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101"/>
          <p:cNvSpPr txBox="1"/>
          <p:nvPr/>
        </p:nvSpPr>
        <p:spPr>
          <a:xfrm>
            <a:off x="4302875" y="357188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7" name="Google Shape;2217;p101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102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223" name="Google Shape;2223;p102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4" name="Google Shape;2224;p102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5" name="Google Shape;2225;p102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102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7" name="Google Shape;2227;p102"/>
          <p:cNvCxnSpPr>
            <a:stCxn id="2223" idx="3"/>
            <a:endCxn id="2225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8" name="Google Shape;2228;p102"/>
          <p:cNvCxnSpPr>
            <a:stCxn id="2225" idx="4"/>
            <a:endCxn id="2226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9" name="Google Shape;2229;p102"/>
          <p:cNvCxnSpPr>
            <a:stCxn id="2223" idx="5"/>
            <a:endCxn id="2224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0" name="Google Shape;2230;p102"/>
          <p:cNvCxnSpPr>
            <a:stCxn id="2224" idx="4"/>
            <a:endCxn id="2226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1" name="Google Shape;2231;p102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102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3" name="Google Shape;2233;p102"/>
          <p:cNvGraphicFramePr/>
          <p:nvPr/>
        </p:nvGraphicFramePr>
        <p:xfrm>
          <a:off x="4302875" y="21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34" name="Google Shape;2234;p102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5" name="Google Shape;2235;p102"/>
          <p:cNvSpPr txBox="1"/>
          <p:nvPr/>
        </p:nvSpPr>
        <p:spPr>
          <a:xfrm>
            <a:off x="4302875" y="24443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p102"/>
          <p:cNvSpPr txBox="1"/>
          <p:nvPr/>
        </p:nvSpPr>
        <p:spPr>
          <a:xfrm>
            <a:off x="3069775" y="28235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7" name="Google Shape;2237;p102"/>
          <p:cNvGraphicFramePr/>
          <p:nvPr/>
        </p:nvGraphicFramePr>
        <p:xfrm>
          <a:off x="4302875" y="324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38" name="Google Shape;2238;p102"/>
          <p:cNvSpPr txBox="1"/>
          <p:nvPr/>
        </p:nvSpPr>
        <p:spPr>
          <a:xfrm>
            <a:off x="4302875" y="282351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9" name="Google Shape;2239;p102"/>
          <p:cNvSpPr txBox="1"/>
          <p:nvPr/>
        </p:nvSpPr>
        <p:spPr>
          <a:xfrm>
            <a:off x="4302875" y="357188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0" name="Google Shape;2240;p102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1" name="Google Shape;2241;p102"/>
          <p:cNvSpPr txBox="1"/>
          <p:nvPr/>
        </p:nvSpPr>
        <p:spPr>
          <a:xfrm>
            <a:off x="1360600" y="4106900"/>
            <a:ext cx="5874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 4 are adjacent vertices of 2. However, 1 is already visited and 1 is also parent of 2. Therefore, it is not a cycle and we will visit 4 since it is unvisited yet.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2" name="Google Shape;2242;p102"/>
          <p:cNvSpPr/>
          <p:nvPr/>
        </p:nvSpPr>
        <p:spPr>
          <a:xfrm>
            <a:off x="619938" y="2209975"/>
            <a:ext cx="1015900" cy="2202100"/>
          </a:xfrm>
          <a:custGeom>
            <a:rect b="b" l="l" r="r" t="t"/>
            <a:pathLst>
              <a:path extrusionOk="0" h="88084" w="40636">
                <a:moveTo>
                  <a:pt x="40636" y="0"/>
                </a:moveTo>
                <a:cubicBezTo>
                  <a:pt x="32884" y="597"/>
                  <a:pt x="24625" y="612"/>
                  <a:pt x="17671" y="4090"/>
                </a:cubicBezTo>
                <a:cubicBezTo>
                  <a:pt x="10391" y="7731"/>
                  <a:pt x="5429" y="15658"/>
                  <a:pt x="2571" y="23279"/>
                </a:cubicBezTo>
                <a:cubicBezTo>
                  <a:pt x="-5722" y="45391"/>
                  <a:pt x="7583" y="88084"/>
                  <a:pt x="31199" y="8808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103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248" name="Google Shape;2248;p103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103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0" name="Google Shape;2250;p103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1" name="Google Shape;2251;p103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2" name="Google Shape;2252;p103"/>
          <p:cNvCxnSpPr>
            <a:stCxn id="2248" idx="3"/>
            <a:endCxn id="2250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3" name="Google Shape;2253;p103"/>
          <p:cNvCxnSpPr>
            <a:stCxn id="2250" idx="4"/>
            <a:endCxn id="2251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4" name="Google Shape;2254;p103"/>
          <p:cNvCxnSpPr>
            <a:stCxn id="2248" idx="5"/>
            <a:endCxn id="2249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5" name="Google Shape;2255;p103"/>
          <p:cNvCxnSpPr>
            <a:stCxn id="2249" idx="4"/>
            <a:endCxn id="2251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6" name="Google Shape;2256;p103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103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58" name="Google Shape;2258;p103"/>
          <p:cNvGraphicFramePr/>
          <p:nvPr/>
        </p:nvGraphicFramePr>
        <p:xfrm>
          <a:off x="4302875" y="21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59" name="Google Shape;2259;p103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103"/>
          <p:cNvSpPr txBox="1"/>
          <p:nvPr/>
        </p:nvSpPr>
        <p:spPr>
          <a:xfrm>
            <a:off x="4302875" y="24443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103"/>
          <p:cNvSpPr txBox="1"/>
          <p:nvPr/>
        </p:nvSpPr>
        <p:spPr>
          <a:xfrm>
            <a:off x="3069775" y="28235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62" name="Google Shape;2262;p103"/>
          <p:cNvGraphicFramePr/>
          <p:nvPr/>
        </p:nvGraphicFramePr>
        <p:xfrm>
          <a:off x="4302875" y="324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63" name="Google Shape;2263;p103"/>
          <p:cNvSpPr txBox="1"/>
          <p:nvPr/>
        </p:nvSpPr>
        <p:spPr>
          <a:xfrm>
            <a:off x="4302875" y="282351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103"/>
          <p:cNvSpPr txBox="1"/>
          <p:nvPr/>
        </p:nvSpPr>
        <p:spPr>
          <a:xfrm>
            <a:off x="4302875" y="357188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5" name="Google Shape;2265;p103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p104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271" name="Google Shape;2271;p104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2" name="Google Shape;2272;p104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104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p104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5" name="Google Shape;2275;p104"/>
          <p:cNvCxnSpPr>
            <a:stCxn id="2271" idx="3"/>
            <a:endCxn id="2273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6" name="Google Shape;2276;p104"/>
          <p:cNvCxnSpPr>
            <a:stCxn id="2273" idx="4"/>
            <a:endCxn id="2274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7" name="Google Shape;2277;p104"/>
          <p:cNvCxnSpPr>
            <a:stCxn id="2271" idx="5"/>
            <a:endCxn id="2272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8" name="Google Shape;2278;p104"/>
          <p:cNvCxnSpPr>
            <a:stCxn id="2272" idx="4"/>
            <a:endCxn id="2274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9" name="Google Shape;2279;p104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0" name="Google Shape;2280;p104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81" name="Google Shape;2281;p104"/>
          <p:cNvGraphicFramePr/>
          <p:nvPr/>
        </p:nvGraphicFramePr>
        <p:xfrm>
          <a:off x="4302875" y="21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82" name="Google Shape;2282;p104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3" name="Google Shape;2283;p104"/>
          <p:cNvSpPr txBox="1"/>
          <p:nvPr/>
        </p:nvSpPr>
        <p:spPr>
          <a:xfrm>
            <a:off x="4302875" y="24443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4" name="Google Shape;2284;p104"/>
          <p:cNvSpPr txBox="1"/>
          <p:nvPr/>
        </p:nvSpPr>
        <p:spPr>
          <a:xfrm>
            <a:off x="3069775" y="28235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85" name="Google Shape;2285;p104"/>
          <p:cNvGraphicFramePr/>
          <p:nvPr/>
        </p:nvGraphicFramePr>
        <p:xfrm>
          <a:off x="4302875" y="324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86" name="Google Shape;2286;p104"/>
          <p:cNvSpPr txBox="1"/>
          <p:nvPr/>
        </p:nvSpPr>
        <p:spPr>
          <a:xfrm>
            <a:off x="4302875" y="282351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7" name="Google Shape;2287;p104"/>
          <p:cNvSpPr txBox="1"/>
          <p:nvPr/>
        </p:nvSpPr>
        <p:spPr>
          <a:xfrm>
            <a:off x="4302875" y="357188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8" name="Google Shape;2288;p104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9" name="Google Shape;2289;p104"/>
          <p:cNvSpPr txBox="1"/>
          <p:nvPr/>
        </p:nvSpPr>
        <p:spPr>
          <a:xfrm>
            <a:off x="1470700" y="4139150"/>
            <a:ext cx="579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3 are adjacent vertices of 4. However, 2 is already visited and 2 is also parent of 4. Therefore, it is not a cycle and we will visit 3 as it is unvisited yet. </a:t>
            </a:r>
            <a:endParaRPr/>
          </a:p>
        </p:txBody>
      </p:sp>
      <p:sp>
        <p:nvSpPr>
          <p:cNvPr id="2290" name="Google Shape;2290;p104"/>
          <p:cNvSpPr/>
          <p:nvPr/>
        </p:nvSpPr>
        <p:spPr>
          <a:xfrm>
            <a:off x="905325" y="3460450"/>
            <a:ext cx="691218" cy="975310"/>
          </a:xfrm>
          <a:custGeom>
            <a:rect b="b" l="l" r="r" t="t"/>
            <a:pathLst>
              <a:path extrusionOk="0" h="88084" w="40636">
                <a:moveTo>
                  <a:pt x="40636" y="0"/>
                </a:moveTo>
                <a:cubicBezTo>
                  <a:pt x="32884" y="597"/>
                  <a:pt x="24625" y="612"/>
                  <a:pt x="17671" y="4090"/>
                </a:cubicBezTo>
                <a:cubicBezTo>
                  <a:pt x="10391" y="7731"/>
                  <a:pt x="5429" y="15658"/>
                  <a:pt x="2571" y="23279"/>
                </a:cubicBezTo>
                <a:cubicBezTo>
                  <a:pt x="-5722" y="45391"/>
                  <a:pt x="7583" y="88084"/>
                  <a:pt x="31199" y="8808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105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296" name="Google Shape;2296;p105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p105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8" name="Google Shape;2298;p105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9" name="Google Shape;2299;p105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0" name="Google Shape;2300;p105"/>
          <p:cNvCxnSpPr>
            <a:stCxn id="2296" idx="3"/>
            <a:endCxn id="2298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1" name="Google Shape;2301;p105"/>
          <p:cNvCxnSpPr>
            <a:stCxn id="2298" idx="4"/>
            <a:endCxn id="2299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2" name="Google Shape;2302;p105"/>
          <p:cNvCxnSpPr>
            <a:stCxn id="2296" idx="5"/>
            <a:endCxn id="2297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3" name="Google Shape;2303;p105"/>
          <p:cNvCxnSpPr>
            <a:stCxn id="2297" idx="4"/>
            <a:endCxn id="2299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4" name="Google Shape;2304;p105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105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6" name="Google Shape;2306;p105"/>
          <p:cNvGraphicFramePr/>
          <p:nvPr/>
        </p:nvGraphicFramePr>
        <p:xfrm>
          <a:off x="4302875" y="21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07" name="Google Shape;2307;p105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p105"/>
          <p:cNvSpPr txBox="1"/>
          <p:nvPr/>
        </p:nvSpPr>
        <p:spPr>
          <a:xfrm>
            <a:off x="4302875" y="24443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105"/>
          <p:cNvSpPr txBox="1"/>
          <p:nvPr/>
        </p:nvSpPr>
        <p:spPr>
          <a:xfrm>
            <a:off x="3069775" y="28235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10" name="Google Shape;2310;p105"/>
          <p:cNvGraphicFramePr/>
          <p:nvPr/>
        </p:nvGraphicFramePr>
        <p:xfrm>
          <a:off x="4302875" y="324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11" name="Google Shape;2311;p105"/>
          <p:cNvSpPr txBox="1"/>
          <p:nvPr/>
        </p:nvSpPr>
        <p:spPr>
          <a:xfrm>
            <a:off x="4302875" y="282351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2" name="Google Shape;2312;p105"/>
          <p:cNvSpPr txBox="1"/>
          <p:nvPr/>
        </p:nvSpPr>
        <p:spPr>
          <a:xfrm>
            <a:off x="4302875" y="357188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105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4" name="Google Shape;2314;p105"/>
          <p:cNvSpPr txBox="1"/>
          <p:nvPr/>
        </p:nvSpPr>
        <p:spPr>
          <a:xfrm>
            <a:off x="1470700" y="4139150"/>
            <a:ext cx="24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p106"/>
          <p:cNvSpPr txBox="1"/>
          <p:nvPr>
            <p:ph type="title"/>
          </p:nvPr>
        </p:nvSpPr>
        <p:spPr>
          <a:xfrm>
            <a:off x="750281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320" name="Google Shape;2320;p106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1" name="Google Shape;2321;p106"/>
          <p:cNvSpPr/>
          <p:nvPr/>
        </p:nvSpPr>
        <p:spPr>
          <a:xfrm>
            <a:off x="2359550" y="26754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2" name="Google Shape;2322;p106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3" name="Google Shape;2323;p106"/>
          <p:cNvSpPr/>
          <p:nvPr/>
        </p:nvSpPr>
        <p:spPr>
          <a:xfrm>
            <a:off x="1790375" y="356566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4" name="Google Shape;2324;p106"/>
          <p:cNvCxnSpPr>
            <a:stCxn id="2320" idx="3"/>
            <a:endCxn id="2322" idx="0"/>
          </p:cNvCxnSpPr>
          <p:nvPr/>
        </p:nvCxnSpPr>
        <p:spPr>
          <a:xfrm flipH="1">
            <a:off x="1434496" y="2153604"/>
            <a:ext cx="429600" cy="5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5" name="Google Shape;2325;p106"/>
          <p:cNvCxnSpPr>
            <a:stCxn id="2322" idx="4"/>
            <a:endCxn id="2323" idx="1"/>
          </p:cNvCxnSpPr>
          <p:nvPr/>
        </p:nvCxnSpPr>
        <p:spPr>
          <a:xfrm>
            <a:off x="1434525" y="3147338"/>
            <a:ext cx="429600" cy="48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6" name="Google Shape;2326;p106"/>
          <p:cNvCxnSpPr>
            <a:stCxn id="2320" idx="5"/>
            <a:endCxn id="2321" idx="0"/>
          </p:cNvCxnSpPr>
          <p:nvPr/>
        </p:nvCxnSpPr>
        <p:spPr>
          <a:xfrm>
            <a:off x="2220054" y="2153604"/>
            <a:ext cx="391200" cy="52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7" name="Google Shape;2327;p106"/>
          <p:cNvCxnSpPr>
            <a:stCxn id="2321" idx="4"/>
            <a:endCxn id="2323" idx="7"/>
          </p:cNvCxnSpPr>
          <p:nvPr/>
        </p:nvCxnSpPr>
        <p:spPr>
          <a:xfrm flipH="1">
            <a:off x="2220050" y="3147338"/>
            <a:ext cx="391200" cy="48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8" name="Google Shape;2328;p106"/>
          <p:cNvSpPr/>
          <p:nvPr/>
        </p:nvSpPr>
        <p:spPr>
          <a:xfrm>
            <a:off x="1790375" y="1750813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9" name="Google Shape;2329;p106"/>
          <p:cNvSpPr txBox="1"/>
          <p:nvPr/>
        </p:nvSpPr>
        <p:spPr>
          <a:xfrm>
            <a:off x="2359550" y="17508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30" name="Google Shape;2330;p106"/>
          <p:cNvGraphicFramePr/>
          <p:nvPr/>
        </p:nvGraphicFramePr>
        <p:xfrm>
          <a:off x="3592650" y="217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31" name="Google Shape;2331;p106"/>
          <p:cNvSpPr txBox="1"/>
          <p:nvPr/>
        </p:nvSpPr>
        <p:spPr>
          <a:xfrm>
            <a:off x="3592650" y="1750825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2" name="Google Shape;2332;p106"/>
          <p:cNvSpPr txBox="1"/>
          <p:nvPr/>
        </p:nvSpPr>
        <p:spPr>
          <a:xfrm>
            <a:off x="3592650" y="24992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3" name="Google Shape;2333;p106"/>
          <p:cNvSpPr txBox="1"/>
          <p:nvPr/>
        </p:nvSpPr>
        <p:spPr>
          <a:xfrm>
            <a:off x="2359550" y="28783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34" name="Google Shape;2334;p106"/>
          <p:cNvGraphicFramePr/>
          <p:nvPr/>
        </p:nvGraphicFramePr>
        <p:xfrm>
          <a:off x="3592650" y="329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35" name="Google Shape;2335;p106"/>
          <p:cNvSpPr txBox="1"/>
          <p:nvPr/>
        </p:nvSpPr>
        <p:spPr>
          <a:xfrm>
            <a:off x="3592650" y="2878375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6" name="Google Shape;2336;p106"/>
          <p:cNvSpPr txBox="1"/>
          <p:nvPr/>
        </p:nvSpPr>
        <p:spPr>
          <a:xfrm>
            <a:off x="3592650" y="36267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1           2           3           4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7" name="Google Shape;2337;p106"/>
          <p:cNvSpPr/>
          <p:nvPr/>
        </p:nvSpPr>
        <p:spPr>
          <a:xfrm>
            <a:off x="1182825" y="2675438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8" name="Google Shape;2338;p106"/>
          <p:cNvSpPr txBox="1"/>
          <p:nvPr/>
        </p:nvSpPr>
        <p:spPr>
          <a:xfrm>
            <a:off x="1470700" y="4139150"/>
            <a:ext cx="24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106"/>
          <p:cNvSpPr txBox="1"/>
          <p:nvPr/>
        </p:nvSpPr>
        <p:spPr>
          <a:xfrm>
            <a:off x="6260250" y="1750825"/>
            <a:ext cx="2068500" cy="25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 are adjacent vertices of 3. However, 4 is already visited and 4 is also parent of 3. Therefore, it is not a cycle. We will then check 1 and since 1 is already visited, we will check whether 1 is parent of 3. </a:t>
            </a: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Since parent of 3 is 4, therefore,  there exists a cycle!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340" name="Google Shape;2340;p106"/>
          <p:cNvSpPr/>
          <p:nvPr/>
        </p:nvSpPr>
        <p:spPr>
          <a:xfrm>
            <a:off x="2493100" y="1690900"/>
            <a:ext cx="3775050" cy="597725"/>
          </a:xfrm>
          <a:custGeom>
            <a:rect b="b" l="l" r="r" t="t"/>
            <a:pathLst>
              <a:path extrusionOk="0" h="23909" w="151002">
                <a:moveTo>
                  <a:pt x="0" y="23909"/>
                </a:moveTo>
                <a:cubicBezTo>
                  <a:pt x="15193" y="1107"/>
                  <a:pt x="51247" y="0"/>
                  <a:pt x="78647" y="0"/>
                </a:cubicBezTo>
                <a:cubicBezTo>
                  <a:pt x="95887" y="0"/>
                  <a:pt x="113117" y="3789"/>
                  <a:pt x="129610" y="8809"/>
                </a:cubicBezTo>
                <a:cubicBezTo>
                  <a:pt x="136750" y="10982"/>
                  <a:pt x="145725" y="10138"/>
                  <a:pt x="151002" y="1541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p107"/>
          <p:cNvSpPr txBox="1"/>
          <p:nvPr>
            <p:ph type="title"/>
          </p:nvPr>
        </p:nvSpPr>
        <p:spPr>
          <a:xfrm>
            <a:off x="687656" y="762375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in a Directed Graph</a:t>
            </a:r>
            <a:endParaRPr/>
          </a:p>
        </p:txBody>
      </p:sp>
      <p:sp>
        <p:nvSpPr>
          <p:cNvPr id="2346" name="Google Shape;2346;p107"/>
          <p:cNvSpPr/>
          <p:nvPr/>
        </p:nvSpPr>
        <p:spPr>
          <a:xfrm>
            <a:off x="855425" y="198858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7" name="Google Shape;2347;p107"/>
          <p:cNvSpPr/>
          <p:nvPr/>
        </p:nvSpPr>
        <p:spPr>
          <a:xfrm>
            <a:off x="2200100" y="198858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8" name="Google Shape;2348;p107"/>
          <p:cNvSpPr/>
          <p:nvPr/>
        </p:nvSpPr>
        <p:spPr>
          <a:xfrm>
            <a:off x="855425" y="3068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9" name="Google Shape;2349;p107"/>
          <p:cNvSpPr/>
          <p:nvPr/>
        </p:nvSpPr>
        <p:spPr>
          <a:xfrm>
            <a:off x="2200100" y="3068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0" name="Google Shape;2350;p107"/>
          <p:cNvSpPr txBox="1"/>
          <p:nvPr/>
        </p:nvSpPr>
        <p:spPr>
          <a:xfrm>
            <a:off x="1547600" y="3540025"/>
            <a:ext cx="904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cycle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1" name="Google Shape;2351;p107"/>
          <p:cNvSpPr/>
          <p:nvPr/>
        </p:nvSpPr>
        <p:spPr>
          <a:xfrm>
            <a:off x="3099650" y="3068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2" name="Google Shape;2352;p107"/>
          <p:cNvCxnSpPr>
            <a:stCxn id="2346" idx="6"/>
            <a:endCxn id="2347" idx="2"/>
          </p:cNvCxnSpPr>
          <p:nvPr/>
        </p:nvCxnSpPr>
        <p:spPr>
          <a:xfrm>
            <a:off x="1358825" y="2224538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3" name="Google Shape;2353;p107"/>
          <p:cNvCxnSpPr>
            <a:stCxn id="2346" idx="4"/>
            <a:endCxn id="2348" idx="0"/>
          </p:cNvCxnSpPr>
          <p:nvPr/>
        </p:nvCxnSpPr>
        <p:spPr>
          <a:xfrm>
            <a:off x="1107125" y="2460488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4" name="Google Shape;2354;p107"/>
          <p:cNvCxnSpPr>
            <a:stCxn id="2348" idx="6"/>
            <a:endCxn id="2349" idx="2"/>
          </p:cNvCxnSpPr>
          <p:nvPr/>
        </p:nvCxnSpPr>
        <p:spPr>
          <a:xfrm>
            <a:off x="1358825" y="3304063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5" name="Google Shape;2355;p107"/>
          <p:cNvCxnSpPr>
            <a:stCxn id="2347" idx="4"/>
            <a:endCxn id="2349" idx="0"/>
          </p:cNvCxnSpPr>
          <p:nvPr/>
        </p:nvCxnSpPr>
        <p:spPr>
          <a:xfrm>
            <a:off x="2451800" y="2460488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6" name="Google Shape;2356;p107"/>
          <p:cNvCxnSpPr>
            <a:stCxn id="2349" idx="6"/>
            <a:endCxn id="2351" idx="2"/>
          </p:cNvCxnSpPr>
          <p:nvPr/>
        </p:nvCxnSpPr>
        <p:spPr>
          <a:xfrm>
            <a:off x="2703500" y="3304063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57" name="Google Shape;2357;p107"/>
          <p:cNvSpPr/>
          <p:nvPr/>
        </p:nvSpPr>
        <p:spPr>
          <a:xfrm>
            <a:off x="4900850" y="198858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8" name="Google Shape;2358;p107"/>
          <p:cNvSpPr/>
          <p:nvPr/>
        </p:nvSpPr>
        <p:spPr>
          <a:xfrm>
            <a:off x="6245525" y="1988588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p107"/>
          <p:cNvSpPr/>
          <p:nvPr/>
        </p:nvSpPr>
        <p:spPr>
          <a:xfrm>
            <a:off x="4900850" y="3068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p107"/>
          <p:cNvSpPr/>
          <p:nvPr/>
        </p:nvSpPr>
        <p:spPr>
          <a:xfrm>
            <a:off x="6245525" y="3068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1" name="Google Shape;2361;p107"/>
          <p:cNvSpPr txBox="1"/>
          <p:nvPr/>
        </p:nvSpPr>
        <p:spPr>
          <a:xfrm>
            <a:off x="5593025" y="3429925"/>
            <a:ext cx="904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p107"/>
          <p:cNvSpPr/>
          <p:nvPr/>
        </p:nvSpPr>
        <p:spPr>
          <a:xfrm>
            <a:off x="7145075" y="3068113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3" name="Google Shape;2363;p107"/>
          <p:cNvCxnSpPr>
            <a:stCxn id="2357" idx="6"/>
            <a:endCxn id="2358" idx="2"/>
          </p:cNvCxnSpPr>
          <p:nvPr/>
        </p:nvCxnSpPr>
        <p:spPr>
          <a:xfrm>
            <a:off x="5404250" y="2224538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64" name="Google Shape;2364;p107"/>
          <p:cNvCxnSpPr>
            <a:stCxn id="2357" idx="4"/>
            <a:endCxn id="2359" idx="0"/>
          </p:cNvCxnSpPr>
          <p:nvPr/>
        </p:nvCxnSpPr>
        <p:spPr>
          <a:xfrm>
            <a:off x="5152550" y="2460488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65" name="Google Shape;2365;p107"/>
          <p:cNvCxnSpPr>
            <a:stCxn id="2359" idx="6"/>
            <a:endCxn id="2360" idx="2"/>
          </p:cNvCxnSpPr>
          <p:nvPr/>
        </p:nvCxnSpPr>
        <p:spPr>
          <a:xfrm>
            <a:off x="5404250" y="3304063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66" name="Google Shape;2366;p107"/>
          <p:cNvCxnSpPr>
            <a:stCxn id="2358" idx="4"/>
            <a:endCxn id="2360" idx="0"/>
          </p:cNvCxnSpPr>
          <p:nvPr/>
        </p:nvCxnSpPr>
        <p:spPr>
          <a:xfrm>
            <a:off x="6497225" y="2460488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67" name="Google Shape;2367;p107"/>
          <p:cNvCxnSpPr>
            <a:stCxn id="2360" idx="6"/>
            <a:endCxn id="2362" idx="2"/>
          </p:cNvCxnSpPr>
          <p:nvPr/>
        </p:nvCxnSpPr>
        <p:spPr>
          <a:xfrm>
            <a:off x="6748925" y="3304063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108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373" name="Google Shape;2373;p108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p108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108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108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108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8" name="Google Shape;2378;p108"/>
          <p:cNvCxnSpPr>
            <a:stCxn id="2373" idx="6"/>
            <a:endCxn id="2374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79" name="Google Shape;2379;p108"/>
          <p:cNvCxnSpPr>
            <a:stCxn id="2373" idx="4"/>
            <a:endCxn id="2375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80" name="Google Shape;2380;p108"/>
          <p:cNvCxnSpPr>
            <a:stCxn id="2375" idx="6"/>
            <a:endCxn id="2376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81" name="Google Shape;2381;p108"/>
          <p:cNvCxnSpPr>
            <a:stCxn id="2374" idx="4"/>
            <a:endCxn id="2376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82" name="Google Shape;2382;p108"/>
          <p:cNvCxnSpPr>
            <a:stCxn id="2376" idx="6"/>
            <a:endCxn id="2377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83" name="Google Shape;2383;p108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84" name="Google Shape;2384;p108"/>
          <p:cNvGraphicFramePr/>
          <p:nvPr/>
        </p:nvGraphicFramePr>
        <p:xfrm>
          <a:off x="4342200" y="214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85" name="Google Shape;2385;p108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108"/>
          <p:cNvSpPr txBox="1"/>
          <p:nvPr/>
        </p:nvSpPr>
        <p:spPr>
          <a:xfrm>
            <a:off x="4129850" y="24693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108"/>
          <p:cNvSpPr txBox="1"/>
          <p:nvPr/>
        </p:nvSpPr>
        <p:spPr>
          <a:xfrm>
            <a:off x="3109100" y="281755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88" name="Google Shape;2388;p108"/>
          <p:cNvGraphicFramePr/>
          <p:nvPr/>
        </p:nvGraphicFramePr>
        <p:xfrm>
          <a:off x="4342200" y="32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89" name="Google Shape;2389;p108"/>
          <p:cNvSpPr txBox="1"/>
          <p:nvPr/>
        </p:nvSpPr>
        <p:spPr>
          <a:xfrm>
            <a:off x="4342200" y="28175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0" name="Google Shape;2390;p108"/>
          <p:cNvSpPr txBox="1"/>
          <p:nvPr/>
        </p:nvSpPr>
        <p:spPr>
          <a:xfrm>
            <a:off x="4169175" y="35909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4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Google Shape;2395;p109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396" name="Google Shape;2396;p109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109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8" name="Google Shape;2398;p109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9" name="Google Shape;2399;p109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0" name="Google Shape;2400;p109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1" name="Google Shape;2401;p109"/>
          <p:cNvCxnSpPr>
            <a:stCxn id="2396" idx="6"/>
            <a:endCxn id="2397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02" name="Google Shape;2402;p109"/>
          <p:cNvCxnSpPr>
            <a:stCxn id="2396" idx="4"/>
            <a:endCxn id="2398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03" name="Google Shape;2403;p109"/>
          <p:cNvCxnSpPr>
            <a:stCxn id="2398" idx="6"/>
            <a:endCxn id="2399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04" name="Google Shape;2404;p109"/>
          <p:cNvCxnSpPr>
            <a:stCxn id="2397" idx="4"/>
            <a:endCxn id="2399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05" name="Google Shape;2405;p109"/>
          <p:cNvCxnSpPr>
            <a:stCxn id="2399" idx="6"/>
            <a:endCxn id="2400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06" name="Google Shape;2406;p109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07" name="Google Shape;2407;p109"/>
          <p:cNvGraphicFramePr/>
          <p:nvPr/>
        </p:nvGraphicFramePr>
        <p:xfrm>
          <a:off x="4342200" y="214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08" name="Google Shape;2408;p109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9" name="Google Shape;2409;p109"/>
          <p:cNvSpPr txBox="1"/>
          <p:nvPr/>
        </p:nvSpPr>
        <p:spPr>
          <a:xfrm>
            <a:off x="4129850" y="24693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0" name="Google Shape;2410;p109"/>
          <p:cNvSpPr txBox="1"/>
          <p:nvPr/>
        </p:nvSpPr>
        <p:spPr>
          <a:xfrm>
            <a:off x="3109100" y="281755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11" name="Google Shape;2411;p109"/>
          <p:cNvGraphicFramePr/>
          <p:nvPr/>
        </p:nvGraphicFramePr>
        <p:xfrm>
          <a:off x="4342200" y="32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12" name="Google Shape;2412;p109"/>
          <p:cNvSpPr txBox="1"/>
          <p:nvPr/>
        </p:nvSpPr>
        <p:spPr>
          <a:xfrm>
            <a:off x="4342200" y="28175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3" name="Google Shape;2413;p109"/>
          <p:cNvSpPr txBox="1"/>
          <p:nvPr/>
        </p:nvSpPr>
        <p:spPr>
          <a:xfrm>
            <a:off x="4169175" y="35909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p110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419" name="Google Shape;2419;p110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0" name="Google Shape;2420;p110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110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2" name="Google Shape;2422;p110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3" name="Google Shape;2423;p110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4" name="Google Shape;2424;p110"/>
          <p:cNvCxnSpPr>
            <a:stCxn id="2419" idx="6"/>
            <a:endCxn id="2420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5" name="Google Shape;2425;p110"/>
          <p:cNvCxnSpPr>
            <a:stCxn id="2419" idx="4"/>
            <a:endCxn id="2421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6" name="Google Shape;2426;p110"/>
          <p:cNvCxnSpPr>
            <a:stCxn id="2421" idx="6"/>
            <a:endCxn id="2422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7" name="Google Shape;2427;p110"/>
          <p:cNvCxnSpPr>
            <a:stCxn id="2420" idx="4"/>
            <a:endCxn id="2422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8" name="Google Shape;2428;p110"/>
          <p:cNvCxnSpPr>
            <a:stCxn id="2422" idx="6"/>
            <a:endCxn id="2423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29" name="Google Shape;2429;p110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30" name="Google Shape;2430;p110"/>
          <p:cNvGraphicFramePr/>
          <p:nvPr/>
        </p:nvGraphicFramePr>
        <p:xfrm>
          <a:off x="4342200" y="214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31" name="Google Shape;2431;p110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2" name="Google Shape;2432;p110"/>
          <p:cNvSpPr txBox="1"/>
          <p:nvPr/>
        </p:nvSpPr>
        <p:spPr>
          <a:xfrm>
            <a:off x="4129850" y="24693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3" name="Google Shape;2433;p110"/>
          <p:cNvSpPr txBox="1"/>
          <p:nvPr/>
        </p:nvSpPr>
        <p:spPr>
          <a:xfrm>
            <a:off x="3109100" y="281755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34" name="Google Shape;2434;p110"/>
          <p:cNvGraphicFramePr/>
          <p:nvPr/>
        </p:nvGraphicFramePr>
        <p:xfrm>
          <a:off x="4342200" y="32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35" name="Google Shape;2435;p110"/>
          <p:cNvSpPr txBox="1"/>
          <p:nvPr/>
        </p:nvSpPr>
        <p:spPr>
          <a:xfrm>
            <a:off x="4342200" y="28175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6" name="Google Shape;2436;p110"/>
          <p:cNvSpPr txBox="1"/>
          <p:nvPr/>
        </p:nvSpPr>
        <p:spPr>
          <a:xfrm>
            <a:off x="4169175" y="35909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0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111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442" name="Google Shape;2442;p111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3" name="Google Shape;2443;p111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111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5" name="Google Shape;2445;p111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6" name="Google Shape;2446;p111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7" name="Google Shape;2447;p111"/>
          <p:cNvCxnSpPr>
            <a:stCxn id="2442" idx="6"/>
            <a:endCxn id="2443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8" name="Google Shape;2448;p111"/>
          <p:cNvCxnSpPr>
            <a:stCxn id="2442" idx="4"/>
            <a:endCxn id="2444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9" name="Google Shape;2449;p111"/>
          <p:cNvCxnSpPr>
            <a:stCxn id="2444" idx="6"/>
            <a:endCxn id="2445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50" name="Google Shape;2450;p111"/>
          <p:cNvCxnSpPr>
            <a:stCxn id="2443" idx="4"/>
            <a:endCxn id="2445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51" name="Google Shape;2451;p111"/>
          <p:cNvCxnSpPr>
            <a:stCxn id="2445" idx="6"/>
            <a:endCxn id="2446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52" name="Google Shape;2452;p111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53" name="Google Shape;2453;p111"/>
          <p:cNvGraphicFramePr/>
          <p:nvPr/>
        </p:nvGraphicFramePr>
        <p:xfrm>
          <a:off x="4342200" y="214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54" name="Google Shape;2454;p111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5" name="Google Shape;2455;p111"/>
          <p:cNvSpPr txBox="1"/>
          <p:nvPr/>
        </p:nvSpPr>
        <p:spPr>
          <a:xfrm>
            <a:off x="4129850" y="24693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6" name="Google Shape;2456;p111"/>
          <p:cNvSpPr txBox="1"/>
          <p:nvPr/>
        </p:nvSpPr>
        <p:spPr>
          <a:xfrm>
            <a:off x="3109100" y="281755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57" name="Google Shape;2457;p111"/>
          <p:cNvGraphicFramePr/>
          <p:nvPr/>
        </p:nvGraphicFramePr>
        <p:xfrm>
          <a:off x="4342200" y="32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58" name="Google Shape;2458;p111"/>
          <p:cNvSpPr txBox="1"/>
          <p:nvPr/>
        </p:nvSpPr>
        <p:spPr>
          <a:xfrm>
            <a:off x="4342200" y="28175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111"/>
          <p:cNvSpPr txBox="1"/>
          <p:nvPr/>
        </p:nvSpPr>
        <p:spPr>
          <a:xfrm>
            <a:off x="4169175" y="35909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3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p112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465" name="Google Shape;2465;p112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6" name="Google Shape;2466;p112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7" name="Google Shape;2467;p112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8" name="Google Shape;2468;p112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9" name="Google Shape;2469;p112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0" name="Google Shape;2470;p112"/>
          <p:cNvCxnSpPr>
            <a:stCxn id="2465" idx="6"/>
            <a:endCxn id="2466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71" name="Google Shape;2471;p112"/>
          <p:cNvCxnSpPr>
            <a:stCxn id="2465" idx="4"/>
            <a:endCxn id="2467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72" name="Google Shape;2472;p112"/>
          <p:cNvCxnSpPr>
            <a:stCxn id="2467" idx="6"/>
            <a:endCxn id="2468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73" name="Google Shape;2473;p112"/>
          <p:cNvCxnSpPr>
            <a:stCxn id="2466" idx="4"/>
            <a:endCxn id="2468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74" name="Google Shape;2474;p112"/>
          <p:cNvCxnSpPr>
            <a:stCxn id="2468" idx="6"/>
            <a:endCxn id="2469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75" name="Google Shape;2475;p112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76" name="Google Shape;2476;p112"/>
          <p:cNvGraphicFramePr/>
          <p:nvPr/>
        </p:nvGraphicFramePr>
        <p:xfrm>
          <a:off x="4342200" y="214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77" name="Google Shape;2477;p112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8" name="Google Shape;2478;p112"/>
          <p:cNvSpPr txBox="1"/>
          <p:nvPr/>
        </p:nvSpPr>
        <p:spPr>
          <a:xfrm>
            <a:off x="4129850" y="24693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p112"/>
          <p:cNvSpPr txBox="1"/>
          <p:nvPr/>
        </p:nvSpPr>
        <p:spPr>
          <a:xfrm>
            <a:off x="3109100" y="281755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80" name="Google Shape;2480;p112"/>
          <p:cNvGraphicFramePr/>
          <p:nvPr/>
        </p:nvGraphicFramePr>
        <p:xfrm>
          <a:off x="4342200" y="32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81" name="Google Shape;2481;p112"/>
          <p:cNvSpPr txBox="1"/>
          <p:nvPr/>
        </p:nvSpPr>
        <p:spPr>
          <a:xfrm>
            <a:off x="4342200" y="28175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2" name="Google Shape;2482;p112"/>
          <p:cNvSpPr txBox="1"/>
          <p:nvPr/>
        </p:nvSpPr>
        <p:spPr>
          <a:xfrm>
            <a:off x="4169175" y="35909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6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p113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488" name="Google Shape;2488;p113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9" name="Google Shape;2489;p113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0" name="Google Shape;2490;p113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1" name="Google Shape;2491;p113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2" name="Google Shape;2492;p113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3" name="Google Shape;2493;p113"/>
          <p:cNvCxnSpPr>
            <a:stCxn id="2488" idx="6"/>
            <a:endCxn id="2489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94" name="Google Shape;2494;p113"/>
          <p:cNvCxnSpPr>
            <a:stCxn id="2488" idx="4"/>
            <a:endCxn id="2490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95" name="Google Shape;2495;p113"/>
          <p:cNvCxnSpPr>
            <a:stCxn id="2490" idx="6"/>
            <a:endCxn id="2491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96" name="Google Shape;2496;p113"/>
          <p:cNvCxnSpPr>
            <a:stCxn id="2489" idx="4"/>
            <a:endCxn id="2491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97" name="Google Shape;2497;p113"/>
          <p:cNvCxnSpPr>
            <a:stCxn id="2491" idx="6"/>
            <a:endCxn id="2492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98" name="Google Shape;2498;p113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99" name="Google Shape;2499;p113"/>
          <p:cNvGraphicFramePr/>
          <p:nvPr/>
        </p:nvGraphicFramePr>
        <p:xfrm>
          <a:off x="4342200" y="214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00" name="Google Shape;2500;p113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1" name="Google Shape;2501;p113"/>
          <p:cNvSpPr txBox="1"/>
          <p:nvPr/>
        </p:nvSpPr>
        <p:spPr>
          <a:xfrm>
            <a:off x="4129850" y="24693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2" name="Google Shape;2502;p113"/>
          <p:cNvSpPr txBox="1"/>
          <p:nvPr/>
        </p:nvSpPr>
        <p:spPr>
          <a:xfrm>
            <a:off x="3109100" y="281755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03" name="Google Shape;2503;p113"/>
          <p:cNvGraphicFramePr/>
          <p:nvPr/>
        </p:nvGraphicFramePr>
        <p:xfrm>
          <a:off x="4342200" y="32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04" name="Google Shape;2504;p113"/>
          <p:cNvSpPr txBox="1"/>
          <p:nvPr/>
        </p:nvSpPr>
        <p:spPr>
          <a:xfrm>
            <a:off x="4342200" y="28175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5" name="Google Shape;2505;p113"/>
          <p:cNvSpPr txBox="1"/>
          <p:nvPr/>
        </p:nvSpPr>
        <p:spPr>
          <a:xfrm>
            <a:off x="4169175" y="35909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6" name="Google Shape;2506;p113"/>
          <p:cNvCxnSpPr>
            <a:stCxn id="2492" idx="4"/>
            <a:endCxn id="2491" idx="4"/>
          </p:cNvCxnSpPr>
          <p:nvPr/>
        </p:nvCxnSpPr>
        <p:spPr>
          <a:xfrm rot="5400000">
            <a:off x="2980025" y="3207900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507" name="Google Shape;2507;p113"/>
          <p:cNvCxnSpPr>
            <a:stCxn id="2491" idx="4"/>
            <a:endCxn id="2490" idx="4"/>
          </p:cNvCxnSpPr>
          <p:nvPr/>
        </p:nvCxnSpPr>
        <p:spPr>
          <a:xfrm rot="5400000">
            <a:off x="1857875" y="2985300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508" name="Google Shape;2508;p113"/>
          <p:cNvCxnSpPr>
            <a:stCxn id="2490" idx="2"/>
            <a:endCxn id="2488" idx="2"/>
          </p:cNvCxnSpPr>
          <p:nvPr/>
        </p:nvCxnSpPr>
        <p:spPr>
          <a:xfrm flipH="1" rot="10800000">
            <a:off x="934100" y="2341950"/>
            <a:ext cx="600" cy="1079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2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513;p114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514" name="Google Shape;2514;p114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5" name="Google Shape;2515;p114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6" name="Google Shape;2516;p114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7" name="Google Shape;2517;p114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8" name="Google Shape;2518;p114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9" name="Google Shape;2519;p114"/>
          <p:cNvCxnSpPr>
            <a:stCxn id="2514" idx="6"/>
            <a:endCxn id="2515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0" name="Google Shape;2520;p114"/>
          <p:cNvCxnSpPr>
            <a:stCxn id="2514" idx="4"/>
            <a:endCxn id="2516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1" name="Google Shape;2521;p114"/>
          <p:cNvCxnSpPr>
            <a:stCxn id="2516" idx="6"/>
            <a:endCxn id="2517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2" name="Google Shape;2522;p114"/>
          <p:cNvCxnSpPr>
            <a:stCxn id="2515" idx="4"/>
            <a:endCxn id="2517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3" name="Google Shape;2523;p114"/>
          <p:cNvCxnSpPr>
            <a:stCxn id="2517" idx="6"/>
            <a:endCxn id="2518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24" name="Google Shape;2524;p114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25" name="Google Shape;2525;p114"/>
          <p:cNvGraphicFramePr/>
          <p:nvPr/>
        </p:nvGraphicFramePr>
        <p:xfrm>
          <a:off x="4342200" y="214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26" name="Google Shape;2526;p114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7" name="Google Shape;2527;p114"/>
          <p:cNvSpPr txBox="1"/>
          <p:nvPr/>
        </p:nvSpPr>
        <p:spPr>
          <a:xfrm>
            <a:off x="4129850" y="24693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8" name="Google Shape;2528;p114"/>
          <p:cNvSpPr txBox="1"/>
          <p:nvPr/>
        </p:nvSpPr>
        <p:spPr>
          <a:xfrm>
            <a:off x="3109100" y="281755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29" name="Google Shape;2529;p114"/>
          <p:cNvGraphicFramePr/>
          <p:nvPr/>
        </p:nvGraphicFramePr>
        <p:xfrm>
          <a:off x="4342200" y="32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30" name="Google Shape;2530;p114"/>
          <p:cNvSpPr txBox="1"/>
          <p:nvPr/>
        </p:nvSpPr>
        <p:spPr>
          <a:xfrm>
            <a:off x="4342200" y="28175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114"/>
          <p:cNvSpPr txBox="1"/>
          <p:nvPr/>
        </p:nvSpPr>
        <p:spPr>
          <a:xfrm>
            <a:off x="4169175" y="35909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5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Google Shape;2536;p115"/>
          <p:cNvSpPr txBox="1"/>
          <p:nvPr>
            <p:ph type="title"/>
          </p:nvPr>
        </p:nvSpPr>
        <p:spPr>
          <a:xfrm>
            <a:off x="6876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 using DFS</a:t>
            </a:r>
            <a:endParaRPr/>
          </a:p>
        </p:txBody>
      </p:sp>
      <p:sp>
        <p:nvSpPr>
          <p:cNvPr id="2537" name="Google Shape;2537;p115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8" name="Google Shape;2538;p115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9" name="Google Shape;2539;p115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115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1" name="Google Shape;2541;p115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2" name="Google Shape;2542;p115"/>
          <p:cNvCxnSpPr>
            <a:stCxn id="2537" idx="6"/>
            <a:endCxn id="2538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43" name="Google Shape;2543;p115"/>
          <p:cNvCxnSpPr>
            <a:stCxn id="2537" idx="4"/>
            <a:endCxn id="2539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44" name="Google Shape;2544;p115"/>
          <p:cNvCxnSpPr>
            <a:stCxn id="2539" idx="6"/>
            <a:endCxn id="2540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45" name="Google Shape;2545;p115"/>
          <p:cNvCxnSpPr>
            <a:stCxn id="2538" idx="4"/>
            <a:endCxn id="2540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46" name="Google Shape;2546;p115"/>
          <p:cNvCxnSpPr>
            <a:stCxn id="2540" idx="6"/>
            <a:endCxn id="2541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47" name="Google Shape;2547;p115"/>
          <p:cNvSpPr txBox="1"/>
          <p:nvPr/>
        </p:nvSpPr>
        <p:spPr>
          <a:xfrm>
            <a:off x="3069775" y="16959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48" name="Google Shape;2548;p115"/>
          <p:cNvGraphicFramePr/>
          <p:nvPr/>
        </p:nvGraphicFramePr>
        <p:xfrm>
          <a:off x="4342200" y="214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49" name="Google Shape;2549;p115"/>
          <p:cNvSpPr txBox="1"/>
          <p:nvPr/>
        </p:nvSpPr>
        <p:spPr>
          <a:xfrm>
            <a:off x="4302875" y="16959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0" name="Google Shape;2550;p115"/>
          <p:cNvSpPr txBox="1"/>
          <p:nvPr/>
        </p:nvSpPr>
        <p:spPr>
          <a:xfrm>
            <a:off x="4129850" y="24693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1" name="Google Shape;2551;p115"/>
          <p:cNvSpPr txBox="1"/>
          <p:nvPr/>
        </p:nvSpPr>
        <p:spPr>
          <a:xfrm>
            <a:off x="3109100" y="281755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52" name="Google Shape;2552;p115"/>
          <p:cNvGraphicFramePr/>
          <p:nvPr/>
        </p:nvGraphicFramePr>
        <p:xfrm>
          <a:off x="4342200" y="32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53" name="Google Shape;2553;p115"/>
          <p:cNvSpPr txBox="1"/>
          <p:nvPr/>
        </p:nvSpPr>
        <p:spPr>
          <a:xfrm>
            <a:off x="4342200" y="28175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4" name="Google Shape;2554;p115"/>
          <p:cNvSpPr txBox="1"/>
          <p:nvPr/>
        </p:nvSpPr>
        <p:spPr>
          <a:xfrm>
            <a:off x="4169175" y="3590938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5" name="Google Shape;2555;p115"/>
          <p:cNvSpPr txBox="1"/>
          <p:nvPr/>
        </p:nvSpPr>
        <p:spPr>
          <a:xfrm>
            <a:off x="6620300" y="1756200"/>
            <a:ext cx="1873500" cy="26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has adjacent vertex 4, which has already been visited. So according to previous way of cycle detection in an undirected graph, we will check parent of 4 which is 2 and not 3. </a:t>
            </a:r>
            <a:r>
              <a:rPr b="1"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return True which means a cycle is present. However, there are no cycles in this graph!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Workaround?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6" name="Google Shape;2556;p115"/>
          <p:cNvSpPr/>
          <p:nvPr/>
        </p:nvSpPr>
        <p:spPr>
          <a:xfrm>
            <a:off x="2563875" y="1485195"/>
            <a:ext cx="4097500" cy="1448325"/>
          </a:xfrm>
          <a:custGeom>
            <a:rect b="b" l="l" r="r" t="t"/>
            <a:pathLst>
              <a:path extrusionOk="0" h="57933" w="163900">
                <a:moveTo>
                  <a:pt x="0" y="57933"/>
                </a:moveTo>
                <a:cubicBezTo>
                  <a:pt x="21280" y="49424"/>
                  <a:pt x="28896" y="20033"/>
                  <a:pt x="49705" y="10430"/>
                </a:cubicBezTo>
                <a:cubicBezTo>
                  <a:pt x="65579" y="3104"/>
                  <a:pt x="83814" y="993"/>
                  <a:pt x="101297" y="993"/>
                </a:cubicBezTo>
                <a:cubicBezTo>
                  <a:pt x="109582" y="993"/>
                  <a:pt x="118291" y="-1314"/>
                  <a:pt x="126150" y="1307"/>
                </a:cubicBezTo>
                <a:cubicBezTo>
                  <a:pt x="139082" y="5620"/>
                  <a:pt x="151707" y="10941"/>
                  <a:pt x="163900" y="1703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0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p116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562" name="Google Shape;2562;p116"/>
          <p:cNvSpPr txBox="1"/>
          <p:nvPr/>
        </p:nvSpPr>
        <p:spPr>
          <a:xfrm>
            <a:off x="766000" y="1454975"/>
            <a:ext cx="7400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not follow the approach used to detect cycle in an undirected graph. Instead, we will keep a list/stack named currentPath and will check whether the vertex exists in currentPath or not.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3" name="Google Shape;2563;p116"/>
          <p:cNvSpPr/>
          <p:nvPr/>
        </p:nvSpPr>
        <p:spPr>
          <a:xfrm>
            <a:off x="831850" y="23934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4" name="Google Shape;2564;p116"/>
          <p:cNvSpPr/>
          <p:nvPr/>
        </p:nvSpPr>
        <p:spPr>
          <a:xfrm>
            <a:off x="2176525" y="23934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5" name="Google Shape;2565;p116"/>
          <p:cNvSpPr/>
          <p:nvPr/>
        </p:nvSpPr>
        <p:spPr>
          <a:xfrm>
            <a:off x="831850" y="3473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6" name="Google Shape;2566;p116"/>
          <p:cNvSpPr/>
          <p:nvPr/>
        </p:nvSpPr>
        <p:spPr>
          <a:xfrm>
            <a:off x="2176525" y="3473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7" name="Google Shape;2567;p116"/>
          <p:cNvSpPr/>
          <p:nvPr/>
        </p:nvSpPr>
        <p:spPr>
          <a:xfrm>
            <a:off x="3076075" y="34730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8" name="Google Shape;2568;p116"/>
          <p:cNvCxnSpPr>
            <a:stCxn id="2563" idx="6"/>
            <a:endCxn id="2564" idx="2"/>
          </p:cNvCxnSpPr>
          <p:nvPr/>
        </p:nvCxnSpPr>
        <p:spPr>
          <a:xfrm>
            <a:off x="1335250" y="26294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9" name="Google Shape;2569;p116"/>
          <p:cNvCxnSpPr>
            <a:stCxn id="2563" idx="4"/>
            <a:endCxn id="2565" idx="0"/>
          </p:cNvCxnSpPr>
          <p:nvPr/>
        </p:nvCxnSpPr>
        <p:spPr>
          <a:xfrm>
            <a:off x="1083550" y="28653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70" name="Google Shape;2570;p116"/>
          <p:cNvCxnSpPr>
            <a:stCxn id="2565" idx="6"/>
            <a:endCxn id="2566" idx="2"/>
          </p:cNvCxnSpPr>
          <p:nvPr/>
        </p:nvCxnSpPr>
        <p:spPr>
          <a:xfrm>
            <a:off x="1335250" y="370895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71" name="Google Shape;2571;p116"/>
          <p:cNvCxnSpPr>
            <a:stCxn id="2564" idx="4"/>
            <a:endCxn id="2566" idx="0"/>
          </p:cNvCxnSpPr>
          <p:nvPr/>
        </p:nvCxnSpPr>
        <p:spPr>
          <a:xfrm>
            <a:off x="2428225" y="28653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72" name="Google Shape;2572;p116"/>
          <p:cNvCxnSpPr>
            <a:stCxn id="2566" idx="6"/>
            <a:endCxn id="2567" idx="2"/>
          </p:cNvCxnSpPr>
          <p:nvPr/>
        </p:nvCxnSpPr>
        <p:spPr>
          <a:xfrm>
            <a:off x="2679925" y="37089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73" name="Google Shape;2573;p116"/>
          <p:cNvSpPr txBox="1"/>
          <p:nvPr/>
        </p:nvSpPr>
        <p:spPr>
          <a:xfrm>
            <a:off x="3211325" y="2183988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74" name="Google Shape;2574;p116"/>
          <p:cNvGraphicFramePr/>
          <p:nvPr/>
        </p:nvGraphicFramePr>
        <p:xfrm>
          <a:off x="4483750" y="2631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75" name="Google Shape;2575;p116"/>
          <p:cNvSpPr txBox="1"/>
          <p:nvPr/>
        </p:nvSpPr>
        <p:spPr>
          <a:xfrm>
            <a:off x="4444425" y="218398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6" name="Google Shape;2576;p116"/>
          <p:cNvSpPr txBox="1"/>
          <p:nvPr/>
        </p:nvSpPr>
        <p:spPr>
          <a:xfrm>
            <a:off x="4247800" y="2957375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77" name="Google Shape;2577;p116"/>
          <p:cNvGraphicFramePr/>
          <p:nvPr/>
        </p:nvGraphicFramePr>
        <p:xfrm>
          <a:off x="4499788" y="339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78" name="Google Shape;2578;p116"/>
          <p:cNvSpPr txBox="1"/>
          <p:nvPr/>
        </p:nvSpPr>
        <p:spPr>
          <a:xfrm>
            <a:off x="4455500" y="3709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2" name="Shape 2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3" name="Google Shape;2583;p117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584" name="Google Shape;2584;p117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5" name="Google Shape;2585;p117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6" name="Google Shape;2586;p117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7" name="Google Shape;2587;p117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8" name="Google Shape;2588;p117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9" name="Google Shape;2589;p117"/>
          <p:cNvCxnSpPr>
            <a:stCxn id="2584" idx="6"/>
            <a:endCxn id="2585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90" name="Google Shape;2590;p117"/>
          <p:cNvCxnSpPr>
            <a:stCxn id="2584" idx="4"/>
            <a:endCxn id="2586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91" name="Google Shape;2591;p117"/>
          <p:cNvCxnSpPr>
            <a:stCxn id="2586" idx="6"/>
            <a:endCxn id="2587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92" name="Google Shape;2592;p117"/>
          <p:cNvCxnSpPr>
            <a:stCxn id="2585" idx="4"/>
            <a:endCxn id="2587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93" name="Google Shape;2593;p117"/>
          <p:cNvCxnSpPr>
            <a:stCxn id="2587" idx="6"/>
            <a:endCxn id="2588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94" name="Google Shape;2594;p117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95" name="Google Shape;2595;p117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96" name="Google Shape;2596;p117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7" name="Google Shape;2597;p117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98" name="Google Shape;2598;p117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99" name="Google Shape;2599;p117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3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p118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605" name="Google Shape;2605;p118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6" name="Google Shape;2606;p118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7" name="Google Shape;2607;p118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8" name="Google Shape;2608;p118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9" name="Google Shape;2609;p118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0" name="Google Shape;2610;p118"/>
          <p:cNvCxnSpPr>
            <a:stCxn id="2605" idx="6"/>
            <a:endCxn id="2606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11" name="Google Shape;2611;p118"/>
          <p:cNvCxnSpPr>
            <a:stCxn id="2605" idx="4"/>
            <a:endCxn id="2607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12" name="Google Shape;2612;p118"/>
          <p:cNvCxnSpPr>
            <a:stCxn id="2607" idx="6"/>
            <a:endCxn id="2608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13" name="Google Shape;2613;p118"/>
          <p:cNvCxnSpPr>
            <a:stCxn id="2606" idx="4"/>
            <a:endCxn id="2608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14" name="Google Shape;2614;p118"/>
          <p:cNvCxnSpPr>
            <a:stCxn id="2608" idx="6"/>
            <a:endCxn id="2609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15" name="Google Shape;2615;p118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16" name="Google Shape;2616;p118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17" name="Google Shape;2617;p118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8" name="Google Shape;2618;p118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19" name="Google Shape;2619;p118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20" name="Google Shape;2620;p118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4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p119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626" name="Google Shape;2626;p119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7" name="Google Shape;2627;p119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8" name="Google Shape;2628;p119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9" name="Google Shape;2629;p119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0" name="Google Shape;2630;p119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1" name="Google Shape;2631;p119"/>
          <p:cNvCxnSpPr>
            <a:stCxn id="2626" idx="6"/>
            <a:endCxn id="2627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2" name="Google Shape;2632;p119"/>
          <p:cNvCxnSpPr>
            <a:stCxn id="2626" idx="4"/>
            <a:endCxn id="2628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3" name="Google Shape;2633;p119"/>
          <p:cNvCxnSpPr>
            <a:stCxn id="2628" idx="6"/>
            <a:endCxn id="2629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4" name="Google Shape;2634;p119"/>
          <p:cNvCxnSpPr>
            <a:stCxn id="2627" idx="4"/>
            <a:endCxn id="2629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5" name="Google Shape;2635;p119"/>
          <p:cNvCxnSpPr>
            <a:stCxn id="2629" idx="6"/>
            <a:endCxn id="2630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36" name="Google Shape;2636;p119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37" name="Google Shape;2637;p119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38" name="Google Shape;2638;p119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9" name="Google Shape;2639;p119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40" name="Google Shape;2640;p119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41" name="Google Shape;2641;p119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5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6" name="Google Shape;2646;p120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647" name="Google Shape;2647;p120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8" name="Google Shape;2648;p120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9" name="Google Shape;2649;p120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0" name="Google Shape;2650;p120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1" name="Google Shape;2651;p120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2" name="Google Shape;2652;p120"/>
          <p:cNvCxnSpPr>
            <a:stCxn id="2647" idx="6"/>
            <a:endCxn id="2648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53" name="Google Shape;2653;p120"/>
          <p:cNvCxnSpPr>
            <a:stCxn id="2647" idx="4"/>
            <a:endCxn id="2649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54" name="Google Shape;2654;p120"/>
          <p:cNvCxnSpPr>
            <a:stCxn id="2649" idx="6"/>
            <a:endCxn id="2650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55" name="Google Shape;2655;p120"/>
          <p:cNvCxnSpPr>
            <a:stCxn id="2648" idx="4"/>
            <a:endCxn id="2650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56" name="Google Shape;2656;p120"/>
          <p:cNvCxnSpPr>
            <a:stCxn id="2650" idx="6"/>
            <a:endCxn id="2651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57" name="Google Shape;2657;p120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58" name="Google Shape;2658;p120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59" name="Google Shape;2659;p120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0" name="Google Shape;2660;p120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61" name="Google Shape;2661;p120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1  2  4  5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62" name="Google Shape;2662;p120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6" name="Shape 2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Google Shape;2667;p121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668" name="Google Shape;2668;p121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9" name="Google Shape;2669;p121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0" name="Google Shape;2670;p121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1" name="Google Shape;2671;p121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2" name="Google Shape;2672;p121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3" name="Google Shape;2673;p121"/>
          <p:cNvCxnSpPr>
            <a:stCxn id="2668" idx="6"/>
            <a:endCxn id="2669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4" name="Google Shape;2674;p121"/>
          <p:cNvCxnSpPr>
            <a:stCxn id="2668" idx="4"/>
            <a:endCxn id="2670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5" name="Google Shape;2675;p121"/>
          <p:cNvCxnSpPr>
            <a:stCxn id="2670" idx="6"/>
            <a:endCxn id="2671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6" name="Google Shape;2676;p121"/>
          <p:cNvCxnSpPr>
            <a:stCxn id="2669" idx="4"/>
            <a:endCxn id="2671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7" name="Google Shape;2677;p121"/>
          <p:cNvCxnSpPr>
            <a:stCxn id="2671" idx="6"/>
            <a:endCxn id="2672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78" name="Google Shape;2678;p121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79" name="Google Shape;2679;p121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80" name="Google Shape;2680;p121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1" name="Google Shape;2681;p121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82" name="Google Shape;2682;p121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83" name="Google Shape;2683;p121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4" name="Google Shape;2684;p121"/>
          <p:cNvCxnSpPr>
            <a:stCxn id="2672" idx="4"/>
            <a:endCxn id="2671" idx="4"/>
          </p:cNvCxnSpPr>
          <p:nvPr/>
        </p:nvCxnSpPr>
        <p:spPr>
          <a:xfrm rot="5400000">
            <a:off x="2811925" y="3165175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685" name="Google Shape;2685;p121"/>
          <p:cNvSpPr txBox="1"/>
          <p:nvPr/>
        </p:nvSpPr>
        <p:spPr>
          <a:xfrm>
            <a:off x="841550" y="3995275"/>
            <a:ext cx="5489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 backtrack from 5 to 4, we will remove 5 from Current Path.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9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122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691" name="Google Shape;2691;p122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2" name="Google Shape;2692;p122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3" name="Google Shape;2693;p122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122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5" name="Google Shape;2695;p122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6" name="Google Shape;2696;p122"/>
          <p:cNvCxnSpPr>
            <a:stCxn id="2691" idx="6"/>
            <a:endCxn id="2692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97" name="Google Shape;2697;p122"/>
          <p:cNvCxnSpPr>
            <a:stCxn id="2691" idx="4"/>
            <a:endCxn id="2693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98" name="Google Shape;2698;p122"/>
          <p:cNvCxnSpPr>
            <a:stCxn id="2693" idx="6"/>
            <a:endCxn id="2694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99" name="Google Shape;2699;p122"/>
          <p:cNvCxnSpPr>
            <a:stCxn id="2692" idx="4"/>
            <a:endCxn id="2694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00" name="Google Shape;2700;p122"/>
          <p:cNvCxnSpPr>
            <a:stCxn id="2694" idx="6"/>
            <a:endCxn id="2695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01" name="Google Shape;2701;p122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02" name="Google Shape;2702;p122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03" name="Google Shape;2703;p122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4" name="Google Shape;2704;p122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05" name="Google Shape;2705;p122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06" name="Google Shape;2706;p122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7" name="Google Shape;2707;p122"/>
          <p:cNvCxnSpPr>
            <a:stCxn id="2695" idx="4"/>
            <a:endCxn id="2694" idx="4"/>
          </p:cNvCxnSpPr>
          <p:nvPr/>
        </p:nvCxnSpPr>
        <p:spPr>
          <a:xfrm rot="5400000">
            <a:off x="2811925" y="3165175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708" name="Google Shape;2708;p122"/>
          <p:cNvCxnSpPr>
            <a:stCxn id="2694" idx="4"/>
            <a:endCxn id="2693" idx="4"/>
          </p:cNvCxnSpPr>
          <p:nvPr/>
        </p:nvCxnSpPr>
        <p:spPr>
          <a:xfrm rot="5400000">
            <a:off x="1689775" y="2942575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709" name="Google Shape;2709;p122"/>
          <p:cNvSpPr txBox="1"/>
          <p:nvPr/>
        </p:nvSpPr>
        <p:spPr>
          <a:xfrm>
            <a:off x="825775" y="4018850"/>
            <a:ext cx="593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 backtrack from 4 to 2, we will remove 4 from Current Path.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3" name="Shape 2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Google Shape;2714;p123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715" name="Google Shape;2715;p123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6" name="Google Shape;2716;p123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7" name="Google Shape;2717;p123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8" name="Google Shape;2718;p123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9" name="Google Shape;2719;p123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0" name="Google Shape;2720;p123"/>
          <p:cNvCxnSpPr>
            <a:stCxn id="2715" idx="6"/>
            <a:endCxn id="2716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21" name="Google Shape;2721;p123"/>
          <p:cNvCxnSpPr>
            <a:stCxn id="2715" idx="4"/>
            <a:endCxn id="2717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22" name="Google Shape;2722;p123"/>
          <p:cNvCxnSpPr>
            <a:stCxn id="2717" idx="6"/>
            <a:endCxn id="2718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23" name="Google Shape;2723;p123"/>
          <p:cNvCxnSpPr>
            <a:stCxn id="2716" idx="4"/>
            <a:endCxn id="2718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24" name="Google Shape;2724;p123"/>
          <p:cNvCxnSpPr>
            <a:stCxn id="2718" idx="6"/>
            <a:endCxn id="2719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25" name="Google Shape;2725;p123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26" name="Google Shape;2726;p123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27" name="Google Shape;2727;p123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8" name="Google Shape;2728;p123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29" name="Google Shape;2729;p123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30" name="Google Shape;2730;p123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1" name="Google Shape;2731;p123"/>
          <p:cNvCxnSpPr>
            <a:stCxn id="2719" idx="4"/>
            <a:endCxn id="2718" idx="4"/>
          </p:cNvCxnSpPr>
          <p:nvPr/>
        </p:nvCxnSpPr>
        <p:spPr>
          <a:xfrm rot="5400000">
            <a:off x="2811925" y="3165175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732" name="Google Shape;2732;p123"/>
          <p:cNvCxnSpPr>
            <a:stCxn id="2718" idx="4"/>
            <a:endCxn id="2717" idx="4"/>
          </p:cNvCxnSpPr>
          <p:nvPr/>
        </p:nvCxnSpPr>
        <p:spPr>
          <a:xfrm rot="5400000">
            <a:off x="1689775" y="2942575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733" name="Google Shape;2733;p123"/>
          <p:cNvCxnSpPr>
            <a:stCxn id="2717" idx="2"/>
            <a:endCxn id="2715" idx="2"/>
          </p:cNvCxnSpPr>
          <p:nvPr/>
        </p:nvCxnSpPr>
        <p:spPr>
          <a:xfrm flipH="1" rot="10800000">
            <a:off x="766000" y="2299225"/>
            <a:ext cx="600" cy="1079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734" name="Google Shape;2734;p123"/>
          <p:cNvSpPr txBox="1"/>
          <p:nvPr/>
        </p:nvSpPr>
        <p:spPr>
          <a:xfrm>
            <a:off x="766600" y="4042450"/>
            <a:ext cx="586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 backtrack from 2 to 1, we will remove 2 from Current Path.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8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Google Shape;2739;p124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740" name="Google Shape;2740;p124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1" name="Google Shape;2741;p124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2" name="Google Shape;2742;p124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3" name="Google Shape;2743;p124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4" name="Google Shape;2744;p124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5" name="Google Shape;2745;p124"/>
          <p:cNvCxnSpPr>
            <a:stCxn id="2740" idx="6"/>
            <a:endCxn id="2741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46" name="Google Shape;2746;p124"/>
          <p:cNvCxnSpPr>
            <a:stCxn id="2740" idx="4"/>
            <a:endCxn id="2742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47" name="Google Shape;2747;p124"/>
          <p:cNvCxnSpPr>
            <a:stCxn id="2742" idx="6"/>
            <a:endCxn id="2743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48" name="Google Shape;2748;p124"/>
          <p:cNvCxnSpPr>
            <a:stCxn id="2741" idx="4"/>
            <a:endCxn id="2743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49" name="Google Shape;2749;p124"/>
          <p:cNvCxnSpPr>
            <a:stCxn id="2743" idx="6"/>
            <a:endCxn id="2744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50" name="Google Shape;2750;p124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51" name="Google Shape;2751;p124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52" name="Google Shape;2752;p124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3" name="Google Shape;2753;p124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54" name="Google Shape;2754;p124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55" name="Google Shape;2755;p124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9" name="Shape 2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0" name="Google Shape;2760;p125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761" name="Google Shape;2761;p125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2" name="Google Shape;2762;p125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3" name="Google Shape;2763;p125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4" name="Google Shape;2764;p125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5" name="Google Shape;2765;p125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6" name="Google Shape;2766;p125"/>
          <p:cNvCxnSpPr>
            <a:stCxn id="2761" idx="6"/>
            <a:endCxn id="2762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67" name="Google Shape;2767;p125"/>
          <p:cNvCxnSpPr>
            <a:stCxn id="2761" idx="4"/>
            <a:endCxn id="2763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68" name="Google Shape;2768;p125"/>
          <p:cNvCxnSpPr>
            <a:stCxn id="2763" idx="6"/>
            <a:endCxn id="2764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69" name="Google Shape;2769;p125"/>
          <p:cNvCxnSpPr>
            <a:stCxn id="2762" idx="4"/>
            <a:endCxn id="2764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70" name="Google Shape;2770;p125"/>
          <p:cNvCxnSpPr>
            <a:stCxn id="2764" idx="6"/>
            <a:endCxn id="2765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71" name="Google Shape;2771;p125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72" name="Google Shape;2772;p125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73" name="Google Shape;2773;p125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4" name="Google Shape;2774;p125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75" name="Google Shape;2775;p125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76" name="Google Shape;2776;p125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7" name="Google Shape;2777;p125"/>
          <p:cNvSpPr txBox="1"/>
          <p:nvPr/>
        </p:nvSpPr>
        <p:spPr>
          <a:xfrm>
            <a:off x="802200" y="4011000"/>
            <a:ext cx="7770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has adjacent vertex 4. However, 4 is already visited. So we will check whether 4 exists in currentPath or not. </a:t>
            </a: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Since it does not exist in currentPath, no cycle is present in the above graph.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p126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783" name="Google Shape;2783;p126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4" name="Google Shape;2784;p126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5" name="Google Shape;2785;p126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6" name="Google Shape;2786;p126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7" name="Google Shape;2787;p126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8" name="Google Shape;2788;p126"/>
          <p:cNvCxnSpPr>
            <a:stCxn id="2783" idx="6"/>
            <a:endCxn id="2784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89" name="Google Shape;2789;p126"/>
          <p:cNvCxnSpPr>
            <a:stCxn id="2783" idx="4"/>
            <a:endCxn id="2785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90" name="Google Shape;2790;p126"/>
          <p:cNvCxnSpPr>
            <a:stCxn id="2785" idx="6"/>
            <a:endCxn id="2786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91" name="Google Shape;2791;p126"/>
          <p:cNvCxnSpPr>
            <a:stCxn id="2784" idx="4"/>
            <a:endCxn id="2786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92" name="Google Shape;2792;p126"/>
          <p:cNvCxnSpPr>
            <a:stCxn id="2786" idx="6"/>
            <a:endCxn id="2787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93" name="Google Shape;2793;p126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94" name="Google Shape;2794;p126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95" name="Google Shape;2795;p126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6" name="Google Shape;2796;p126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97" name="Google Shape;2797;p126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98" name="Google Shape;2798;p126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9" name="Google Shape;2799;p126"/>
          <p:cNvCxnSpPr>
            <a:stCxn id="2784" idx="0"/>
            <a:endCxn id="2783" idx="0"/>
          </p:cNvCxnSpPr>
          <p:nvPr/>
        </p:nvCxnSpPr>
        <p:spPr>
          <a:xfrm rot="5400000">
            <a:off x="1689775" y="1391150"/>
            <a:ext cx="600" cy="13446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3" name="Shape 2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Google Shape;2804;p127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805" name="Google Shape;2805;p127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6" name="Google Shape;2806;p127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7" name="Google Shape;2807;p127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8" name="Google Shape;2808;p127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9" name="Google Shape;2809;p127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0" name="Google Shape;2810;p127"/>
          <p:cNvCxnSpPr>
            <a:stCxn id="2805" idx="6"/>
            <a:endCxn id="2806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11" name="Google Shape;2811;p127"/>
          <p:cNvCxnSpPr>
            <a:stCxn id="2805" idx="4"/>
            <a:endCxn id="2807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12" name="Google Shape;2812;p127"/>
          <p:cNvCxnSpPr>
            <a:stCxn id="2807" idx="6"/>
            <a:endCxn id="2808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13" name="Google Shape;2813;p127"/>
          <p:cNvCxnSpPr>
            <a:stCxn id="2806" idx="4"/>
            <a:endCxn id="2808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14" name="Google Shape;2814;p127"/>
          <p:cNvCxnSpPr>
            <a:stCxn id="2808" idx="6"/>
            <a:endCxn id="2809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15" name="Google Shape;2815;p127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16" name="Google Shape;2816;p127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17" name="Google Shape;2817;p127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p127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19" name="Google Shape;2819;p127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20" name="Google Shape;2820;p127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4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p128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826" name="Google Shape;2826;p128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7" name="Google Shape;2827;p128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8" name="Google Shape;2828;p128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9" name="Google Shape;2829;p128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0" name="Google Shape;2830;p128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1" name="Google Shape;2831;p128"/>
          <p:cNvCxnSpPr>
            <a:stCxn id="2826" idx="6"/>
            <a:endCxn id="2827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32" name="Google Shape;2832;p128"/>
          <p:cNvCxnSpPr>
            <a:stCxn id="2826" idx="4"/>
            <a:endCxn id="2828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33" name="Google Shape;2833;p128"/>
          <p:cNvCxnSpPr>
            <a:stCxn id="2828" idx="6"/>
            <a:endCxn id="2829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34" name="Google Shape;2834;p128"/>
          <p:cNvCxnSpPr>
            <a:stCxn id="2827" idx="4"/>
            <a:endCxn id="2829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35" name="Google Shape;2835;p128"/>
          <p:cNvCxnSpPr>
            <a:stCxn id="2829" idx="6"/>
            <a:endCxn id="2830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36" name="Google Shape;2836;p128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37" name="Google Shape;2837;p128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38" name="Google Shape;2838;p128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9" name="Google Shape;2839;p128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40" name="Google Shape;2840;p128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41" name="Google Shape;2841;p128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5" name="Shape 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" name="Google Shape;2846;p129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847" name="Google Shape;2847;p129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8" name="Google Shape;2848;p129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9" name="Google Shape;2849;p129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0" name="Google Shape;2850;p129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1" name="Google Shape;2851;p129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2" name="Google Shape;2852;p129"/>
          <p:cNvCxnSpPr>
            <a:stCxn id="2847" idx="6"/>
            <a:endCxn id="2848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53" name="Google Shape;2853;p129"/>
          <p:cNvCxnSpPr>
            <a:stCxn id="2847" idx="4"/>
            <a:endCxn id="2849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54" name="Google Shape;2854;p129"/>
          <p:cNvCxnSpPr>
            <a:stCxn id="2849" idx="6"/>
            <a:endCxn id="2850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55" name="Google Shape;2855;p129"/>
          <p:cNvCxnSpPr>
            <a:stCxn id="2848" idx="4"/>
            <a:endCxn id="2850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56" name="Google Shape;2856;p129"/>
          <p:cNvCxnSpPr>
            <a:stCxn id="2850" idx="6"/>
            <a:endCxn id="2851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57" name="Google Shape;2857;p129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58" name="Google Shape;2858;p129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59" name="Google Shape;2859;p129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0" name="Google Shape;2860;p129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61" name="Google Shape;2861;p129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62" name="Google Shape;2862;p129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6" name="Shape 2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" name="Google Shape;2867;p130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868" name="Google Shape;2868;p130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9" name="Google Shape;2869;p130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0" name="Google Shape;2870;p130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1" name="Google Shape;2871;p130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2" name="Google Shape;2872;p130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3" name="Google Shape;2873;p130"/>
          <p:cNvCxnSpPr>
            <a:stCxn id="2868" idx="6"/>
            <a:endCxn id="2869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74" name="Google Shape;2874;p130"/>
          <p:cNvCxnSpPr>
            <a:stCxn id="2868" idx="4"/>
            <a:endCxn id="2870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5" name="Google Shape;2875;p130"/>
          <p:cNvCxnSpPr>
            <a:stCxn id="2870" idx="6"/>
            <a:endCxn id="2871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6" name="Google Shape;2876;p130"/>
          <p:cNvCxnSpPr>
            <a:stCxn id="2869" idx="4"/>
            <a:endCxn id="2871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77" name="Google Shape;2877;p130"/>
          <p:cNvCxnSpPr>
            <a:stCxn id="2871" idx="6"/>
            <a:endCxn id="2872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78" name="Google Shape;2878;p130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79" name="Google Shape;2879;p130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80" name="Google Shape;2880;p130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1" name="Google Shape;2881;p130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82" name="Google Shape;2882;p130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83" name="Google Shape;2883;p130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7" name="Shape 2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" name="Google Shape;2888;p131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889" name="Google Shape;2889;p131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0" name="Google Shape;2890;p131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131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2" name="Google Shape;2892;p131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3" name="Google Shape;2893;p131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4" name="Google Shape;2894;p131"/>
          <p:cNvCxnSpPr>
            <a:stCxn id="2889" idx="6"/>
            <a:endCxn id="2890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95" name="Google Shape;2895;p131"/>
          <p:cNvCxnSpPr>
            <a:stCxn id="2889" idx="4"/>
            <a:endCxn id="2891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96" name="Google Shape;2896;p131"/>
          <p:cNvCxnSpPr>
            <a:stCxn id="2891" idx="6"/>
            <a:endCxn id="2892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97" name="Google Shape;2897;p131"/>
          <p:cNvCxnSpPr>
            <a:stCxn id="2890" idx="4"/>
            <a:endCxn id="2892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98" name="Google Shape;2898;p131"/>
          <p:cNvCxnSpPr>
            <a:stCxn id="2892" idx="6"/>
            <a:endCxn id="2893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99" name="Google Shape;2899;p131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00" name="Google Shape;2900;p131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01" name="Google Shape;2901;p131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2" name="Google Shape;2902;p131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03" name="Google Shape;2903;p131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04" name="Google Shape;2904;p131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8" name="Shape 2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9" name="Google Shape;2909;p132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910" name="Google Shape;2910;p132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1" name="Google Shape;2911;p132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2" name="Google Shape;2912;p132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3" name="Google Shape;2913;p132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4" name="Google Shape;2914;p132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5" name="Google Shape;2915;p132"/>
          <p:cNvCxnSpPr>
            <a:stCxn id="2910" idx="6"/>
            <a:endCxn id="2911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16" name="Google Shape;2916;p132"/>
          <p:cNvCxnSpPr>
            <a:stCxn id="2910" idx="4"/>
            <a:endCxn id="2912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17" name="Google Shape;2917;p132"/>
          <p:cNvCxnSpPr>
            <a:stCxn id="2912" idx="6"/>
            <a:endCxn id="2913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18" name="Google Shape;2918;p132"/>
          <p:cNvCxnSpPr>
            <a:stCxn id="2911" idx="4"/>
            <a:endCxn id="2913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19" name="Google Shape;2919;p132"/>
          <p:cNvCxnSpPr>
            <a:stCxn id="2913" idx="6"/>
            <a:endCxn id="2914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20" name="Google Shape;2920;p132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21" name="Google Shape;2921;p132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22" name="Google Shape;2922;p132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3" name="Google Shape;2923;p132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24" name="Google Shape;2924;p132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1  2  4  5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25" name="Google Shape;2925;p132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9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Google Shape;2930;p133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931" name="Google Shape;2931;p133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2" name="Google Shape;2932;p133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3" name="Google Shape;2933;p133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4" name="Google Shape;2934;p133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5" name="Google Shape;2935;p133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6" name="Google Shape;2936;p133"/>
          <p:cNvCxnSpPr>
            <a:stCxn id="2931" idx="6"/>
            <a:endCxn id="2932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37" name="Google Shape;2937;p133"/>
          <p:cNvCxnSpPr>
            <a:stCxn id="2931" idx="4"/>
            <a:endCxn id="2933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38" name="Google Shape;2938;p133"/>
          <p:cNvCxnSpPr>
            <a:stCxn id="2933" idx="6"/>
            <a:endCxn id="2934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39" name="Google Shape;2939;p133"/>
          <p:cNvCxnSpPr>
            <a:stCxn id="2932" idx="4"/>
            <a:endCxn id="2934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40" name="Google Shape;2940;p133"/>
          <p:cNvCxnSpPr>
            <a:stCxn id="2934" idx="6"/>
            <a:endCxn id="2935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41" name="Google Shape;2941;p133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42" name="Google Shape;2942;p133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43" name="Google Shape;2943;p133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4" name="Google Shape;2944;p133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45" name="Google Shape;2945;p133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46" name="Google Shape;2946;p133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7" name="Google Shape;2947;p133"/>
          <p:cNvCxnSpPr>
            <a:stCxn id="2935" idx="4"/>
            <a:endCxn id="2934" idx="4"/>
          </p:cNvCxnSpPr>
          <p:nvPr/>
        </p:nvCxnSpPr>
        <p:spPr>
          <a:xfrm rot="5400000">
            <a:off x="2811925" y="3165175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948" name="Google Shape;2948;p133"/>
          <p:cNvSpPr txBox="1"/>
          <p:nvPr/>
        </p:nvSpPr>
        <p:spPr>
          <a:xfrm>
            <a:off x="815200" y="3995250"/>
            <a:ext cx="497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 backtrack from 5 to 4, we will remove 5 from Current Path.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2" name="Shape 2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3" name="Google Shape;2953;p134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954" name="Google Shape;2954;p134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5" name="Google Shape;2955;p134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6" name="Google Shape;2956;p134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7" name="Google Shape;2957;p134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8" name="Google Shape;2958;p134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9" name="Google Shape;2959;p134"/>
          <p:cNvCxnSpPr>
            <a:stCxn id="2954" idx="6"/>
            <a:endCxn id="2955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60" name="Google Shape;2960;p134"/>
          <p:cNvCxnSpPr>
            <a:stCxn id="2954" idx="4"/>
            <a:endCxn id="2956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61" name="Google Shape;2961;p134"/>
          <p:cNvCxnSpPr>
            <a:stCxn id="2956" idx="6"/>
            <a:endCxn id="2957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62" name="Google Shape;2962;p134"/>
          <p:cNvCxnSpPr>
            <a:stCxn id="2955" idx="4"/>
            <a:endCxn id="2957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63" name="Google Shape;2963;p134"/>
          <p:cNvCxnSpPr>
            <a:stCxn id="2957" idx="6"/>
            <a:endCxn id="2958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64" name="Google Shape;2964;p134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65" name="Google Shape;2965;p134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66" name="Google Shape;2966;p134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7" name="Google Shape;2967;p134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68" name="Google Shape;2968;p134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1  2  4  3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69" name="Google Shape;2969;p134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3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Google Shape;2974;p135"/>
          <p:cNvSpPr txBox="1"/>
          <p:nvPr>
            <p:ph type="title"/>
          </p:nvPr>
        </p:nvSpPr>
        <p:spPr>
          <a:xfrm>
            <a:off x="766006" y="746650"/>
            <a:ext cx="4974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Detection</a:t>
            </a:r>
            <a:endParaRPr/>
          </a:p>
        </p:txBody>
      </p:sp>
      <p:sp>
        <p:nvSpPr>
          <p:cNvPr id="2975" name="Google Shape;2975;p135"/>
          <p:cNvSpPr/>
          <p:nvPr/>
        </p:nvSpPr>
        <p:spPr>
          <a:xfrm>
            <a:off x="766000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6" name="Google Shape;2976;p135"/>
          <p:cNvSpPr/>
          <p:nvPr/>
        </p:nvSpPr>
        <p:spPr>
          <a:xfrm>
            <a:off x="2110675" y="206315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7" name="Google Shape;2977;p135"/>
          <p:cNvSpPr/>
          <p:nvPr/>
        </p:nvSpPr>
        <p:spPr>
          <a:xfrm>
            <a:off x="766000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8" name="Google Shape;2978;p135"/>
          <p:cNvSpPr/>
          <p:nvPr/>
        </p:nvSpPr>
        <p:spPr>
          <a:xfrm>
            <a:off x="211067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9" name="Google Shape;2979;p135"/>
          <p:cNvSpPr/>
          <p:nvPr/>
        </p:nvSpPr>
        <p:spPr>
          <a:xfrm>
            <a:off x="3010225" y="31426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0" name="Google Shape;2980;p135"/>
          <p:cNvCxnSpPr>
            <a:stCxn id="2975" idx="6"/>
            <a:endCxn id="2976" idx="2"/>
          </p:cNvCxnSpPr>
          <p:nvPr/>
        </p:nvCxnSpPr>
        <p:spPr>
          <a:xfrm>
            <a:off x="1269400" y="229910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81" name="Google Shape;2981;p135"/>
          <p:cNvCxnSpPr>
            <a:stCxn id="2975" idx="4"/>
            <a:endCxn id="2977" idx="0"/>
          </p:cNvCxnSpPr>
          <p:nvPr/>
        </p:nvCxnSpPr>
        <p:spPr>
          <a:xfrm>
            <a:off x="1017700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82" name="Google Shape;2982;p135"/>
          <p:cNvCxnSpPr>
            <a:stCxn id="2977" idx="6"/>
            <a:endCxn id="2978" idx="2"/>
          </p:cNvCxnSpPr>
          <p:nvPr/>
        </p:nvCxnSpPr>
        <p:spPr>
          <a:xfrm>
            <a:off x="1269400" y="33786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83" name="Google Shape;2983;p135"/>
          <p:cNvCxnSpPr>
            <a:stCxn id="2976" idx="4"/>
            <a:endCxn id="2978" idx="0"/>
          </p:cNvCxnSpPr>
          <p:nvPr/>
        </p:nvCxnSpPr>
        <p:spPr>
          <a:xfrm>
            <a:off x="2362375" y="2535050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84" name="Google Shape;2984;p135"/>
          <p:cNvCxnSpPr>
            <a:stCxn id="2978" idx="6"/>
            <a:endCxn id="2979" idx="2"/>
          </p:cNvCxnSpPr>
          <p:nvPr/>
        </p:nvCxnSpPr>
        <p:spPr>
          <a:xfrm>
            <a:off x="2614075" y="3378625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85" name="Google Shape;2985;p135"/>
          <p:cNvSpPr txBox="1"/>
          <p:nvPr/>
        </p:nvSpPr>
        <p:spPr>
          <a:xfrm>
            <a:off x="3145475" y="185366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86" name="Google Shape;2986;p135"/>
          <p:cNvGraphicFramePr/>
          <p:nvPr/>
        </p:nvGraphicFramePr>
        <p:xfrm>
          <a:off x="4417900" y="230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87" name="Google Shape;2987;p135"/>
          <p:cNvSpPr txBox="1"/>
          <p:nvPr/>
        </p:nvSpPr>
        <p:spPr>
          <a:xfrm>
            <a:off x="4378575" y="18536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8" name="Google Shape;2988;p135"/>
          <p:cNvSpPr txBox="1"/>
          <p:nvPr/>
        </p:nvSpPr>
        <p:spPr>
          <a:xfrm>
            <a:off x="4181950" y="262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89" name="Google Shape;2989;p135"/>
          <p:cNvGraphicFramePr/>
          <p:nvPr/>
        </p:nvGraphicFramePr>
        <p:xfrm>
          <a:off x="4433938" y="306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1  2  4  3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90" name="Google Shape;2990;p135"/>
          <p:cNvSpPr txBox="1"/>
          <p:nvPr/>
        </p:nvSpPr>
        <p:spPr>
          <a:xfrm>
            <a:off x="4389650" y="3379450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currentPath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1" name="Google Shape;2991;p135"/>
          <p:cNvSpPr txBox="1"/>
          <p:nvPr/>
        </p:nvSpPr>
        <p:spPr>
          <a:xfrm>
            <a:off x="888700" y="4034600"/>
            <a:ext cx="730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has adjacent vertex 1. However, 1 is already visited. So we will check whether 1 exists in currentPath or not.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it exists in currentPath, therefore, cycle is present in the above graph.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2" name="Google Shape;2992;p135"/>
          <p:cNvSpPr/>
          <p:nvPr/>
        </p:nvSpPr>
        <p:spPr>
          <a:xfrm>
            <a:off x="514321" y="1725828"/>
            <a:ext cx="1255550" cy="2611100"/>
          </a:xfrm>
          <a:custGeom>
            <a:rect b="b" l="l" r="r" t="t"/>
            <a:pathLst>
              <a:path extrusionOk="0" h="104444" w="50222">
                <a:moveTo>
                  <a:pt x="49895" y="18108"/>
                </a:moveTo>
                <a:cubicBezTo>
                  <a:pt x="51416" y="15064"/>
                  <a:pt x="47012" y="11576"/>
                  <a:pt x="44232" y="9614"/>
                </a:cubicBezTo>
                <a:cubicBezTo>
                  <a:pt x="33140" y="1785"/>
                  <a:pt x="10385" y="-5635"/>
                  <a:pt x="3650" y="6153"/>
                </a:cubicBezTo>
                <a:cubicBezTo>
                  <a:pt x="-419" y="13276"/>
                  <a:pt x="2925" y="22570"/>
                  <a:pt x="1763" y="30691"/>
                </a:cubicBezTo>
                <a:cubicBezTo>
                  <a:pt x="-64" y="43461"/>
                  <a:pt x="-693" y="56615"/>
                  <a:pt x="1134" y="69385"/>
                </a:cubicBezTo>
                <a:cubicBezTo>
                  <a:pt x="2667" y="80103"/>
                  <a:pt x="1323" y="91790"/>
                  <a:pt x="6167" y="101473"/>
                </a:cubicBezTo>
                <a:cubicBezTo>
                  <a:pt x="7862" y="104862"/>
                  <a:pt x="13388" y="104305"/>
                  <a:pt x="17177" y="10430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6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Google Shape;2997;p136"/>
          <p:cNvSpPr txBox="1"/>
          <p:nvPr>
            <p:ph type="title"/>
          </p:nvPr>
        </p:nvSpPr>
        <p:spPr>
          <a:xfrm>
            <a:off x="747456" y="747425"/>
            <a:ext cx="4994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Acyclic Graph (DAG)</a:t>
            </a:r>
            <a:endParaRPr/>
          </a:p>
        </p:txBody>
      </p:sp>
      <p:sp>
        <p:nvSpPr>
          <p:cNvPr id="2998" name="Google Shape;2998;p136"/>
          <p:cNvSpPr txBox="1"/>
          <p:nvPr/>
        </p:nvSpPr>
        <p:spPr>
          <a:xfrm>
            <a:off x="807425" y="1472750"/>
            <a:ext cx="6728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Directed Acyclic Graph (DAG)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directed graph that does not contain any cycles.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Directed Acyclic Graph has two important features: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Directed Edges: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Directed Acyclic Graph, each edge has a direction, meaning it goes from one vertex (node) to another.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Acyclic: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term "acyclic" indicates that there are no cycles or closed loops within the graph.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9" name="Google Shape;2999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8075" y="2830650"/>
            <a:ext cx="4186342" cy="188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3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4" name="Google Shape;3004;p137"/>
          <p:cNvSpPr txBox="1"/>
          <p:nvPr>
            <p:ph type="title"/>
          </p:nvPr>
        </p:nvSpPr>
        <p:spPr>
          <a:xfrm>
            <a:off x="747456" y="769850"/>
            <a:ext cx="5001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</a:t>
            </a:r>
            <a:endParaRPr/>
          </a:p>
        </p:txBody>
      </p:sp>
      <p:sp>
        <p:nvSpPr>
          <p:cNvPr id="3005" name="Google Shape;3005;p137"/>
          <p:cNvSpPr txBox="1"/>
          <p:nvPr>
            <p:ph idx="1" type="body"/>
          </p:nvPr>
        </p:nvSpPr>
        <p:spPr>
          <a:xfrm>
            <a:off x="786125" y="1521625"/>
            <a:ext cx="6652500" cy="6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A</a:t>
            </a:r>
            <a:r>
              <a:rPr b="1" lang="en"/>
              <a:t> linear ordering of vertices such that for every directed edge (u, v), vertex u comes before v in the ordering.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Only works for Directed Acyclic Graph (DAG). </a:t>
            </a:r>
            <a:endParaRPr/>
          </a:p>
        </p:txBody>
      </p:sp>
      <p:pic>
        <p:nvPicPr>
          <p:cNvPr id="3006" name="Google Shape;3006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375" y="2230825"/>
            <a:ext cx="2763250" cy="2265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7" name="Google Shape;3007;p137"/>
          <p:cNvSpPr txBox="1"/>
          <p:nvPr/>
        </p:nvSpPr>
        <p:spPr>
          <a:xfrm>
            <a:off x="4358500" y="2230825"/>
            <a:ext cx="4306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 </a:t>
            </a:r>
            <a:r>
              <a:rPr b="1" lang="en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 = {(2, 3), (3, 1), (4, 0), (4, 1), (5, 0), (5, 2)}</a:t>
            </a:r>
            <a:endParaRPr b="1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possible topological sorting is 4 5 2 3 1 0. Among the edges, one of them is (4, 0). As we can see, 4 comes before 0 in the sequence. Same can be said for (3, 1) and others as well.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There can be more than one topological sorting for a graph. 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2" name="Google Shape;3012;p138"/>
          <p:cNvSpPr txBox="1"/>
          <p:nvPr>
            <p:ph type="title"/>
          </p:nvPr>
        </p:nvSpPr>
        <p:spPr>
          <a:xfrm>
            <a:off x="747456" y="769850"/>
            <a:ext cx="5001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</a:t>
            </a:r>
            <a:endParaRPr/>
          </a:p>
        </p:txBody>
      </p:sp>
      <p:sp>
        <p:nvSpPr>
          <p:cNvPr id="3013" name="Google Shape;3013;p138"/>
          <p:cNvSpPr txBox="1"/>
          <p:nvPr/>
        </p:nvSpPr>
        <p:spPr>
          <a:xfrm>
            <a:off x="747450" y="1525125"/>
            <a:ext cx="7087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➔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topological sorting is not possible for graphs with undirected edges?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◆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creates a contradiction in the topological ordering as an undirected edge (u, v) means there is an edge from u to v as well as from v to u.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4" name="Google Shape;3014;p138"/>
          <p:cNvSpPr/>
          <p:nvPr/>
        </p:nvSpPr>
        <p:spPr>
          <a:xfrm>
            <a:off x="1272925" y="25659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5" name="Google Shape;3015;p138"/>
          <p:cNvSpPr/>
          <p:nvPr/>
        </p:nvSpPr>
        <p:spPr>
          <a:xfrm>
            <a:off x="1272925" y="36454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6" name="Google Shape;3016;p138"/>
          <p:cNvSpPr/>
          <p:nvPr/>
        </p:nvSpPr>
        <p:spPr>
          <a:xfrm>
            <a:off x="2527900" y="36454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7" name="Google Shape;3017;p138"/>
          <p:cNvCxnSpPr>
            <a:stCxn id="3014" idx="4"/>
            <a:endCxn id="3015" idx="0"/>
          </p:cNvCxnSpPr>
          <p:nvPr/>
        </p:nvCxnSpPr>
        <p:spPr>
          <a:xfrm>
            <a:off x="1524625" y="303780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8" name="Google Shape;3018;p138"/>
          <p:cNvCxnSpPr>
            <a:stCxn id="3015" idx="6"/>
            <a:endCxn id="3016" idx="2"/>
          </p:cNvCxnSpPr>
          <p:nvPr/>
        </p:nvCxnSpPr>
        <p:spPr>
          <a:xfrm>
            <a:off x="1776325" y="3881375"/>
            <a:ext cx="75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9" name="Google Shape;3019;p138"/>
          <p:cNvSpPr txBox="1"/>
          <p:nvPr/>
        </p:nvSpPr>
        <p:spPr>
          <a:xfrm>
            <a:off x="3652400" y="23564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0" name="Google Shape;3020;p138"/>
          <p:cNvSpPr txBox="1"/>
          <p:nvPr/>
        </p:nvSpPr>
        <p:spPr>
          <a:xfrm>
            <a:off x="3461350" y="2782700"/>
            <a:ext cx="4306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the edge between nodes 1 and 2 means just they are connected, but there’s no concept of one coming before the other. As such, contradiction will be created in the ordering.</a:t>
            </a:r>
            <a:b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4" name="Shape 3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5" name="Google Shape;3025;p139"/>
          <p:cNvSpPr txBox="1"/>
          <p:nvPr>
            <p:ph type="title"/>
          </p:nvPr>
        </p:nvSpPr>
        <p:spPr>
          <a:xfrm>
            <a:off x="747456" y="769850"/>
            <a:ext cx="5001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</a:t>
            </a:r>
            <a:endParaRPr/>
          </a:p>
        </p:txBody>
      </p:sp>
      <p:sp>
        <p:nvSpPr>
          <p:cNvPr id="3026" name="Google Shape;3026;p139"/>
          <p:cNvSpPr txBox="1"/>
          <p:nvPr/>
        </p:nvSpPr>
        <p:spPr>
          <a:xfrm>
            <a:off x="747450" y="1525125"/>
            <a:ext cx="7087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➔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topological sorting is not possible for graphs with cycles?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◆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also creates a contradiction in the topological ordering as in a cycle, all the vertices are indirectly dependent on each other.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Google Shape;3027;p139"/>
          <p:cNvSpPr/>
          <p:nvPr/>
        </p:nvSpPr>
        <p:spPr>
          <a:xfrm>
            <a:off x="1272925" y="25659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8" name="Google Shape;3028;p139"/>
          <p:cNvSpPr/>
          <p:nvPr/>
        </p:nvSpPr>
        <p:spPr>
          <a:xfrm>
            <a:off x="1272925" y="36454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Google Shape;3029;p139"/>
          <p:cNvSpPr/>
          <p:nvPr/>
        </p:nvSpPr>
        <p:spPr>
          <a:xfrm>
            <a:off x="2527900" y="36454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0" name="Google Shape;3030;p139"/>
          <p:cNvCxnSpPr>
            <a:stCxn id="3027" idx="4"/>
            <a:endCxn id="3028" idx="0"/>
          </p:cNvCxnSpPr>
          <p:nvPr/>
        </p:nvCxnSpPr>
        <p:spPr>
          <a:xfrm>
            <a:off x="1524625" y="3037800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31" name="Google Shape;3031;p139"/>
          <p:cNvCxnSpPr>
            <a:stCxn id="3028" idx="6"/>
            <a:endCxn id="3029" idx="2"/>
          </p:cNvCxnSpPr>
          <p:nvPr/>
        </p:nvCxnSpPr>
        <p:spPr>
          <a:xfrm>
            <a:off x="1776325" y="3881375"/>
            <a:ext cx="75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032" name="Google Shape;3032;p139"/>
          <p:cNvSpPr txBox="1"/>
          <p:nvPr/>
        </p:nvSpPr>
        <p:spPr>
          <a:xfrm>
            <a:off x="3652400" y="23564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3" name="Google Shape;3033;p139"/>
          <p:cNvSpPr txBox="1"/>
          <p:nvPr/>
        </p:nvSpPr>
        <p:spPr>
          <a:xfrm>
            <a:off x="3461350" y="2782700"/>
            <a:ext cx="4306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the vertices (1, 2), (2, 3) and (3, 1) are indirectly dependent on each other. As a result, a topological ordering 1 2 3 contradicts with the edge (3, 1) as here 3 comes before 1. </a:t>
            </a:r>
            <a:b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4" name="Google Shape;3034;p139"/>
          <p:cNvCxnSpPr>
            <a:stCxn id="3027" idx="5"/>
            <a:endCxn id="3029" idx="1"/>
          </p:cNvCxnSpPr>
          <p:nvPr/>
        </p:nvCxnSpPr>
        <p:spPr>
          <a:xfrm>
            <a:off x="1702604" y="2968692"/>
            <a:ext cx="899100" cy="7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8" name="Shape 3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9" name="Google Shape;3039;p140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3040" name="Google Shape;3040;p140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1" name="Google Shape;3041;p140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2" name="Google Shape;3042;p140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3" name="Google Shape;3043;p140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4" name="Google Shape;3044;p140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5" name="Google Shape;3045;p140"/>
          <p:cNvCxnSpPr>
            <a:stCxn id="3040" idx="6"/>
            <a:endCxn id="3041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46" name="Google Shape;3046;p140"/>
          <p:cNvCxnSpPr>
            <a:stCxn id="3040" idx="4"/>
            <a:endCxn id="3042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47" name="Google Shape;3047;p140"/>
          <p:cNvCxnSpPr>
            <a:stCxn id="3042" idx="6"/>
            <a:endCxn id="3043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48" name="Google Shape;3048;p140"/>
          <p:cNvCxnSpPr>
            <a:stCxn id="3041" idx="4"/>
            <a:endCxn id="3043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49" name="Google Shape;3049;p140"/>
          <p:cNvCxnSpPr>
            <a:stCxn id="3043" idx="6"/>
            <a:endCxn id="3044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050" name="Google Shape;3050;p140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51" name="Google Shape;3051;p140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52" name="Google Shape;3052;p140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3" name="Google Shape;3053;p140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4" name="Google Shape;3054;p140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55" name="Google Shape;3055;p140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56" name="Google Shape;3056;p140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7" name="Google Shape;3057;p140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8" name="Google Shape;3058;p140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59" name="Google Shape;3059;p140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60" name="Google Shape;3060;p140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1" name="Google Shape;3061;p140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5" name="Shape 3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6" name="Google Shape;3066;p141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3067" name="Google Shape;3067;p141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8" name="Google Shape;3068;p141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p141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0" name="Google Shape;3070;p141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1" name="Google Shape;3071;p141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2" name="Google Shape;3072;p141"/>
          <p:cNvCxnSpPr>
            <a:stCxn id="3067" idx="6"/>
            <a:endCxn id="3068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73" name="Google Shape;3073;p141"/>
          <p:cNvCxnSpPr>
            <a:stCxn id="3067" idx="4"/>
            <a:endCxn id="3069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74" name="Google Shape;3074;p141"/>
          <p:cNvCxnSpPr>
            <a:stCxn id="3069" idx="6"/>
            <a:endCxn id="3070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75" name="Google Shape;3075;p141"/>
          <p:cNvCxnSpPr>
            <a:stCxn id="3068" idx="4"/>
            <a:endCxn id="3070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76" name="Google Shape;3076;p141"/>
          <p:cNvCxnSpPr>
            <a:stCxn id="3070" idx="6"/>
            <a:endCxn id="3071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077" name="Google Shape;3077;p141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78" name="Google Shape;3078;p141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79" name="Google Shape;3079;p141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0" name="Google Shape;3080;p141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1" name="Google Shape;3081;p141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2" name="Google Shape;3082;p141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83" name="Google Shape;3083;p141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4" name="Google Shape;3084;p141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5" name="Google Shape;3085;p141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6" name="Google Shape;3086;p141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87" name="Google Shape;3087;p141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8" name="Google Shape;3088;p141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2" name="Shape 3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Google Shape;3093;p142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3094" name="Google Shape;3094;p142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5" name="Google Shape;3095;p142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6" name="Google Shape;3096;p142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7" name="Google Shape;3097;p142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8" name="Google Shape;3098;p142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9" name="Google Shape;3099;p142"/>
          <p:cNvCxnSpPr>
            <a:stCxn id="3094" idx="6"/>
            <a:endCxn id="3095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00" name="Google Shape;3100;p142"/>
          <p:cNvCxnSpPr>
            <a:stCxn id="3094" idx="4"/>
            <a:endCxn id="3096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01" name="Google Shape;3101;p142"/>
          <p:cNvCxnSpPr>
            <a:stCxn id="3096" idx="6"/>
            <a:endCxn id="3097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02" name="Google Shape;3102;p142"/>
          <p:cNvCxnSpPr>
            <a:stCxn id="3095" idx="4"/>
            <a:endCxn id="3097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03" name="Google Shape;3103;p142"/>
          <p:cNvCxnSpPr>
            <a:stCxn id="3097" idx="6"/>
            <a:endCxn id="3098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104" name="Google Shape;3104;p142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05" name="Google Shape;3105;p142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06" name="Google Shape;3106;p142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7" name="Google Shape;3107;p142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8" name="Google Shape;3108;p142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09" name="Google Shape;3109;p142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10" name="Google Shape;3110;p142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1" name="Google Shape;3111;p142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2" name="Google Shape;3112;p142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13" name="Google Shape;3113;p142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14" name="Google Shape;3114;p142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5" name="Google Shape;3115;p142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9" name="Shape 3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0" name="Google Shape;3120;p143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3121" name="Google Shape;3121;p143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2" name="Google Shape;3122;p143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3" name="Google Shape;3123;p143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4" name="Google Shape;3124;p143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5" name="Google Shape;3125;p143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6" name="Google Shape;3126;p143"/>
          <p:cNvCxnSpPr>
            <a:stCxn id="3121" idx="6"/>
            <a:endCxn id="3122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27" name="Google Shape;3127;p143"/>
          <p:cNvCxnSpPr>
            <a:stCxn id="3121" idx="4"/>
            <a:endCxn id="3123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28" name="Google Shape;3128;p143"/>
          <p:cNvCxnSpPr>
            <a:stCxn id="3123" idx="6"/>
            <a:endCxn id="3124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29" name="Google Shape;3129;p143"/>
          <p:cNvCxnSpPr>
            <a:stCxn id="3122" idx="4"/>
            <a:endCxn id="3124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30" name="Google Shape;3130;p143"/>
          <p:cNvCxnSpPr>
            <a:stCxn id="3124" idx="6"/>
            <a:endCxn id="3125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131" name="Google Shape;3131;p143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32" name="Google Shape;3132;p143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33" name="Google Shape;3133;p143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4" name="Google Shape;3134;p143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5" name="Google Shape;3135;p143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36" name="Google Shape;3136;p143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37" name="Google Shape;3137;p143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8" name="Google Shape;3138;p143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9" name="Google Shape;3139;p143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40" name="Google Shape;3140;p143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41" name="Google Shape;3141;p143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2" name="Google Shape;3142;p143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6" name="Shape 3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3147;p144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3148" name="Google Shape;3148;p144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9" name="Google Shape;3149;p144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0" name="Google Shape;3150;p144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1" name="Google Shape;3151;p144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2" name="Google Shape;3152;p144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3" name="Google Shape;3153;p144"/>
          <p:cNvCxnSpPr>
            <a:stCxn id="3148" idx="6"/>
            <a:endCxn id="3149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54" name="Google Shape;3154;p144"/>
          <p:cNvCxnSpPr>
            <a:stCxn id="3148" idx="4"/>
            <a:endCxn id="3150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55" name="Google Shape;3155;p144"/>
          <p:cNvCxnSpPr>
            <a:stCxn id="3150" idx="6"/>
            <a:endCxn id="3151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56" name="Google Shape;3156;p144"/>
          <p:cNvCxnSpPr>
            <a:stCxn id="3149" idx="4"/>
            <a:endCxn id="3151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57" name="Google Shape;3157;p144"/>
          <p:cNvCxnSpPr>
            <a:stCxn id="3151" idx="6"/>
            <a:endCxn id="3152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158" name="Google Shape;3158;p144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59" name="Google Shape;3159;p144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60" name="Google Shape;3160;p144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1" name="Google Shape;3161;p144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2" name="Google Shape;3162;p144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63" name="Google Shape;3163;p144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64" name="Google Shape;3164;p144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5" name="Google Shape;3165;p144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6" name="Google Shape;3166;p144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67" name="Google Shape;3167;p144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68" name="Google Shape;3168;p144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9" name="Google Shape;3169;p144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3" name="Shape 3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" name="Google Shape;3174;p145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3175" name="Google Shape;3175;p145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6" name="Google Shape;3176;p145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7" name="Google Shape;3177;p145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8" name="Google Shape;3178;p145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9" name="Google Shape;3179;p145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0" name="Google Shape;3180;p145"/>
          <p:cNvCxnSpPr>
            <a:stCxn id="3175" idx="6"/>
            <a:endCxn id="3176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81" name="Google Shape;3181;p145"/>
          <p:cNvCxnSpPr>
            <a:stCxn id="3175" idx="4"/>
            <a:endCxn id="3177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82" name="Google Shape;3182;p145"/>
          <p:cNvCxnSpPr>
            <a:stCxn id="3177" idx="6"/>
            <a:endCxn id="3178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83" name="Google Shape;3183;p145"/>
          <p:cNvCxnSpPr>
            <a:stCxn id="3176" idx="4"/>
            <a:endCxn id="3178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84" name="Google Shape;3184;p145"/>
          <p:cNvCxnSpPr>
            <a:stCxn id="3178" idx="6"/>
            <a:endCxn id="3179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185" name="Google Shape;3185;p145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86" name="Google Shape;3186;p145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87" name="Google Shape;3187;p145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8" name="Google Shape;3188;p145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9" name="Google Shape;3189;p145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0" name="Google Shape;3190;p145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91" name="Google Shape;3191;p145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2" name="Google Shape;3192;p145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3" name="Google Shape;3193;p145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4" name="Google Shape;3194;p145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95" name="Google Shape;3195;p145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6" name="Google Shape;3196;p145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7" name="Google Shape;3197;p145"/>
          <p:cNvCxnSpPr/>
          <p:nvPr/>
        </p:nvCxnSpPr>
        <p:spPr>
          <a:xfrm rot="5400000">
            <a:off x="2939025" y="3207900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1" name="Shape 3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2" name="Google Shape;3202;p146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3203" name="Google Shape;3203;p146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4" name="Google Shape;3204;p146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5" name="Google Shape;3205;p146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6" name="Google Shape;3206;p146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7" name="Google Shape;3207;p146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8" name="Google Shape;3208;p146"/>
          <p:cNvCxnSpPr>
            <a:stCxn id="3203" idx="6"/>
            <a:endCxn id="3204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09" name="Google Shape;3209;p146"/>
          <p:cNvCxnSpPr>
            <a:stCxn id="3203" idx="4"/>
            <a:endCxn id="3205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10" name="Google Shape;3210;p146"/>
          <p:cNvCxnSpPr>
            <a:stCxn id="3205" idx="6"/>
            <a:endCxn id="3206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11" name="Google Shape;3211;p146"/>
          <p:cNvCxnSpPr>
            <a:stCxn id="3204" idx="4"/>
            <a:endCxn id="3206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12" name="Google Shape;3212;p146"/>
          <p:cNvCxnSpPr>
            <a:stCxn id="3206" idx="6"/>
            <a:endCxn id="3207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13" name="Google Shape;3213;p146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14" name="Google Shape;3214;p146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15" name="Google Shape;3215;p146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6" name="Google Shape;3216;p146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7" name="Google Shape;3217;p146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18" name="Google Shape;3218;p146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19" name="Google Shape;3219;p146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0" name="Google Shape;3220;p146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1" name="Google Shape;3221;p146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22" name="Google Shape;3222;p146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23" name="Google Shape;3223;p146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4" name="Google Shape;3224;p146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5" name="Google Shape;3225;p146"/>
          <p:cNvCxnSpPr/>
          <p:nvPr/>
        </p:nvCxnSpPr>
        <p:spPr>
          <a:xfrm rot="5400000">
            <a:off x="2939025" y="3207900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226" name="Google Shape;3226;p146"/>
          <p:cNvCxnSpPr/>
          <p:nvPr/>
        </p:nvCxnSpPr>
        <p:spPr>
          <a:xfrm rot="5400000">
            <a:off x="1786950" y="2985300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0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" name="Google Shape;3231;p147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3232" name="Google Shape;3232;p147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3" name="Google Shape;3233;p147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4" name="Google Shape;3234;p147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5" name="Google Shape;3235;p147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6" name="Google Shape;3236;p147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7" name="Google Shape;3237;p147"/>
          <p:cNvCxnSpPr>
            <a:stCxn id="3232" idx="6"/>
            <a:endCxn id="3233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38" name="Google Shape;3238;p147"/>
          <p:cNvCxnSpPr>
            <a:stCxn id="3232" idx="4"/>
            <a:endCxn id="3234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39" name="Google Shape;3239;p147"/>
          <p:cNvCxnSpPr>
            <a:stCxn id="3234" idx="6"/>
            <a:endCxn id="3235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40" name="Google Shape;3240;p147"/>
          <p:cNvCxnSpPr>
            <a:stCxn id="3233" idx="4"/>
            <a:endCxn id="3235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41" name="Google Shape;3241;p147"/>
          <p:cNvCxnSpPr>
            <a:stCxn id="3235" idx="6"/>
            <a:endCxn id="3236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42" name="Google Shape;3242;p147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43" name="Google Shape;3243;p147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44" name="Google Shape;3244;p147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5" name="Google Shape;3245;p147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6" name="Google Shape;3246;p147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47" name="Google Shape;3247;p147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48" name="Google Shape;3248;p147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9" name="Google Shape;3249;p147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0" name="Google Shape;3250;p147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51" name="Google Shape;3251;p147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52" name="Google Shape;3252;p147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3" name="Google Shape;3253;p147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4" name="Google Shape;3254;p147"/>
          <p:cNvCxnSpPr/>
          <p:nvPr/>
        </p:nvCxnSpPr>
        <p:spPr>
          <a:xfrm rot="5400000">
            <a:off x="2939025" y="3207900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255" name="Google Shape;3255;p147"/>
          <p:cNvCxnSpPr/>
          <p:nvPr/>
        </p:nvCxnSpPr>
        <p:spPr>
          <a:xfrm rot="5400000">
            <a:off x="1786950" y="2985300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256" name="Google Shape;3256;p147"/>
          <p:cNvCxnSpPr/>
          <p:nvPr/>
        </p:nvCxnSpPr>
        <p:spPr>
          <a:xfrm flipH="1" rot="10800000">
            <a:off x="933425" y="2341825"/>
            <a:ext cx="600" cy="1079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0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p148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3262" name="Google Shape;3262;p148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3" name="Google Shape;3263;p148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4" name="Google Shape;3264;p148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5" name="Google Shape;3265;p148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6" name="Google Shape;3266;p148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7" name="Google Shape;3267;p148"/>
          <p:cNvCxnSpPr>
            <a:stCxn id="3262" idx="6"/>
            <a:endCxn id="3263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68" name="Google Shape;3268;p148"/>
          <p:cNvCxnSpPr>
            <a:stCxn id="3262" idx="4"/>
            <a:endCxn id="3264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69" name="Google Shape;3269;p148"/>
          <p:cNvCxnSpPr>
            <a:stCxn id="3264" idx="6"/>
            <a:endCxn id="3265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70" name="Google Shape;3270;p148"/>
          <p:cNvCxnSpPr>
            <a:stCxn id="3263" idx="4"/>
            <a:endCxn id="3265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71" name="Google Shape;3271;p148"/>
          <p:cNvCxnSpPr>
            <a:stCxn id="3265" idx="6"/>
            <a:endCxn id="3266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72" name="Google Shape;3272;p148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73" name="Google Shape;3273;p148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74" name="Google Shape;3274;p148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5" name="Google Shape;3275;p148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6" name="Google Shape;3276;p148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77" name="Google Shape;3277;p148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78" name="Google Shape;3278;p148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9" name="Google Shape;3279;p148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0" name="Google Shape;3280;p148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81" name="Google Shape;3281;p148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82" name="Google Shape;3282;p148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3" name="Google Shape;3283;p148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4" name="Google Shape;3284;p148"/>
          <p:cNvCxnSpPr/>
          <p:nvPr/>
        </p:nvCxnSpPr>
        <p:spPr>
          <a:xfrm rot="5400000">
            <a:off x="2939025" y="3207900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285" name="Google Shape;3285;p148"/>
          <p:cNvCxnSpPr/>
          <p:nvPr/>
        </p:nvCxnSpPr>
        <p:spPr>
          <a:xfrm rot="5400000">
            <a:off x="1786950" y="2985300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286" name="Google Shape;3286;p148"/>
          <p:cNvCxnSpPr/>
          <p:nvPr/>
        </p:nvCxnSpPr>
        <p:spPr>
          <a:xfrm flipH="1" rot="10800000">
            <a:off x="933425" y="2341825"/>
            <a:ext cx="600" cy="1079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0" name="Shape 3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1" name="Google Shape;3291;p149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3292" name="Google Shape;3292;p149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3" name="Google Shape;3293;p149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4" name="Google Shape;3294;p149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5" name="Google Shape;3295;p149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6" name="Google Shape;3296;p149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7" name="Google Shape;3297;p149"/>
          <p:cNvCxnSpPr>
            <a:stCxn id="3292" idx="6"/>
            <a:endCxn id="3293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98" name="Google Shape;3298;p149"/>
          <p:cNvCxnSpPr>
            <a:stCxn id="3292" idx="4"/>
            <a:endCxn id="3294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99" name="Google Shape;3299;p149"/>
          <p:cNvCxnSpPr>
            <a:stCxn id="3294" idx="6"/>
            <a:endCxn id="3295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00" name="Google Shape;3300;p149"/>
          <p:cNvCxnSpPr>
            <a:stCxn id="3293" idx="4"/>
            <a:endCxn id="3295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01" name="Google Shape;3301;p149"/>
          <p:cNvCxnSpPr>
            <a:stCxn id="3295" idx="6"/>
            <a:endCxn id="3296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302" name="Google Shape;3302;p149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03" name="Google Shape;3303;p149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04" name="Google Shape;3304;p149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5" name="Google Shape;3305;p149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6" name="Google Shape;3306;p149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07" name="Google Shape;3307;p149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08" name="Google Shape;3308;p149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9" name="Google Shape;3309;p149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0" name="Google Shape;3310;p149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11" name="Google Shape;3311;p149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12" name="Google Shape;3312;p149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3" name="Google Shape;3313;p149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4" name="Google Shape;3314;p149"/>
          <p:cNvCxnSpPr/>
          <p:nvPr/>
        </p:nvCxnSpPr>
        <p:spPr>
          <a:xfrm rot="5400000">
            <a:off x="2939025" y="3207900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315" name="Google Shape;3315;p149"/>
          <p:cNvCxnSpPr/>
          <p:nvPr/>
        </p:nvCxnSpPr>
        <p:spPr>
          <a:xfrm rot="5400000">
            <a:off x="1786950" y="2985300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316" name="Google Shape;3316;p149"/>
          <p:cNvCxnSpPr/>
          <p:nvPr/>
        </p:nvCxnSpPr>
        <p:spPr>
          <a:xfrm flipH="1" rot="10800000">
            <a:off x="933425" y="2341825"/>
            <a:ext cx="600" cy="1079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317" name="Google Shape;3317;p149"/>
          <p:cNvCxnSpPr/>
          <p:nvPr/>
        </p:nvCxnSpPr>
        <p:spPr>
          <a:xfrm rot="5400000">
            <a:off x="1857800" y="1433150"/>
            <a:ext cx="600" cy="13446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1" name="Shape 3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2" name="Google Shape;3322;p150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3323" name="Google Shape;3323;p150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4" name="Google Shape;3324;p150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5" name="Google Shape;3325;p150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6" name="Google Shape;3326;p150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7" name="Google Shape;3327;p150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8" name="Google Shape;3328;p150"/>
          <p:cNvCxnSpPr>
            <a:stCxn id="3323" idx="6"/>
            <a:endCxn id="3324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29" name="Google Shape;3329;p150"/>
          <p:cNvCxnSpPr>
            <a:stCxn id="3323" idx="4"/>
            <a:endCxn id="3325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30" name="Google Shape;3330;p150"/>
          <p:cNvCxnSpPr>
            <a:stCxn id="3325" idx="6"/>
            <a:endCxn id="3326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31" name="Google Shape;3331;p150"/>
          <p:cNvCxnSpPr>
            <a:stCxn id="3324" idx="4"/>
            <a:endCxn id="3326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32" name="Google Shape;3332;p150"/>
          <p:cNvCxnSpPr>
            <a:stCxn id="3326" idx="6"/>
            <a:endCxn id="3327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333" name="Google Shape;3333;p150"/>
          <p:cNvSpPr txBox="1"/>
          <p:nvPr/>
        </p:nvSpPr>
        <p:spPr>
          <a:xfrm>
            <a:off x="3294050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34" name="Google Shape;3334;p150"/>
          <p:cNvGraphicFramePr/>
          <p:nvPr/>
        </p:nvGraphicFramePr>
        <p:xfrm>
          <a:off x="4566475" y="196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35" name="Google Shape;3335;p150"/>
          <p:cNvSpPr txBox="1"/>
          <p:nvPr/>
        </p:nvSpPr>
        <p:spPr>
          <a:xfrm>
            <a:off x="4527150" y="15189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6" name="Google Shape;3336;p150"/>
          <p:cNvSpPr txBox="1"/>
          <p:nvPr/>
        </p:nvSpPr>
        <p:spPr>
          <a:xfrm>
            <a:off x="4354125" y="22923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7" name="Google Shape;3337;p150"/>
          <p:cNvSpPr txBox="1"/>
          <p:nvPr/>
        </p:nvSpPr>
        <p:spPr>
          <a:xfrm>
            <a:off x="3294050" y="252732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38" name="Google Shape;3338;p150"/>
          <p:cNvGraphicFramePr/>
          <p:nvPr/>
        </p:nvGraphicFramePr>
        <p:xfrm>
          <a:off x="4566475" y="29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39" name="Google Shape;3339;p150"/>
          <p:cNvSpPr txBox="1"/>
          <p:nvPr/>
        </p:nvSpPr>
        <p:spPr>
          <a:xfrm>
            <a:off x="4527150" y="2527325"/>
            <a:ext cx="96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Start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0" name="Google Shape;3340;p150"/>
          <p:cNvSpPr txBox="1"/>
          <p:nvPr/>
        </p:nvSpPr>
        <p:spPr>
          <a:xfrm>
            <a:off x="4354125" y="33007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1" name="Google Shape;3341;p150"/>
          <p:cNvSpPr txBox="1"/>
          <p:nvPr/>
        </p:nvSpPr>
        <p:spPr>
          <a:xfrm>
            <a:off x="3294050" y="3420775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42" name="Google Shape;3342;p150"/>
          <p:cNvGraphicFramePr/>
          <p:nvPr/>
        </p:nvGraphicFramePr>
        <p:xfrm>
          <a:off x="4566475" y="38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43" name="Google Shape;3343;p150"/>
          <p:cNvSpPr txBox="1"/>
          <p:nvPr/>
        </p:nvSpPr>
        <p:spPr>
          <a:xfrm>
            <a:off x="4566494" y="353292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4" name="Google Shape;3344;p150"/>
          <p:cNvSpPr txBox="1"/>
          <p:nvPr/>
        </p:nvSpPr>
        <p:spPr>
          <a:xfrm>
            <a:off x="4354125" y="419417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5" name="Google Shape;3345;p150"/>
          <p:cNvCxnSpPr/>
          <p:nvPr/>
        </p:nvCxnSpPr>
        <p:spPr>
          <a:xfrm rot="5400000">
            <a:off x="2939025" y="3207900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346" name="Google Shape;3346;p150"/>
          <p:cNvCxnSpPr/>
          <p:nvPr/>
        </p:nvCxnSpPr>
        <p:spPr>
          <a:xfrm rot="5400000">
            <a:off x="1786950" y="2985300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347" name="Google Shape;3347;p150"/>
          <p:cNvCxnSpPr/>
          <p:nvPr/>
        </p:nvCxnSpPr>
        <p:spPr>
          <a:xfrm flipH="1" rot="10800000">
            <a:off x="933425" y="2341825"/>
            <a:ext cx="600" cy="1079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348" name="Google Shape;3348;p150"/>
          <p:cNvCxnSpPr/>
          <p:nvPr/>
        </p:nvCxnSpPr>
        <p:spPr>
          <a:xfrm rot="5400000">
            <a:off x="1857800" y="1433150"/>
            <a:ext cx="600" cy="13446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2" name="Shape 3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3" name="Google Shape;3353;p151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DFS</a:t>
            </a:r>
            <a:endParaRPr/>
          </a:p>
        </p:txBody>
      </p:sp>
      <p:sp>
        <p:nvSpPr>
          <p:cNvPr id="3354" name="Google Shape;3354;p151"/>
          <p:cNvSpPr/>
          <p:nvPr/>
        </p:nvSpPr>
        <p:spPr>
          <a:xfrm>
            <a:off x="934100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5" name="Google Shape;3355;p151"/>
          <p:cNvSpPr/>
          <p:nvPr/>
        </p:nvSpPr>
        <p:spPr>
          <a:xfrm>
            <a:off x="2278775" y="2105875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6" name="Google Shape;3356;p151"/>
          <p:cNvSpPr/>
          <p:nvPr/>
        </p:nvSpPr>
        <p:spPr>
          <a:xfrm>
            <a:off x="934100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7" name="Google Shape;3357;p151"/>
          <p:cNvSpPr/>
          <p:nvPr/>
        </p:nvSpPr>
        <p:spPr>
          <a:xfrm>
            <a:off x="227877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8" name="Google Shape;3358;p151"/>
          <p:cNvSpPr/>
          <p:nvPr/>
        </p:nvSpPr>
        <p:spPr>
          <a:xfrm>
            <a:off x="3178325" y="3185400"/>
            <a:ext cx="503400" cy="4719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9" name="Google Shape;3359;p151"/>
          <p:cNvCxnSpPr>
            <a:stCxn id="3354" idx="6"/>
            <a:endCxn id="3355" idx="2"/>
          </p:cNvCxnSpPr>
          <p:nvPr/>
        </p:nvCxnSpPr>
        <p:spPr>
          <a:xfrm>
            <a:off x="1437500" y="2341825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60" name="Google Shape;3360;p151"/>
          <p:cNvCxnSpPr>
            <a:stCxn id="3354" idx="4"/>
            <a:endCxn id="3356" idx="0"/>
          </p:cNvCxnSpPr>
          <p:nvPr/>
        </p:nvCxnSpPr>
        <p:spPr>
          <a:xfrm>
            <a:off x="1185800" y="2577775"/>
            <a:ext cx="0" cy="60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61" name="Google Shape;3361;p151"/>
          <p:cNvCxnSpPr>
            <a:stCxn id="3356" idx="6"/>
            <a:endCxn id="3357" idx="2"/>
          </p:cNvCxnSpPr>
          <p:nvPr/>
        </p:nvCxnSpPr>
        <p:spPr>
          <a:xfrm>
            <a:off x="1437500" y="3421350"/>
            <a:ext cx="84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62" name="Google Shape;3362;p151"/>
          <p:cNvCxnSpPr>
            <a:stCxn id="3355" idx="4"/>
            <a:endCxn id="3357" idx="0"/>
          </p:cNvCxnSpPr>
          <p:nvPr/>
        </p:nvCxnSpPr>
        <p:spPr>
          <a:xfrm>
            <a:off x="2530475" y="257777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63" name="Google Shape;3363;p151"/>
          <p:cNvCxnSpPr>
            <a:stCxn id="3357" idx="6"/>
            <a:endCxn id="3358" idx="2"/>
          </p:cNvCxnSpPr>
          <p:nvPr/>
        </p:nvCxnSpPr>
        <p:spPr>
          <a:xfrm>
            <a:off x="2782175" y="3421350"/>
            <a:ext cx="39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3364" name="Google Shape;3364;p151"/>
          <p:cNvGraphicFramePr/>
          <p:nvPr/>
        </p:nvGraphicFramePr>
        <p:xfrm>
          <a:off x="4416950" y="225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421900"/>
                <a:gridCol w="421900"/>
                <a:gridCol w="421900"/>
                <a:gridCol w="421900"/>
                <a:gridCol w="421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65" name="Google Shape;3365;p151"/>
          <p:cNvSpPr txBox="1"/>
          <p:nvPr/>
        </p:nvSpPr>
        <p:spPr>
          <a:xfrm>
            <a:off x="4416969" y="1919350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End Time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6" name="Google Shape;3366;p151"/>
          <p:cNvSpPr txBox="1"/>
          <p:nvPr/>
        </p:nvSpPr>
        <p:spPr>
          <a:xfrm>
            <a:off x="4204600" y="2580600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1        2        3         4        5 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7" name="Google Shape;3367;p151"/>
          <p:cNvCxnSpPr/>
          <p:nvPr/>
        </p:nvCxnSpPr>
        <p:spPr>
          <a:xfrm rot="5400000">
            <a:off x="2939025" y="3207900"/>
            <a:ext cx="600" cy="8994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368" name="Google Shape;3368;p151"/>
          <p:cNvCxnSpPr/>
          <p:nvPr/>
        </p:nvCxnSpPr>
        <p:spPr>
          <a:xfrm rot="5400000">
            <a:off x="1786950" y="2985300"/>
            <a:ext cx="600" cy="1344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369" name="Google Shape;3369;p151"/>
          <p:cNvCxnSpPr/>
          <p:nvPr/>
        </p:nvCxnSpPr>
        <p:spPr>
          <a:xfrm flipH="1" rot="10800000">
            <a:off x="933425" y="2341825"/>
            <a:ext cx="600" cy="10794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370" name="Google Shape;3370;p151"/>
          <p:cNvCxnSpPr/>
          <p:nvPr/>
        </p:nvCxnSpPr>
        <p:spPr>
          <a:xfrm rot="5400000">
            <a:off x="1857800" y="1433150"/>
            <a:ext cx="600" cy="13446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371" name="Google Shape;3371;p151"/>
          <p:cNvSpPr txBox="1"/>
          <p:nvPr/>
        </p:nvSpPr>
        <p:spPr>
          <a:xfrm>
            <a:off x="4416975" y="3065175"/>
            <a:ext cx="430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If we sort the ending times based on descending order, we get 10, 9, 7, 6, 5 i.e. vertices 1, 3, 2, 4, 5 which is a topological ordering for the above graph. 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5" name="Shape 3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6" name="Google Shape;3376;p152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3377" name="Google Shape;3377;p152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8" name="Google Shape;3378;p152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9" name="Google Shape;3379;p152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0" name="Google Shape;3380;p152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1" name="Google Shape;3381;p152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2" name="Google Shape;3382;p152"/>
          <p:cNvCxnSpPr>
            <a:stCxn id="3377" idx="6"/>
            <a:endCxn id="3378" idx="2"/>
          </p:cNvCxnSpPr>
          <p:nvPr/>
        </p:nvCxnSpPr>
        <p:spPr>
          <a:xfrm>
            <a:off x="1833725" y="260347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83" name="Google Shape;3383;p152"/>
          <p:cNvCxnSpPr>
            <a:stCxn id="3377" idx="4"/>
            <a:endCxn id="3379" idx="0"/>
          </p:cNvCxnSpPr>
          <p:nvPr/>
        </p:nvCxnSpPr>
        <p:spPr>
          <a:xfrm>
            <a:off x="1582025" y="283942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84" name="Google Shape;3384;p152"/>
          <p:cNvCxnSpPr>
            <a:stCxn id="3379" idx="6"/>
            <a:endCxn id="3380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385" name="Google Shape;3385;p152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6" name="Google Shape;3386;p152"/>
          <p:cNvSpPr txBox="1"/>
          <p:nvPr/>
        </p:nvSpPr>
        <p:spPr>
          <a:xfrm>
            <a:off x="747475" y="1414625"/>
            <a:ext cx="512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known as Kahn’s Algorithm for Topological Sorting.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87" name="Google Shape;3387;p152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88" name="Google Shape;3388;p152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9" name="Google Shape;3389;p152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90" name="Google Shape;3390;p152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91" name="Google Shape;3391;p152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2" name="Google Shape;3392;p152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3" name="Google Shape;3393;p152"/>
          <p:cNvCxnSpPr>
            <a:endCxn id="3392" idx="2"/>
          </p:cNvCxnSpPr>
          <p:nvPr/>
        </p:nvCxnSpPr>
        <p:spPr>
          <a:xfrm>
            <a:off x="3178425" y="2630925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394" name="Google Shape;3394;p152"/>
          <p:cNvCxnSpPr>
            <a:stCxn id="3392" idx="4"/>
            <a:endCxn id="3381" idx="0"/>
          </p:cNvCxnSpPr>
          <p:nvPr/>
        </p:nvCxnSpPr>
        <p:spPr>
          <a:xfrm>
            <a:off x="3923025" y="2866875"/>
            <a:ext cx="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95" name="Google Shape;3395;p152"/>
          <p:cNvCxnSpPr>
            <a:stCxn id="3380" idx="6"/>
            <a:endCxn id="3381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396" name="Google Shape;3396;p152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0" name="Shape 3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1" name="Google Shape;3401;p153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3402" name="Google Shape;3402;p153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3" name="Google Shape;3403;p153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4" name="Google Shape;3404;p153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5" name="Google Shape;3405;p153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6" name="Google Shape;3406;p153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7" name="Google Shape;3407;p153"/>
          <p:cNvCxnSpPr>
            <a:stCxn id="3402" idx="6"/>
            <a:endCxn id="3403" idx="2"/>
          </p:cNvCxnSpPr>
          <p:nvPr/>
        </p:nvCxnSpPr>
        <p:spPr>
          <a:xfrm>
            <a:off x="1833725" y="260347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08" name="Google Shape;3408;p153"/>
          <p:cNvCxnSpPr>
            <a:stCxn id="3402" idx="4"/>
            <a:endCxn id="3404" idx="0"/>
          </p:cNvCxnSpPr>
          <p:nvPr/>
        </p:nvCxnSpPr>
        <p:spPr>
          <a:xfrm>
            <a:off x="1582025" y="283942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09" name="Google Shape;3409;p153"/>
          <p:cNvCxnSpPr>
            <a:stCxn id="3404" idx="6"/>
            <a:endCxn id="3405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10" name="Google Shape;3410;p153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1" name="Google Shape;3411;p153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Initially, enqueue all the nodes with indegree 0 into the queue i.e. 5 and 6 in this case.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12" name="Google Shape;3412;p153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13" name="Google Shape;3413;p153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4" name="Google Shape;3414;p153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15" name="Google Shape;3415;p153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5 6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16" name="Google Shape;3416;p153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7" name="Google Shape;3417;p153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8" name="Google Shape;3418;p153"/>
          <p:cNvCxnSpPr>
            <a:endCxn id="3417" idx="2"/>
          </p:cNvCxnSpPr>
          <p:nvPr/>
        </p:nvCxnSpPr>
        <p:spPr>
          <a:xfrm>
            <a:off x="3178425" y="2630925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419" name="Google Shape;3419;p153"/>
          <p:cNvCxnSpPr>
            <a:stCxn id="3417" idx="4"/>
            <a:endCxn id="3406" idx="0"/>
          </p:cNvCxnSpPr>
          <p:nvPr/>
        </p:nvCxnSpPr>
        <p:spPr>
          <a:xfrm>
            <a:off x="3923025" y="2866875"/>
            <a:ext cx="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20" name="Google Shape;3420;p153"/>
          <p:cNvCxnSpPr>
            <a:stCxn id="3405" idx="6"/>
            <a:endCxn id="3406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21" name="Google Shape;3421;p153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5" name="Shape 3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6" name="Google Shape;3426;p154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3427" name="Google Shape;3427;p154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8" name="Google Shape;3428;p154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9" name="Google Shape;3429;p154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0" name="Google Shape;3430;p154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1" name="Google Shape;3431;p154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2" name="Google Shape;3432;p154"/>
          <p:cNvCxnSpPr>
            <a:stCxn id="3427" idx="6"/>
            <a:endCxn id="3428" idx="2"/>
          </p:cNvCxnSpPr>
          <p:nvPr/>
        </p:nvCxnSpPr>
        <p:spPr>
          <a:xfrm>
            <a:off x="1833725" y="260347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33" name="Google Shape;3433;p154"/>
          <p:cNvCxnSpPr>
            <a:stCxn id="3427" idx="4"/>
            <a:endCxn id="3429" idx="0"/>
          </p:cNvCxnSpPr>
          <p:nvPr/>
        </p:nvCxnSpPr>
        <p:spPr>
          <a:xfrm>
            <a:off x="1582025" y="283942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34" name="Google Shape;3434;p154"/>
          <p:cNvCxnSpPr>
            <a:stCxn id="3429" idx="6"/>
            <a:endCxn id="3430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35" name="Google Shape;3435;p154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6" name="Google Shape;3436;p154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Dequeue from the front of the queue i.e. 5 in this case.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37" name="Google Shape;3437;p154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38" name="Google Shape;3438;p154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9" name="Google Shape;3439;p154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40" name="Google Shape;3440;p154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41" name="Google Shape;3441;p154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2" name="Google Shape;3442;p154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3" name="Google Shape;3443;p154"/>
          <p:cNvCxnSpPr>
            <a:endCxn id="3442" idx="2"/>
          </p:cNvCxnSpPr>
          <p:nvPr/>
        </p:nvCxnSpPr>
        <p:spPr>
          <a:xfrm>
            <a:off x="3178425" y="2630925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444" name="Google Shape;3444;p154"/>
          <p:cNvCxnSpPr>
            <a:stCxn id="3442" idx="4"/>
            <a:endCxn id="3431" idx="0"/>
          </p:cNvCxnSpPr>
          <p:nvPr/>
        </p:nvCxnSpPr>
        <p:spPr>
          <a:xfrm>
            <a:off x="3923025" y="2866875"/>
            <a:ext cx="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45" name="Google Shape;3445;p154"/>
          <p:cNvCxnSpPr>
            <a:stCxn id="3430" idx="6"/>
            <a:endCxn id="3431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46" name="Google Shape;3446;p154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0" name="Shape 3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1" name="Google Shape;3451;p155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3452" name="Google Shape;3452;p155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3" name="Google Shape;3453;p155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4" name="Google Shape;3454;p155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5" name="Google Shape;3455;p155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6" name="Google Shape;3456;p155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7" name="Google Shape;3457;p155"/>
          <p:cNvCxnSpPr>
            <a:stCxn id="3452" idx="6"/>
            <a:endCxn id="3453" idx="2"/>
          </p:cNvCxnSpPr>
          <p:nvPr/>
        </p:nvCxnSpPr>
        <p:spPr>
          <a:xfrm>
            <a:off x="1833725" y="260347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58" name="Google Shape;3458;p155"/>
          <p:cNvCxnSpPr>
            <a:stCxn id="3452" idx="4"/>
            <a:endCxn id="3454" idx="0"/>
          </p:cNvCxnSpPr>
          <p:nvPr/>
        </p:nvCxnSpPr>
        <p:spPr>
          <a:xfrm>
            <a:off x="1582025" y="283942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59" name="Google Shape;3459;p155"/>
          <p:cNvCxnSpPr>
            <a:stCxn id="3454" idx="6"/>
            <a:endCxn id="3455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60" name="Google Shape;3460;p155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1" name="Google Shape;3461;p155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Now, enqueue from the front of the queue i.e. 5 in this case.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62" name="Google Shape;3462;p155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63" name="Google Shape;3463;p155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4" name="Google Shape;3464;p155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65" name="Google Shape;3465;p155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66" name="Google Shape;3466;p155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7" name="Google Shape;3467;p155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8" name="Google Shape;3468;p155"/>
          <p:cNvCxnSpPr>
            <a:endCxn id="3467" idx="2"/>
          </p:cNvCxnSpPr>
          <p:nvPr/>
        </p:nvCxnSpPr>
        <p:spPr>
          <a:xfrm>
            <a:off x="3178425" y="2630925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469" name="Google Shape;3469;p155"/>
          <p:cNvCxnSpPr>
            <a:stCxn id="3467" idx="4"/>
            <a:endCxn id="3456" idx="0"/>
          </p:cNvCxnSpPr>
          <p:nvPr/>
        </p:nvCxnSpPr>
        <p:spPr>
          <a:xfrm>
            <a:off x="3923025" y="2866875"/>
            <a:ext cx="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70" name="Google Shape;3470;p155"/>
          <p:cNvCxnSpPr>
            <a:stCxn id="3455" idx="6"/>
            <a:endCxn id="3456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71" name="Google Shape;3471;p155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5" name="Shape 3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6" name="Google Shape;3476;p156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3477" name="Google Shape;3477;p156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8" name="Google Shape;3478;p156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9" name="Google Shape;3479;p156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0" name="Google Shape;3480;p156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1" name="Google Shape;3481;p156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2" name="Google Shape;3482;p156"/>
          <p:cNvCxnSpPr>
            <a:stCxn id="3477" idx="6"/>
            <a:endCxn id="3478" idx="2"/>
          </p:cNvCxnSpPr>
          <p:nvPr/>
        </p:nvCxnSpPr>
        <p:spPr>
          <a:xfrm>
            <a:off x="1833725" y="260347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83" name="Google Shape;3483;p156"/>
          <p:cNvCxnSpPr>
            <a:stCxn id="3477" idx="4"/>
            <a:endCxn id="3479" idx="0"/>
          </p:cNvCxnSpPr>
          <p:nvPr/>
        </p:nvCxnSpPr>
        <p:spPr>
          <a:xfrm>
            <a:off x="1582025" y="283942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84" name="Google Shape;3484;p156"/>
          <p:cNvCxnSpPr>
            <a:stCxn id="3479" idx="6"/>
            <a:endCxn id="3480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85" name="Google Shape;3485;p156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6" name="Google Shape;3486;p156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Now, reduce the indegree of the adjacent vertices of 5 i.e. 1 and 2.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87" name="Google Shape;3487;p156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88" name="Google Shape;3488;p156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9" name="Google Shape;3489;p156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90" name="Google Shape;3490;p156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91" name="Google Shape;3491;p156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2" name="Google Shape;3492;p156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3" name="Google Shape;3493;p156"/>
          <p:cNvCxnSpPr>
            <a:endCxn id="3492" idx="2"/>
          </p:cNvCxnSpPr>
          <p:nvPr/>
        </p:nvCxnSpPr>
        <p:spPr>
          <a:xfrm>
            <a:off x="3178425" y="2630925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494" name="Google Shape;3494;p156"/>
          <p:cNvCxnSpPr>
            <a:stCxn id="3492" idx="4"/>
            <a:endCxn id="3481" idx="0"/>
          </p:cNvCxnSpPr>
          <p:nvPr/>
        </p:nvCxnSpPr>
        <p:spPr>
          <a:xfrm>
            <a:off x="3923025" y="2866875"/>
            <a:ext cx="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95" name="Google Shape;3495;p156"/>
          <p:cNvCxnSpPr>
            <a:stCxn id="3480" idx="6"/>
            <a:endCxn id="3481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96" name="Google Shape;3496;p156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0" name="Shape 3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1" name="Google Shape;3501;p157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3502" name="Google Shape;3502;p157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3" name="Google Shape;3503;p157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4" name="Google Shape;3504;p157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5" name="Google Shape;3505;p157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6" name="Google Shape;3506;p157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7" name="Google Shape;3507;p157"/>
          <p:cNvCxnSpPr>
            <a:stCxn id="3502" idx="6"/>
            <a:endCxn id="3503" idx="2"/>
          </p:cNvCxnSpPr>
          <p:nvPr/>
        </p:nvCxnSpPr>
        <p:spPr>
          <a:xfrm>
            <a:off x="1833725" y="260347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08" name="Google Shape;3508;p157"/>
          <p:cNvCxnSpPr>
            <a:stCxn id="3502" idx="4"/>
            <a:endCxn id="3504" idx="0"/>
          </p:cNvCxnSpPr>
          <p:nvPr/>
        </p:nvCxnSpPr>
        <p:spPr>
          <a:xfrm>
            <a:off x="1582025" y="283942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09" name="Google Shape;3509;p157"/>
          <p:cNvCxnSpPr>
            <a:stCxn id="3504" idx="6"/>
            <a:endCxn id="3505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10" name="Google Shape;3510;p157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1" name="Google Shape;3511;p157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Next, remove from the front of the queue i.e. 6 in this case.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12" name="Google Shape;3512;p157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13" name="Google Shape;3513;p157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4" name="Google Shape;3514;p157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15" name="Google Shape;3515;p157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16" name="Google Shape;3516;p157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7" name="Google Shape;3517;p157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8" name="Google Shape;3518;p157"/>
          <p:cNvCxnSpPr>
            <a:stCxn id="3505" idx="6"/>
            <a:endCxn id="3506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19" name="Google Shape;3519;p157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3" name="Shape 3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4" name="Google Shape;3524;p158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3525" name="Google Shape;3525;p158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6" name="Google Shape;3526;p158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7" name="Google Shape;3527;p158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8" name="Google Shape;3528;p158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9" name="Google Shape;3529;p158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0" name="Google Shape;3530;p158"/>
          <p:cNvCxnSpPr>
            <a:stCxn id="3525" idx="6"/>
            <a:endCxn id="3526" idx="2"/>
          </p:cNvCxnSpPr>
          <p:nvPr/>
        </p:nvCxnSpPr>
        <p:spPr>
          <a:xfrm>
            <a:off x="1833725" y="2603475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31" name="Google Shape;3531;p158"/>
          <p:cNvCxnSpPr>
            <a:stCxn id="3525" idx="4"/>
            <a:endCxn id="3527" idx="0"/>
          </p:cNvCxnSpPr>
          <p:nvPr/>
        </p:nvCxnSpPr>
        <p:spPr>
          <a:xfrm>
            <a:off x="1582025" y="2839425"/>
            <a:ext cx="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32" name="Google Shape;3532;p158"/>
          <p:cNvCxnSpPr>
            <a:stCxn id="3527" idx="6"/>
            <a:endCxn id="3528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33" name="Google Shape;3533;p158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4" name="Google Shape;3534;p158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Now, reduce the indegree of the adjacent vertices of 6 i.e. 1 and 3.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35" name="Google Shape;3535;p158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36" name="Google Shape;3536;p158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7" name="Google Shape;3537;p158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38" name="Google Shape;3538;p158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39" name="Google Shape;3539;p158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0" name="Google Shape;3540;p158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1" name="Google Shape;3541;p158"/>
          <p:cNvCxnSpPr>
            <a:stCxn id="3528" idx="6"/>
            <a:endCxn id="3529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42" name="Google Shape;3542;p158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6" name="Shape 3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7" name="Google Shape;3547;p159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3548" name="Google Shape;3548;p159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9" name="Google Shape;3549;p159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0" name="Google Shape;3550;p159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1" name="Google Shape;3551;p159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2" name="Google Shape;3552;p159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3" name="Google Shape;3553;p159"/>
          <p:cNvCxnSpPr>
            <a:stCxn id="3550" idx="6"/>
            <a:endCxn id="3551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54" name="Google Shape;3554;p159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5" name="Google Shape;3555;p159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Indegree of vertices 1 and 3 is 0 now. Therefore, insert them into the queue.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56" name="Google Shape;3556;p159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57" name="Google Shape;3557;p159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8" name="Google Shape;3558;p159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59" name="Google Shape;3559;p159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60" name="Google Shape;3560;p159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1" name="Google Shape;3561;p159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2" name="Google Shape;3562;p159"/>
          <p:cNvCxnSpPr>
            <a:stCxn id="3551" idx="6"/>
            <a:endCxn id="3552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63" name="Google Shape;3563;p159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7" name="Shape 3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8" name="Google Shape;3568;p160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3569" name="Google Shape;3569;p160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0" name="Google Shape;3570;p160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1" name="Google Shape;3571;p160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2" name="Google Shape;3572;p160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3" name="Google Shape;3573;p160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4" name="Google Shape;3574;p160"/>
          <p:cNvCxnSpPr>
            <a:stCxn id="3571" idx="6"/>
            <a:endCxn id="3572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75" name="Google Shape;3575;p160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6" name="Google Shape;3576;p160"/>
          <p:cNvSpPr txBox="1"/>
          <p:nvPr/>
        </p:nvSpPr>
        <p:spPr>
          <a:xfrm>
            <a:off x="747475" y="1414625"/>
            <a:ext cx="743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from the front of queue i.e. 1. Now, 1 does not have any outgoing edges so go to next step and write 1 in the ordering.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77" name="Google Shape;3577;p160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78" name="Google Shape;3578;p160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9" name="Google Shape;3579;p160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80" name="Google Shape;3580;p160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81" name="Google Shape;3581;p160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2" name="Google Shape;3582;p160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3" name="Google Shape;3583;p160"/>
          <p:cNvCxnSpPr>
            <a:stCxn id="3572" idx="6"/>
            <a:endCxn id="3573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84" name="Google Shape;3584;p160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 1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8" name="Shape 3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9" name="Google Shape;3589;p161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3590" name="Google Shape;3590;p161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1" name="Google Shape;3591;p161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2" name="Google Shape;3592;p161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3" name="Google Shape;3593;p161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4" name="Google Shape;3594;p161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5" name="Google Shape;3595;p161"/>
          <p:cNvCxnSpPr>
            <a:stCxn id="3592" idx="6"/>
            <a:endCxn id="3593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96" name="Google Shape;3596;p161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7" name="Google Shape;3597;p161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Again, remove from the front of queue i.e. 3.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98" name="Google Shape;3598;p161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99" name="Google Shape;3599;p161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0" name="Google Shape;3600;p161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01" name="Google Shape;3601;p161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02" name="Google Shape;3602;p161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3" name="Google Shape;3603;p161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4" name="Google Shape;3604;p161"/>
          <p:cNvCxnSpPr>
            <a:stCxn id="3593" idx="6"/>
            <a:endCxn id="3594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05" name="Google Shape;3605;p161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 1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9" name="Shape 3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0" name="Google Shape;3610;p162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3611" name="Google Shape;3611;p162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2" name="Google Shape;3612;p162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3" name="Google Shape;3613;p162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4" name="Google Shape;3614;p162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5" name="Google Shape;3615;p162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6" name="Google Shape;3616;p162"/>
          <p:cNvCxnSpPr>
            <a:stCxn id="3613" idx="6"/>
            <a:endCxn id="3614" idx="2"/>
          </p:cNvCxnSpPr>
          <p:nvPr/>
        </p:nvCxnSpPr>
        <p:spPr>
          <a:xfrm>
            <a:off x="1833725" y="3683000"/>
            <a:ext cx="84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17" name="Google Shape;3617;p162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8" name="Google Shape;3618;p162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the indegree of adjacent vertices of 3 i.e. 4 in this case.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19" name="Google Shape;3619;p162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20" name="Google Shape;3620;p162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1" name="Google Shape;3621;p162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22" name="Google Shape;3622;p162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23" name="Google Shape;3623;p162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4" name="Google Shape;3624;p162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5" name="Google Shape;3625;p162"/>
          <p:cNvCxnSpPr>
            <a:stCxn id="3614" idx="6"/>
            <a:endCxn id="3615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26" name="Google Shape;3626;p162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 1 3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0" name="Shape 3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1" name="Google Shape;3631;p163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3632" name="Google Shape;3632;p163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3" name="Google Shape;3633;p163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4" name="Google Shape;3634;p163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5" name="Google Shape;3635;p163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6" name="Google Shape;3636;p163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7" name="Google Shape;3637;p163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8" name="Google Shape;3638;p163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Indegree of vertex 4 is 0 now. Enqueue it into the queue.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39" name="Google Shape;3639;p163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40" name="Google Shape;3640;p163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1" name="Google Shape;3641;p163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42" name="Google Shape;3642;p163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43" name="Google Shape;3643;p163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4" name="Google Shape;3644;p163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5" name="Google Shape;3645;p163"/>
          <p:cNvCxnSpPr>
            <a:stCxn id="3635" idx="6"/>
            <a:endCxn id="3636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46" name="Google Shape;3646;p163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 1 3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0" name="Shape 3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1" name="Google Shape;3651;p164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3652" name="Google Shape;3652;p164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3" name="Google Shape;3653;p164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4" name="Google Shape;3654;p164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5" name="Google Shape;3655;p164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6" name="Google Shape;3656;p164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7" name="Google Shape;3657;p164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8" name="Google Shape;3658;p164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Dequeue from the queue i.e. 4. Reduce the indegree of adjacent vertices of 4 i.e. 2.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59" name="Google Shape;3659;p164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60" name="Google Shape;3660;p164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1" name="Google Shape;3661;p164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62" name="Google Shape;3662;p164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63" name="Google Shape;3663;p164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4" name="Google Shape;3664;p164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5" name="Google Shape;3665;p164"/>
          <p:cNvCxnSpPr>
            <a:stCxn id="3655" idx="6"/>
            <a:endCxn id="3656" idx="2"/>
          </p:cNvCxnSpPr>
          <p:nvPr/>
        </p:nvCxnSpPr>
        <p:spPr>
          <a:xfrm>
            <a:off x="3178400" y="3683000"/>
            <a:ext cx="4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66" name="Google Shape;3666;p164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 1 3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0" name="Shape 3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1" name="Google Shape;3671;p165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3672" name="Google Shape;3672;p165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3" name="Google Shape;3673;p165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4" name="Google Shape;3674;p165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5" name="Google Shape;3675;p165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6" name="Google Shape;3676;p165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7" name="Google Shape;3677;p165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8" name="Google Shape;3678;p165"/>
          <p:cNvSpPr txBox="1"/>
          <p:nvPr/>
        </p:nvSpPr>
        <p:spPr>
          <a:xfrm>
            <a:off x="747475" y="1414625"/>
            <a:ext cx="74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 2 into the queue has it has indegree 0.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79" name="Google Shape;3679;p165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80" name="Google Shape;3680;p165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1" name="Google Shape;3681;p165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82" name="Google Shape;3682;p165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83" name="Google Shape;3683;p165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4" name="Google Shape;3684;p165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5" name="Google Shape;3685;p165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 1 3 4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9" name="Shape 3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0" name="Google Shape;3690;p166"/>
          <p:cNvSpPr txBox="1"/>
          <p:nvPr>
            <p:ph type="title"/>
          </p:nvPr>
        </p:nvSpPr>
        <p:spPr>
          <a:xfrm>
            <a:off x="747481" y="754900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Topological Sorting using BFS</a:t>
            </a:r>
            <a:endParaRPr/>
          </a:p>
        </p:txBody>
      </p:sp>
      <p:sp>
        <p:nvSpPr>
          <p:cNvPr id="3691" name="Google Shape;3691;p166"/>
          <p:cNvSpPr/>
          <p:nvPr/>
        </p:nvSpPr>
        <p:spPr>
          <a:xfrm>
            <a:off x="1330325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2" name="Google Shape;3692;p166"/>
          <p:cNvSpPr/>
          <p:nvPr/>
        </p:nvSpPr>
        <p:spPr>
          <a:xfrm>
            <a:off x="2675000" y="23675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3" name="Google Shape;3693;p166"/>
          <p:cNvSpPr/>
          <p:nvPr/>
        </p:nvSpPr>
        <p:spPr>
          <a:xfrm>
            <a:off x="1330325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4" name="Google Shape;3694;p166"/>
          <p:cNvSpPr/>
          <p:nvPr/>
        </p:nvSpPr>
        <p:spPr>
          <a:xfrm>
            <a:off x="2675000" y="3447050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5" name="Google Shape;3695;p166"/>
          <p:cNvSpPr/>
          <p:nvPr/>
        </p:nvSpPr>
        <p:spPr>
          <a:xfrm>
            <a:off x="3671325" y="344702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6" name="Google Shape;3696;p166"/>
          <p:cNvSpPr txBox="1"/>
          <p:nvPr/>
        </p:nvSpPr>
        <p:spPr>
          <a:xfrm>
            <a:off x="3178475" y="1518900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7" name="Google Shape;3697;p166"/>
          <p:cNvSpPr txBox="1"/>
          <p:nvPr/>
        </p:nvSpPr>
        <p:spPr>
          <a:xfrm>
            <a:off x="747475" y="1414625"/>
            <a:ext cx="769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Dequeue from the front of queue, and since 2 has no adjacent vertices, write it in the ordering. 5 6 1 3 4 2 is topological sorting for the graph.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98" name="Google Shape;3698;p166"/>
          <p:cNvGraphicFramePr/>
          <p:nvPr/>
        </p:nvGraphicFramePr>
        <p:xfrm>
          <a:off x="5131725" y="243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51575"/>
                <a:gridCol w="351575"/>
                <a:gridCol w="351575"/>
                <a:gridCol w="351575"/>
                <a:gridCol w="351575"/>
                <a:gridCol w="351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99" name="Google Shape;3699;p166"/>
          <p:cNvSpPr txBox="1"/>
          <p:nvPr/>
        </p:nvSpPr>
        <p:spPr>
          <a:xfrm>
            <a:off x="5035794" y="2029975"/>
            <a:ext cx="1083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Indegree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0" name="Google Shape;3700;p166"/>
          <p:cNvSpPr txBox="1"/>
          <p:nvPr/>
        </p:nvSpPr>
        <p:spPr>
          <a:xfrm>
            <a:off x="4919375" y="2757325"/>
            <a:ext cx="242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1      2       3      4      5       6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01" name="Google Shape;3701;p166"/>
          <p:cNvGraphicFramePr/>
          <p:nvPr/>
        </p:nvGraphicFramePr>
        <p:xfrm>
          <a:off x="5132413" y="34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496600"/>
              </a:tblGrid>
              <a:tr h="30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702" name="Google Shape;3702;p166"/>
          <p:cNvSpPr txBox="1"/>
          <p:nvPr/>
        </p:nvSpPr>
        <p:spPr>
          <a:xfrm>
            <a:off x="5088125" y="3727775"/>
            <a:ext cx="1118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3" name="Google Shape;3703;p166"/>
          <p:cNvSpPr/>
          <p:nvPr/>
        </p:nvSpPr>
        <p:spPr>
          <a:xfrm>
            <a:off x="3671325" y="2394975"/>
            <a:ext cx="503400" cy="47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4" name="Google Shape;3704;p166"/>
          <p:cNvSpPr txBox="1"/>
          <p:nvPr/>
        </p:nvSpPr>
        <p:spPr>
          <a:xfrm>
            <a:off x="5088125" y="4306200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Topological Ordering: 5 6 1 3 4 2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8" name="Shape 3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9" name="Google Shape;3709;p167"/>
          <p:cNvSpPr txBox="1"/>
          <p:nvPr>
            <p:ph type="title"/>
          </p:nvPr>
        </p:nvSpPr>
        <p:spPr>
          <a:xfrm>
            <a:off x="770025" y="762375"/>
            <a:ext cx="4911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Connected Components</a:t>
            </a:r>
            <a:endParaRPr/>
          </a:p>
        </p:txBody>
      </p:sp>
      <p:pic>
        <p:nvPicPr>
          <p:cNvPr id="3710" name="Google Shape;3710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7850" y="1534800"/>
            <a:ext cx="4706999" cy="289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4" name="Shape 3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5" name="Google Shape;3715;p168"/>
          <p:cNvSpPr txBox="1"/>
          <p:nvPr>
            <p:ph type="title"/>
          </p:nvPr>
        </p:nvSpPr>
        <p:spPr>
          <a:xfrm>
            <a:off x="770025" y="762375"/>
            <a:ext cx="4911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Connected Components</a:t>
            </a:r>
            <a:endParaRPr/>
          </a:p>
        </p:txBody>
      </p:sp>
      <p:pic>
        <p:nvPicPr>
          <p:cNvPr id="3716" name="Google Shape;3716;p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025" y="1721725"/>
            <a:ext cx="7298100" cy="220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0" name="Shape 3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1" name="Google Shape;3721;p169"/>
          <p:cNvSpPr txBox="1"/>
          <p:nvPr>
            <p:ph type="title"/>
          </p:nvPr>
        </p:nvSpPr>
        <p:spPr>
          <a:xfrm>
            <a:off x="770025" y="732475"/>
            <a:ext cx="6414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Strongly Connected Components</a:t>
            </a:r>
            <a:endParaRPr/>
          </a:p>
        </p:txBody>
      </p:sp>
      <p:sp>
        <p:nvSpPr>
          <p:cNvPr id="3722" name="Google Shape;3722;p169"/>
          <p:cNvSpPr txBox="1"/>
          <p:nvPr/>
        </p:nvSpPr>
        <p:spPr>
          <a:xfrm>
            <a:off x="770025" y="1480250"/>
            <a:ext cx="729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component is called a Strongly Connected Component(SCC) only if for every possible pair of vertices (u, v) inside that component, u is reachable from v and v is reachable from u.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3" name="Google Shape;3723;p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550" y="2290875"/>
            <a:ext cx="371475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4" name="Google Shape;3724;p169"/>
          <p:cNvSpPr txBox="1"/>
          <p:nvPr/>
        </p:nvSpPr>
        <p:spPr>
          <a:xfrm>
            <a:off x="5367775" y="2455350"/>
            <a:ext cx="3222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graph, [0, 1, 2] is a strongly connected component. Here, we can reach from 0 to 1 and vice versa, 1 to 2 and vice versa and 2 to 0 and vice versa.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8" name="Shape 3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9" name="Google Shape;3729;p170"/>
          <p:cNvSpPr txBox="1"/>
          <p:nvPr>
            <p:ph type="title"/>
          </p:nvPr>
        </p:nvSpPr>
        <p:spPr>
          <a:xfrm>
            <a:off x="770025" y="732475"/>
            <a:ext cx="6414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Strongly Connected Components</a:t>
            </a:r>
            <a:endParaRPr/>
          </a:p>
        </p:txBody>
      </p:sp>
      <p:sp>
        <p:nvSpPr>
          <p:cNvPr id="3730" name="Google Shape;3730;p170"/>
          <p:cNvSpPr txBox="1"/>
          <p:nvPr/>
        </p:nvSpPr>
        <p:spPr>
          <a:xfrm>
            <a:off x="770025" y="1480250"/>
            <a:ext cx="729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Similarly, in this graph, there are 4 strongly connected components, [0, 1, 2], [3], [4, 5, 6] and 7.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1" name="Google Shape;3731;p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550" y="2290875"/>
            <a:ext cx="371475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2" name="Google Shape;3732;p170"/>
          <p:cNvSpPr txBox="1"/>
          <p:nvPr/>
        </p:nvSpPr>
        <p:spPr>
          <a:xfrm>
            <a:off x="5367775" y="2455350"/>
            <a:ext cx="322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6" name="Shape 3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" name="Google Shape;3737;p171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3738" name="Google Shape;3738;p171"/>
          <p:cNvSpPr/>
          <p:nvPr/>
        </p:nvSpPr>
        <p:spPr>
          <a:xfrm>
            <a:off x="747600" y="30355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9" name="Google Shape;3739;p171"/>
          <p:cNvSpPr/>
          <p:nvPr/>
        </p:nvSpPr>
        <p:spPr>
          <a:xfrm>
            <a:off x="1416580" y="3049676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0" name="Google Shape;3740;p171"/>
          <p:cNvSpPr/>
          <p:nvPr/>
        </p:nvSpPr>
        <p:spPr>
          <a:xfrm>
            <a:off x="1128103" y="239611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1" name="Google Shape;3741;p171"/>
          <p:cNvSpPr/>
          <p:nvPr/>
        </p:nvSpPr>
        <p:spPr>
          <a:xfrm>
            <a:off x="2149903" y="3049676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2" name="Google Shape;3742;p171"/>
          <p:cNvSpPr/>
          <p:nvPr/>
        </p:nvSpPr>
        <p:spPr>
          <a:xfrm>
            <a:off x="3005355" y="3049676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3" name="Google Shape;3743;p171"/>
          <p:cNvSpPr/>
          <p:nvPr/>
        </p:nvSpPr>
        <p:spPr>
          <a:xfrm>
            <a:off x="3738774" y="3074176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4" name="Google Shape;3744;p171"/>
          <p:cNvSpPr/>
          <p:nvPr/>
        </p:nvSpPr>
        <p:spPr>
          <a:xfrm>
            <a:off x="3733028" y="2369775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5" name="Google Shape;3745;p171"/>
          <p:cNvSpPr/>
          <p:nvPr/>
        </p:nvSpPr>
        <p:spPr>
          <a:xfrm>
            <a:off x="3005355" y="2369775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6" name="Google Shape;3746;p171"/>
          <p:cNvCxnSpPr>
            <a:stCxn id="3738" idx="6"/>
            <a:endCxn id="3739" idx="2"/>
          </p:cNvCxnSpPr>
          <p:nvPr/>
        </p:nvCxnSpPr>
        <p:spPr>
          <a:xfrm>
            <a:off x="1128000" y="3231714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47" name="Google Shape;3747;p171"/>
          <p:cNvCxnSpPr>
            <a:stCxn id="3739" idx="6"/>
            <a:endCxn id="3741" idx="2"/>
          </p:cNvCxnSpPr>
          <p:nvPr/>
        </p:nvCxnSpPr>
        <p:spPr>
          <a:xfrm>
            <a:off x="1796980" y="3245876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48" name="Google Shape;3748;p171"/>
          <p:cNvCxnSpPr>
            <a:stCxn id="3741" idx="6"/>
            <a:endCxn id="3742" idx="2"/>
          </p:cNvCxnSpPr>
          <p:nvPr/>
        </p:nvCxnSpPr>
        <p:spPr>
          <a:xfrm>
            <a:off x="2530303" y="3245876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49" name="Google Shape;3749;p171"/>
          <p:cNvCxnSpPr>
            <a:stCxn id="3745" idx="4"/>
            <a:endCxn id="3742" idx="0"/>
          </p:cNvCxnSpPr>
          <p:nvPr/>
        </p:nvCxnSpPr>
        <p:spPr>
          <a:xfrm>
            <a:off x="3195555" y="2762175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50" name="Google Shape;3750;p171"/>
          <p:cNvCxnSpPr>
            <a:stCxn id="3745" idx="6"/>
            <a:endCxn id="3744" idx="2"/>
          </p:cNvCxnSpPr>
          <p:nvPr/>
        </p:nvCxnSpPr>
        <p:spPr>
          <a:xfrm>
            <a:off x="3385755" y="2565975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51" name="Google Shape;3751;p171"/>
          <p:cNvCxnSpPr>
            <a:stCxn id="3744" idx="4"/>
            <a:endCxn id="3743" idx="0"/>
          </p:cNvCxnSpPr>
          <p:nvPr/>
        </p:nvCxnSpPr>
        <p:spPr>
          <a:xfrm>
            <a:off x="3923228" y="2762175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52" name="Google Shape;3752;p171"/>
          <p:cNvCxnSpPr>
            <a:stCxn id="3744" idx="3"/>
            <a:endCxn id="3742" idx="7"/>
          </p:cNvCxnSpPr>
          <p:nvPr/>
        </p:nvCxnSpPr>
        <p:spPr>
          <a:xfrm flipH="1">
            <a:off x="3330037" y="2704709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53" name="Google Shape;3753;p171"/>
          <p:cNvCxnSpPr>
            <a:stCxn id="3743" idx="2"/>
            <a:endCxn id="3742" idx="6"/>
          </p:cNvCxnSpPr>
          <p:nvPr/>
        </p:nvCxnSpPr>
        <p:spPr>
          <a:xfrm rot="10800000">
            <a:off x="3385674" y="3245776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54" name="Google Shape;3754;p171"/>
          <p:cNvCxnSpPr>
            <a:stCxn id="3740" idx="5"/>
            <a:endCxn id="3739" idx="0"/>
          </p:cNvCxnSpPr>
          <p:nvPr/>
        </p:nvCxnSpPr>
        <p:spPr>
          <a:xfrm>
            <a:off x="1452795" y="2731046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55" name="Google Shape;3755;p171"/>
          <p:cNvCxnSpPr>
            <a:stCxn id="3740" idx="3"/>
            <a:endCxn id="3738" idx="0"/>
          </p:cNvCxnSpPr>
          <p:nvPr/>
        </p:nvCxnSpPr>
        <p:spPr>
          <a:xfrm flipH="1">
            <a:off x="937812" y="2731046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756" name="Google Shape;3756;p171"/>
          <p:cNvSpPr/>
          <p:nvPr/>
        </p:nvSpPr>
        <p:spPr>
          <a:xfrm>
            <a:off x="4784425" y="30618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7" name="Google Shape;3757;p171"/>
          <p:cNvSpPr/>
          <p:nvPr/>
        </p:nvSpPr>
        <p:spPr>
          <a:xfrm>
            <a:off x="5453405" y="307600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8" name="Google Shape;3758;p171"/>
          <p:cNvSpPr/>
          <p:nvPr/>
        </p:nvSpPr>
        <p:spPr>
          <a:xfrm>
            <a:off x="5164928" y="2422436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9" name="Google Shape;3759;p171"/>
          <p:cNvSpPr/>
          <p:nvPr/>
        </p:nvSpPr>
        <p:spPr>
          <a:xfrm>
            <a:off x="6186728" y="307600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0" name="Google Shape;3760;p171"/>
          <p:cNvSpPr/>
          <p:nvPr/>
        </p:nvSpPr>
        <p:spPr>
          <a:xfrm>
            <a:off x="7042180" y="307600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1" name="Google Shape;3761;p171"/>
          <p:cNvSpPr/>
          <p:nvPr/>
        </p:nvSpPr>
        <p:spPr>
          <a:xfrm>
            <a:off x="7775599" y="3100501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2" name="Google Shape;3762;p171"/>
          <p:cNvSpPr/>
          <p:nvPr/>
        </p:nvSpPr>
        <p:spPr>
          <a:xfrm>
            <a:off x="7769853" y="2396100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3" name="Google Shape;3763;p171"/>
          <p:cNvSpPr/>
          <p:nvPr/>
        </p:nvSpPr>
        <p:spPr>
          <a:xfrm>
            <a:off x="7042180" y="2396100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4" name="Google Shape;3764;p171"/>
          <p:cNvCxnSpPr>
            <a:stCxn id="3756" idx="6"/>
            <a:endCxn id="3757" idx="2"/>
          </p:cNvCxnSpPr>
          <p:nvPr/>
        </p:nvCxnSpPr>
        <p:spPr>
          <a:xfrm>
            <a:off x="5164825" y="3258039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65" name="Google Shape;3765;p171"/>
          <p:cNvCxnSpPr>
            <a:stCxn id="3757" idx="6"/>
            <a:endCxn id="3759" idx="2"/>
          </p:cNvCxnSpPr>
          <p:nvPr/>
        </p:nvCxnSpPr>
        <p:spPr>
          <a:xfrm>
            <a:off x="5833805" y="3272201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66" name="Google Shape;3766;p171"/>
          <p:cNvCxnSpPr>
            <a:stCxn id="3759" idx="6"/>
            <a:endCxn id="3760" idx="2"/>
          </p:cNvCxnSpPr>
          <p:nvPr/>
        </p:nvCxnSpPr>
        <p:spPr>
          <a:xfrm>
            <a:off x="6567128" y="3272201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67" name="Google Shape;3767;p171"/>
          <p:cNvCxnSpPr>
            <a:stCxn id="3763" idx="4"/>
            <a:endCxn id="3760" idx="0"/>
          </p:cNvCxnSpPr>
          <p:nvPr/>
        </p:nvCxnSpPr>
        <p:spPr>
          <a:xfrm>
            <a:off x="7232380" y="2788500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68" name="Google Shape;3768;p171"/>
          <p:cNvCxnSpPr>
            <a:stCxn id="3763" idx="6"/>
            <a:endCxn id="3762" idx="2"/>
          </p:cNvCxnSpPr>
          <p:nvPr/>
        </p:nvCxnSpPr>
        <p:spPr>
          <a:xfrm>
            <a:off x="7422580" y="2592300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69" name="Google Shape;3769;p171"/>
          <p:cNvCxnSpPr>
            <a:stCxn id="3762" idx="4"/>
            <a:endCxn id="3761" idx="0"/>
          </p:cNvCxnSpPr>
          <p:nvPr/>
        </p:nvCxnSpPr>
        <p:spPr>
          <a:xfrm>
            <a:off x="7960053" y="2788500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70" name="Google Shape;3770;p171"/>
          <p:cNvCxnSpPr>
            <a:stCxn id="3762" idx="3"/>
            <a:endCxn id="3760" idx="7"/>
          </p:cNvCxnSpPr>
          <p:nvPr/>
        </p:nvCxnSpPr>
        <p:spPr>
          <a:xfrm flipH="1">
            <a:off x="7366862" y="2731034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71" name="Google Shape;3771;p171"/>
          <p:cNvCxnSpPr>
            <a:stCxn id="3761" idx="2"/>
            <a:endCxn id="3760" idx="6"/>
          </p:cNvCxnSpPr>
          <p:nvPr/>
        </p:nvCxnSpPr>
        <p:spPr>
          <a:xfrm rot="10800000">
            <a:off x="7422499" y="3272101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72" name="Google Shape;3772;p171"/>
          <p:cNvCxnSpPr>
            <a:stCxn id="3758" idx="5"/>
            <a:endCxn id="3757" idx="0"/>
          </p:cNvCxnSpPr>
          <p:nvPr/>
        </p:nvCxnSpPr>
        <p:spPr>
          <a:xfrm>
            <a:off x="5489620" y="2757371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73" name="Google Shape;3773;p171"/>
          <p:cNvCxnSpPr>
            <a:stCxn id="3758" idx="3"/>
            <a:endCxn id="3756" idx="0"/>
          </p:cNvCxnSpPr>
          <p:nvPr/>
        </p:nvCxnSpPr>
        <p:spPr>
          <a:xfrm flipH="1">
            <a:off x="4974637" y="2757371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774" name="Google Shape;3774;p171"/>
          <p:cNvSpPr txBox="1"/>
          <p:nvPr/>
        </p:nvSpPr>
        <p:spPr>
          <a:xfrm>
            <a:off x="646200" y="1552700"/>
            <a:ext cx="533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Initially, transpose the given graph i.e. edge (u, v) becomes (v, u).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5" name="Google Shape;3775;p171"/>
          <p:cNvSpPr/>
          <p:nvPr/>
        </p:nvSpPr>
        <p:spPr>
          <a:xfrm>
            <a:off x="4167847" y="2758875"/>
            <a:ext cx="618000" cy="31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69C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9" name="Shape 3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0" name="Google Shape;3780;p172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3781" name="Google Shape;3781;p172"/>
          <p:cNvSpPr/>
          <p:nvPr/>
        </p:nvSpPr>
        <p:spPr>
          <a:xfrm>
            <a:off x="747600" y="2675927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2" name="Google Shape;3782;p172"/>
          <p:cNvSpPr/>
          <p:nvPr/>
        </p:nvSpPr>
        <p:spPr>
          <a:xfrm>
            <a:off x="1416580" y="26900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3" name="Google Shape;3783;p172"/>
          <p:cNvSpPr/>
          <p:nvPr/>
        </p:nvSpPr>
        <p:spPr>
          <a:xfrm>
            <a:off x="1128103" y="203652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4" name="Google Shape;3784;p172"/>
          <p:cNvSpPr/>
          <p:nvPr/>
        </p:nvSpPr>
        <p:spPr>
          <a:xfrm>
            <a:off x="2149903" y="26900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5" name="Google Shape;3785;p172"/>
          <p:cNvSpPr/>
          <p:nvPr/>
        </p:nvSpPr>
        <p:spPr>
          <a:xfrm>
            <a:off x="3005355" y="269008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6" name="Google Shape;3786;p172"/>
          <p:cNvSpPr/>
          <p:nvPr/>
        </p:nvSpPr>
        <p:spPr>
          <a:xfrm>
            <a:off x="3738774" y="271458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7" name="Google Shape;3787;p172"/>
          <p:cNvSpPr/>
          <p:nvPr/>
        </p:nvSpPr>
        <p:spPr>
          <a:xfrm>
            <a:off x="3733028" y="20101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8" name="Google Shape;3788;p172"/>
          <p:cNvSpPr/>
          <p:nvPr/>
        </p:nvSpPr>
        <p:spPr>
          <a:xfrm>
            <a:off x="3005355" y="20101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9" name="Google Shape;3789;p172"/>
          <p:cNvCxnSpPr>
            <a:stCxn id="3781" idx="6"/>
            <a:endCxn id="3782" idx="2"/>
          </p:cNvCxnSpPr>
          <p:nvPr/>
        </p:nvCxnSpPr>
        <p:spPr>
          <a:xfrm>
            <a:off x="1128000" y="287212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90" name="Google Shape;3790;p172"/>
          <p:cNvCxnSpPr>
            <a:stCxn id="3782" idx="6"/>
            <a:endCxn id="3784" idx="2"/>
          </p:cNvCxnSpPr>
          <p:nvPr/>
        </p:nvCxnSpPr>
        <p:spPr>
          <a:xfrm>
            <a:off x="1796980" y="288628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91" name="Google Shape;3791;p172"/>
          <p:cNvCxnSpPr>
            <a:stCxn id="3784" idx="6"/>
            <a:endCxn id="3785" idx="2"/>
          </p:cNvCxnSpPr>
          <p:nvPr/>
        </p:nvCxnSpPr>
        <p:spPr>
          <a:xfrm>
            <a:off x="2530303" y="288628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92" name="Google Shape;3792;p172"/>
          <p:cNvCxnSpPr>
            <a:stCxn id="3788" idx="4"/>
            <a:endCxn id="3785" idx="0"/>
          </p:cNvCxnSpPr>
          <p:nvPr/>
        </p:nvCxnSpPr>
        <p:spPr>
          <a:xfrm>
            <a:off x="3195555" y="240258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93" name="Google Shape;3793;p172"/>
          <p:cNvCxnSpPr>
            <a:stCxn id="3788" idx="6"/>
            <a:endCxn id="3787" idx="2"/>
          </p:cNvCxnSpPr>
          <p:nvPr/>
        </p:nvCxnSpPr>
        <p:spPr>
          <a:xfrm>
            <a:off x="3385755" y="220638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94" name="Google Shape;3794;p172"/>
          <p:cNvCxnSpPr>
            <a:stCxn id="3787" idx="4"/>
            <a:endCxn id="3786" idx="0"/>
          </p:cNvCxnSpPr>
          <p:nvPr/>
        </p:nvCxnSpPr>
        <p:spPr>
          <a:xfrm>
            <a:off x="3923228" y="240258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95" name="Google Shape;3795;p172"/>
          <p:cNvCxnSpPr>
            <a:stCxn id="3787" idx="3"/>
            <a:endCxn id="3785" idx="7"/>
          </p:cNvCxnSpPr>
          <p:nvPr/>
        </p:nvCxnSpPr>
        <p:spPr>
          <a:xfrm flipH="1">
            <a:off x="3330037" y="234512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96" name="Google Shape;3796;p172"/>
          <p:cNvCxnSpPr>
            <a:stCxn id="3786" idx="2"/>
            <a:endCxn id="3785" idx="6"/>
          </p:cNvCxnSpPr>
          <p:nvPr/>
        </p:nvCxnSpPr>
        <p:spPr>
          <a:xfrm rot="10800000">
            <a:off x="3385674" y="288618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97" name="Google Shape;3797;p172"/>
          <p:cNvCxnSpPr>
            <a:stCxn id="3783" idx="5"/>
            <a:endCxn id="3782" idx="0"/>
          </p:cNvCxnSpPr>
          <p:nvPr/>
        </p:nvCxnSpPr>
        <p:spPr>
          <a:xfrm>
            <a:off x="1452795" y="2371458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98" name="Google Shape;3798;p172"/>
          <p:cNvCxnSpPr>
            <a:stCxn id="3783" idx="3"/>
            <a:endCxn id="3781" idx="0"/>
          </p:cNvCxnSpPr>
          <p:nvPr/>
        </p:nvCxnSpPr>
        <p:spPr>
          <a:xfrm flipH="1">
            <a:off x="937812" y="237145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799" name="Google Shape;3799;p172"/>
          <p:cNvSpPr/>
          <p:nvPr/>
        </p:nvSpPr>
        <p:spPr>
          <a:xfrm>
            <a:off x="4784425" y="270225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0" name="Google Shape;3800;p172"/>
          <p:cNvSpPr/>
          <p:nvPr/>
        </p:nvSpPr>
        <p:spPr>
          <a:xfrm>
            <a:off x="5453405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1" name="Google Shape;3801;p172"/>
          <p:cNvSpPr/>
          <p:nvPr/>
        </p:nvSpPr>
        <p:spPr>
          <a:xfrm>
            <a:off x="5164928" y="206284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2" name="Google Shape;3802;p172"/>
          <p:cNvSpPr/>
          <p:nvPr/>
        </p:nvSpPr>
        <p:spPr>
          <a:xfrm>
            <a:off x="6186728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3" name="Google Shape;3803;p172"/>
          <p:cNvSpPr/>
          <p:nvPr/>
        </p:nvSpPr>
        <p:spPr>
          <a:xfrm>
            <a:off x="7042180" y="27164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4" name="Google Shape;3804;p172"/>
          <p:cNvSpPr/>
          <p:nvPr/>
        </p:nvSpPr>
        <p:spPr>
          <a:xfrm>
            <a:off x="7775599" y="27409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5" name="Google Shape;3805;p172"/>
          <p:cNvSpPr/>
          <p:nvPr/>
        </p:nvSpPr>
        <p:spPr>
          <a:xfrm>
            <a:off x="7769853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6" name="Google Shape;3806;p172"/>
          <p:cNvSpPr/>
          <p:nvPr/>
        </p:nvSpPr>
        <p:spPr>
          <a:xfrm>
            <a:off x="7042180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7" name="Google Shape;3807;p172"/>
          <p:cNvCxnSpPr>
            <a:stCxn id="3799" idx="6"/>
            <a:endCxn id="3800" idx="2"/>
          </p:cNvCxnSpPr>
          <p:nvPr/>
        </p:nvCxnSpPr>
        <p:spPr>
          <a:xfrm>
            <a:off x="5164825" y="28984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08" name="Google Shape;3808;p172"/>
          <p:cNvCxnSpPr>
            <a:stCxn id="3800" idx="6"/>
            <a:endCxn id="3802" idx="2"/>
          </p:cNvCxnSpPr>
          <p:nvPr/>
        </p:nvCxnSpPr>
        <p:spPr>
          <a:xfrm>
            <a:off x="5833805" y="291261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09" name="Google Shape;3809;p172"/>
          <p:cNvCxnSpPr>
            <a:stCxn id="3802" idx="6"/>
            <a:endCxn id="3803" idx="2"/>
          </p:cNvCxnSpPr>
          <p:nvPr/>
        </p:nvCxnSpPr>
        <p:spPr>
          <a:xfrm>
            <a:off x="6567128" y="291261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10" name="Google Shape;3810;p172"/>
          <p:cNvCxnSpPr>
            <a:stCxn id="3806" idx="4"/>
            <a:endCxn id="3803" idx="0"/>
          </p:cNvCxnSpPr>
          <p:nvPr/>
        </p:nvCxnSpPr>
        <p:spPr>
          <a:xfrm>
            <a:off x="7232380" y="242891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11" name="Google Shape;3811;p172"/>
          <p:cNvCxnSpPr>
            <a:stCxn id="3806" idx="6"/>
            <a:endCxn id="3805" idx="2"/>
          </p:cNvCxnSpPr>
          <p:nvPr/>
        </p:nvCxnSpPr>
        <p:spPr>
          <a:xfrm>
            <a:off x="7422580" y="223271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12" name="Google Shape;3812;p172"/>
          <p:cNvCxnSpPr>
            <a:stCxn id="3805" idx="4"/>
            <a:endCxn id="3804" idx="0"/>
          </p:cNvCxnSpPr>
          <p:nvPr/>
        </p:nvCxnSpPr>
        <p:spPr>
          <a:xfrm>
            <a:off x="7960053" y="2428913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13" name="Google Shape;3813;p172"/>
          <p:cNvCxnSpPr>
            <a:stCxn id="3805" idx="3"/>
            <a:endCxn id="3803" idx="7"/>
          </p:cNvCxnSpPr>
          <p:nvPr/>
        </p:nvCxnSpPr>
        <p:spPr>
          <a:xfrm flipH="1">
            <a:off x="7366862" y="23714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14" name="Google Shape;3814;p172"/>
          <p:cNvCxnSpPr>
            <a:stCxn id="3804" idx="2"/>
            <a:endCxn id="3803" idx="6"/>
          </p:cNvCxnSpPr>
          <p:nvPr/>
        </p:nvCxnSpPr>
        <p:spPr>
          <a:xfrm rot="10800000">
            <a:off x="7422499" y="2912514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15" name="Google Shape;3815;p172"/>
          <p:cNvCxnSpPr>
            <a:stCxn id="3801" idx="5"/>
            <a:endCxn id="3800" idx="0"/>
          </p:cNvCxnSpPr>
          <p:nvPr/>
        </p:nvCxnSpPr>
        <p:spPr>
          <a:xfrm>
            <a:off x="5489620" y="239778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16" name="Google Shape;3816;p172"/>
          <p:cNvCxnSpPr>
            <a:stCxn id="3801" idx="3"/>
            <a:endCxn id="3799" idx="0"/>
          </p:cNvCxnSpPr>
          <p:nvPr/>
        </p:nvCxnSpPr>
        <p:spPr>
          <a:xfrm flipH="1">
            <a:off x="4974637" y="239778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17" name="Google Shape;3817;p172"/>
          <p:cNvSpPr txBox="1"/>
          <p:nvPr/>
        </p:nvSpPr>
        <p:spPr>
          <a:xfrm>
            <a:off x="563975" y="1440150"/>
            <a:ext cx="562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18" name="Google Shape;3818;p172"/>
          <p:cNvGraphicFramePr/>
          <p:nvPr/>
        </p:nvGraphicFramePr>
        <p:xfrm>
          <a:off x="809038" y="40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19" name="Google Shape;3819;p172"/>
          <p:cNvSpPr txBox="1"/>
          <p:nvPr/>
        </p:nvSpPr>
        <p:spPr>
          <a:xfrm>
            <a:off x="713875" y="4400325"/>
            <a:ext cx="795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0" name="Google Shape;3820;p172"/>
          <p:cNvSpPr txBox="1"/>
          <p:nvPr/>
        </p:nvSpPr>
        <p:spPr>
          <a:xfrm>
            <a:off x="-424062" y="2937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21" name="Google Shape;3821;p172"/>
          <p:cNvGraphicFramePr/>
          <p:nvPr/>
        </p:nvGraphicFramePr>
        <p:xfrm>
          <a:off x="809038" y="33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22" name="Google Shape;3822;p172"/>
          <p:cNvSpPr txBox="1"/>
          <p:nvPr/>
        </p:nvSpPr>
        <p:spPr>
          <a:xfrm>
            <a:off x="695538" y="2997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3" name="Google Shape;3823;p172"/>
          <p:cNvSpPr txBox="1"/>
          <p:nvPr/>
        </p:nvSpPr>
        <p:spPr>
          <a:xfrm>
            <a:off x="794263" y="3638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24" name="Google Shape;3824;p172"/>
          <p:cNvGraphicFramePr/>
          <p:nvPr/>
        </p:nvGraphicFramePr>
        <p:xfrm>
          <a:off x="4785300" y="40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25" name="Google Shape;3825;p172"/>
          <p:cNvSpPr txBox="1"/>
          <p:nvPr/>
        </p:nvSpPr>
        <p:spPr>
          <a:xfrm>
            <a:off x="4690150" y="4430525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</a:t>
            </a: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6" name="Google Shape;3826;p172"/>
          <p:cNvSpPr txBox="1"/>
          <p:nvPr/>
        </p:nvSpPr>
        <p:spPr>
          <a:xfrm>
            <a:off x="3552200" y="29673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27" name="Google Shape;3827;p172"/>
          <p:cNvGraphicFramePr/>
          <p:nvPr/>
        </p:nvGraphicFramePr>
        <p:xfrm>
          <a:off x="4785300" y="338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28" name="Google Shape;3828;p172"/>
          <p:cNvSpPr txBox="1"/>
          <p:nvPr/>
        </p:nvSpPr>
        <p:spPr>
          <a:xfrm>
            <a:off x="4671800" y="30280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9" name="Google Shape;3829;p172"/>
          <p:cNvSpPr txBox="1"/>
          <p:nvPr/>
        </p:nvSpPr>
        <p:spPr>
          <a:xfrm>
            <a:off x="4770525" y="36682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3" name="Shape 3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4" name="Google Shape;3834;p173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3835" name="Google Shape;3835;p173"/>
          <p:cNvSpPr/>
          <p:nvPr/>
        </p:nvSpPr>
        <p:spPr>
          <a:xfrm>
            <a:off x="747600" y="267592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6" name="Google Shape;3836;p173"/>
          <p:cNvSpPr/>
          <p:nvPr/>
        </p:nvSpPr>
        <p:spPr>
          <a:xfrm>
            <a:off x="1416580" y="26900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7" name="Google Shape;3837;p173"/>
          <p:cNvSpPr/>
          <p:nvPr/>
        </p:nvSpPr>
        <p:spPr>
          <a:xfrm>
            <a:off x="1128103" y="203652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8" name="Google Shape;3838;p173"/>
          <p:cNvSpPr/>
          <p:nvPr/>
        </p:nvSpPr>
        <p:spPr>
          <a:xfrm>
            <a:off x="2149903" y="26900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9" name="Google Shape;3839;p173"/>
          <p:cNvSpPr/>
          <p:nvPr/>
        </p:nvSpPr>
        <p:spPr>
          <a:xfrm>
            <a:off x="3005355" y="269008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0" name="Google Shape;3840;p173"/>
          <p:cNvSpPr/>
          <p:nvPr/>
        </p:nvSpPr>
        <p:spPr>
          <a:xfrm>
            <a:off x="3738774" y="271458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1" name="Google Shape;3841;p173"/>
          <p:cNvSpPr/>
          <p:nvPr/>
        </p:nvSpPr>
        <p:spPr>
          <a:xfrm>
            <a:off x="3733028" y="20101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2" name="Google Shape;3842;p173"/>
          <p:cNvSpPr/>
          <p:nvPr/>
        </p:nvSpPr>
        <p:spPr>
          <a:xfrm>
            <a:off x="3005355" y="20101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43" name="Google Shape;3843;p173"/>
          <p:cNvCxnSpPr>
            <a:stCxn id="3835" idx="6"/>
            <a:endCxn id="3836" idx="2"/>
          </p:cNvCxnSpPr>
          <p:nvPr/>
        </p:nvCxnSpPr>
        <p:spPr>
          <a:xfrm>
            <a:off x="1128000" y="287212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44" name="Google Shape;3844;p173"/>
          <p:cNvCxnSpPr>
            <a:stCxn id="3836" idx="6"/>
            <a:endCxn id="3838" idx="2"/>
          </p:cNvCxnSpPr>
          <p:nvPr/>
        </p:nvCxnSpPr>
        <p:spPr>
          <a:xfrm>
            <a:off x="1796980" y="288628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45" name="Google Shape;3845;p173"/>
          <p:cNvCxnSpPr>
            <a:stCxn id="3838" idx="6"/>
            <a:endCxn id="3839" idx="2"/>
          </p:cNvCxnSpPr>
          <p:nvPr/>
        </p:nvCxnSpPr>
        <p:spPr>
          <a:xfrm>
            <a:off x="2530303" y="288628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46" name="Google Shape;3846;p173"/>
          <p:cNvCxnSpPr>
            <a:stCxn id="3842" idx="4"/>
            <a:endCxn id="3839" idx="0"/>
          </p:cNvCxnSpPr>
          <p:nvPr/>
        </p:nvCxnSpPr>
        <p:spPr>
          <a:xfrm>
            <a:off x="3195555" y="240258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47" name="Google Shape;3847;p173"/>
          <p:cNvCxnSpPr>
            <a:stCxn id="3842" idx="6"/>
            <a:endCxn id="3841" idx="2"/>
          </p:cNvCxnSpPr>
          <p:nvPr/>
        </p:nvCxnSpPr>
        <p:spPr>
          <a:xfrm>
            <a:off x="3385755" y="220638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48" name="Google Shape;3848;p173"/>
          <p:cNvCxnSpPr>
            <a:stCxn id="3841" idx="4"/>
            <a:endCxn id="3840" idx="0"/>
          </p:cNvCxnSpPr>
          <p:nvPr/>
        </p:nvCxnSpPr>
        <p:spPr>
          <a:xfrm>
            <a:off x="3923228" y="240258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49" name="Google Shape;3849;p173"/>
          <p:cNvCxnSpPr>
            <a:stCxn id="3841" idx="3"/>
            <a:endCxn id="3839" idx="7"/>
          </p:cNvCxnSpPr>
          <p:nvPr/>
        </p:nvCxnSpPr>
        <p:spPr>
          <a:xfrm flipH="1">
            <a:off x="3330037" y="234512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50" name="Google Shape;3850;p173"/>
          <p:cNvCxnSpPr>
            <a:stCxn id="3840" idx="2"/>
            <a:endCxn id="3839" idx="6"/>
          </p:cNvCxnSpPr>
          <p:nvPr/>
        </p:nvCxnSpPr>
        <p:spPr>
          <a:xfrm rot="10800000">
            <a:off x="3385674" y="288618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51" name="Google Shape;3851;p173"/>
          <p:cNvCxnSpPr>
            <a:stCxn id="3837" idx="5"/>
            <a:endCxn id="3836" idx="0"/>
          </p:cNvCxnSpPr>
          <p:nvPr/>
        </p:nvCxnSpPr>
        <p:spPr>
          <a:xfrm>
            <a:off x="1452795" y="2371458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52" name="Google Shape;3852;p173"/>
          <p:cNvCxnSpPr>
            <a:stCxn id="3837" idx="3"/>
            <a:endCxn id="3835" idx="0"/>
          </p:cNvCxnSpPr>
          <p:nvPr/>
        </p:nvCxnSpPr>
        <p:spPr>
          <a:xfrm flipH="1">
            <a:off x="937812" y="237145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853" name="Google Shape;3853;p173"/>
          <p:cNvSpPr/>
          <p:nvPr/>
        </p:nvSpPr>
        <p:spPr>
          <a:xfrm>
            <a:off x="4784425" y="270225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4" name="Google Shape;3854;p173"/>
          <p:cNvSpPr/>
          <p:nvPr/>
        </p:nvSpPr>
        <p:spPr>
          <a:xfrm>
            <a:off x="5453405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5" name="Google Shape;3855;p173"/>
          <p:cNvSpPr/>
          <p:nvPr/>
        </p:nvSpPr>
        <p:spPr>
          <a:xfrm>
            <a:off x="5164928" y="206284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6" name="Google Shape;3856;p173"/>
          <p:cNvSpPr/>
          <p:nvPr/>
        </p:nvSpPr>
        <p:spPr>
          <a:xfrm>
            <a:off x="6186728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7" name="Google Shape;3857;p173"/>
          <p:cNvSpPr/>
          <p:nvPr/>
        </p:nvSpPr>
        <p:spPr>
          <a:xfrm>
            <a:off x="7042180" y="27164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8" name="Google Shape;3858;p173"/>
          <p:cNvSpPr/>
          <p:nvPr/>
        </p:nvSpPr>
        <p:spPr>
          <a:xfrm>
            <a:off x="7775599" y="27409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9" name="Google Shape;3859;p173"/>
          <p:cNvSpPr/>
          <p:nvPr/>
        </p:nvSpPr>
        <p:spPr>
          <a:xfrm>
            <a:off x="7769853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0" name="Google Shape;3860;p173"/>
          <p:cNvSpPr/>
          <p:nvPr/>
        </p:nvSpPr>
        <p:spPr>
          <a:xfrm>
            <a:off x="7042180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1" name="Google Shape;3861;p173"/>
          <p:cNvCxnSpPr>
            <a:stCxn id="3853" idx="6"/>
            <a:endCxn id="3854" idx="2"/>
          </p:cNvCxnSpPr>
          <p:nvPr/>
        </p:nvCxnSpPr>
        <p:spPr>
          <a:xfrm>
            <a:off x="5164825" y="28984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62" name="Google Shape;3862;p173"/>
          <p:cNvCxnSpPr>
            <a:stCxn id="3854" idx="6"/>
            <a:endCxn id="3856" idx="2"/>
          </p:cNvCxnSpPr>
          <p:nvPr/>
        </p:nvCxnSpPr>
        <p:spPr>
          <a:xfrm>
            <a:off x="5833805" y="291261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63" name="Google Shape;3863;p173"/>
          <p:cNvCxnSpPr>
            <a:stCxn id="3856" idx="6"/>
            <a:endCxn id="3857" idx="2"/>
          </p:cNvCxnSpPr>
          <p:nvPr/>
        </p:nvCxnSpPr>
        <p:spPr>
          <a:xfrm>
            <a:off x="6567128" y="291261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64" name="Google Shape;3864;p173"/>
          <p:cNvCxnSpPr>
            <a:stCxn id="3860" idx="4"/>
            <a:endCxn id="3857" idx="0"/>
          </p:cNvCxnSpPr>
          <p:nvPr/>
        </p:nvCxnSpPr>
        <p:spPr>
          <a:xfrm>
            <a:off x="7232380" y="242891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65" name="Google Shape;3865;p173"/>
          <p:cNvCxnSpPr>
            <a:stCxn id="3860" idx="6"/>
            <a:endCxn id="3859" idx="2"/>
          </p:cNvCxnSpPr>
          <p:nvPr/>
        </p:nvCxnSpPr>
        <p:spPr>
          <a:xfrm>
            <a:off x="7422580" y="223271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66" name="Google Shape;3866;p173"/>
          <p:cNvCxnSpPr>
            <a:stCxn id="3859" idx="4"/>
            <a:endCxn id="3858" idx="0"/>
          </p:cNvCxnSpPr>
          <p:nvPr/>
        </p:nvCxnSpPr>
        <p:spPr>
          <a:xfrm>
            <a:off x="7960053" y="2428913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67" name="Google Shape;3867;p173"/>
          <p:cNvCxnSpPr>
            <a:stCxn id="3859" idx="3"/>
            <a:endCxn id="3857" idx="7"/>
          </p:cNvCxnSpPr>
          <p:nvPr/>
        </p:nvCxnSpPr>
        <p:spPr>
          <a:xfrm flipH="1">
            <a:off x="7366862" y="23714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68" name="Google Shape;3868;p173"/>
          <p:cNvCxnSpPr>
            <a:stCxn id="3858" idx="2"/>
            <a:endCxn id="3857" idx="6"/>
          </p:cNvCxnSpPr>
          <p:nvPr/>
        </p:nvCxnSpPr>
        <p:spPr>
          <a:xfrm rot="10800000">
            <a:off x="7422499" y="2912514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69" name="Google Shape;3869;p173"/>
          <p:cNvCxnSpPr>
            <a:stCxn id="3855" idx="5"/>
            <a:endCxn id="3854" idx="0"/>
          </p:cNvCxnSpPr>
          <p:nvPr/>
        </p:nvCxnSpPr>
        <p:spPr>
          <a:xfrm>
            <a:off x="5489620" y="239778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70" name="Google Shape;3870;p173"/>
          <p:cNvCxnSpPr>
            <a:stCxn id="3855" idx="3"/>
            <a:endCxn id="3853" idx="0"/>
          </p:cNvCxnSpPr>
          <p:nvPr/>
        </p:nvCxnSpPr>
        <p:spPr>
          <a:xfrm flipH="1">
            <a:off x="4974637" y="239778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71" name="Google Shape;3871;p173"/>
          <p:cNvSpPr txBox="1"/>
          <p:nvPr/>
        </p:nvSpPr>
        <p:spPr>
          <a:xfrm>
            <a:off x="563975" y="1440150"/>
            <a:ext cx="562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72" name="Google Shape;3872;p173"/>
          <p:cNvGraphicFramePr/>
          <p:nvPr/>
        </p:nvGraphicFramePr>
        <p:xfrm>
          <a:off x="809038" y="40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73" name="Google Shape;3873;p173"/>
          <p:cNvSpPr txBox="1"/>
          <p:nvPr/>
        </p:nvSpPr>
        <p:spPr>
          <a:xfrm>
            <a:off x="713875" y="4400325"/>
            <a:ext cx="795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4" name="Google Shape;3874;p173"/>
          <p:cNvSpPr txBox="1"/>
          <p:nvPr/>
        </p:nvSpPr>
        <p:spPr>
          <a:xfrm>
            <a:off x="-424062" y="2937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75" name="Google Shape;3875;p173"/>
          <p:cNvGraphicFramePr/>
          <p:nvPr/>
        </p:nvGraphicFramePr>
        <p:xfrm>
          <a:off x="809038" y="33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76" name="Google Shape;3876;p173"/>
          <p:cNvSpPr txBox="1"/>
          <p:nvPr/>
        </p:nvSpPr>
        <p:spPr>
          <a:xfrm>
            <a:off x="695538" y="2997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7" name="Google Shape;3877;p173"/>
          <p:cNvSpPr txBox="1"/>
          <p:nvPr/>
        </p:nvSpPr>
        <p:spPr>
          <a:xfrm>
            <a:off x="794263" y="3638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78" name="Google Shape;3878;p173"/>
          <p:cNvGraphicFramePr/>
          <p:nvPr/>
        </p:nvGraphicFramePr>
        <p:xfrm>
          <a:off x="4785300" y="40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79" name="Google Shape;3879;p173"/>
          <p:cNvSpPr txBox="1"/>
          <p:nvPr/>
        </p:nvSpPr>
        <p:spPr>
          <a:xfrm>
            <a:off x="4690150" y="4430525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0" name="Google Shape;3880;p173"/>
          <p:cNvSpPr txBox="1"/>
          <p:nvPr/>
        </p:nvSpPr>
        <p:spPr>
          <a:xfrm>
            <a:off x="3552200" y="29673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81" name="Google Shape;3881;p173"/>
          <p:cNvGraphicFramePr/>
          <p:nvPr/>
        </p:nvGraphicFramePr>
        <p:xfrm>
          <a:off x="4785300" y="338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82" name="Google Shape;3882;p173"/>
          <p:cNvSpPr txBox="1"/>
          <p:nvPr/>
        </p:nvSpPr>
        <p:spPr>
          <a:xfrm>
            <a:off x="4671800" y="30280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3" name="Google Shape;3883;p173"/>
          <p:cNvSpPr txBox="1"/>
          <p:nvPr/>
        </p:nvSpPr>
        <p:spPr>
          <a:xfrm>
            <a:off x="4770525" y="36682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7" name="Shape 3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8" name="Google Shape;3888;p174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3889" name="Google Shape;3889;p174"/>
          <p:cNvSpPr/>
          <p:nvPr/>
        </p:nvSpPr>
        <p:spPr>
          <a:xfrm>
            <a:off x="747600" y="267592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0" name="Google Shape;3890;p174"/>
          <p:cNvSpPr/>
          <p:nvPr/>
        </p:nvSpPr>
        <p:spPr>
          <a:xfrm>
            <a:off x="1416580" y="26900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1" name="Google Shape;3891;p174"/>
          <p:cNvSpPr/>
          <p:nvPr/>
        </p:nvSpPr>
        <p:spPr>
          <a:xfrm>
            <a:off x="1128103" y="203652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2" name="Google Shape;3892;p174"/>
          <p:cNvSpPr/>
          <p:nvPr/>
        </p:nvSpPr>
        <p:spPr>
          <a:xfrm>
            <a:off x="2149903" y="26900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3" name="Google Shape;3893;p174"/>
          <p:cNvSpPr/>
          <p:nvPr/>
        </p:nvSpPr>
        <p:spPr>
          <a:xfrm>
            <a:off x="3005355" y="269008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4" name="Google Shape;3894;p174"/>
          <p:cNvSpPr/>
          <p:nvPr/>
        </p:nvSpPr>
        <p:spPr>
          <a:xfrm>
            <a:off x="3738774" y="271458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5" name="Google Shape;3895;p174"/>
          <p:cNvSpPr/>
          <p:nvPr/>
        </p:nvSpPr>
        <p:spPr>
          <a:xfrm>
            <a:off x="3733028" y="20101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6" name="Google Shape;3896;p174"/>
          <p:cNvSpPr/>
          <p:nvPr/>
        </p:nvSpPr>
        <p:spPr>
          <a:xfrm>
            <a:off x="3005355" y="20101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7" name="Google Shape;3897;p174"/>
          <p:cNvCxnSpPr>
            <a:stCxn id="3889" idx="6"/>
            <a:endCxn id="3890" idx="2"/>
          </p:cNvCxnSpPr>
          <p:nvPr/>
        </p:nvCxnSpPr>
        <p:spPr>
          <a:xfrm>
            <a:off x="1128000" y="287212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98" name="Google Shape;3898;p174"/>
          <p:cNvCxnSpPr>
            <a:stCxn id="3890" idx="6"/>
            <a:endCxn id="3892" idx="2"/>
          </p:cNvCxnSpPr>
          <p:nvPr/>
        </p:nvCxnSpPr>
        <p:spPr>
          <a:xfrm>
            <a:off x="1796980" y="288628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99" name="Google Shape;3899;p174"/>
          <p:cNvCxnSpPr>
            <a:stCxn id="3892" idx="6"/>
            <a:endCxn id="3893" idx="2"/>
          </p:cNvCxnSpPr>
          <p:nvPr/>
        </p:nvCxnSpPr>
        <p:spPr>
          <a:xfrm>
            <a:off x="2530303" y="288628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00" name="Google Shape;3900;p174"/>
          <p:cNvCxnSpPr>
            <a:stCxn id="3896" idx="4"/>
            <a:endCxn id="3893" idx="0"/>
          </p:cNvCxnSpPr>
          <p:nvPr/>
        </p:nvCxnSpPr>
        <p:spPr>
          <a:xfrm>
            <a:off x="3195555" y="240258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01" name="Google Shape;3901;p174"/>
          <p:cNvCxnSpPr>
            <a:stCxn id="3896" idx="6"/>
            <a:endCxn id="3895" idx="2"/>
          </p:cNvCxnSpPr>
          <p:nvPr/>
        </p:nvCxnSpPr>
        <p:spPr>
          <a:xfrm>
            <a:off x="3385755" y="220638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02" name="Google Shape;3902;p174"/>
          <p:cNvCxnSpPr>
            <a:stCxn id="3895" idx="4"/>
            <a:endCxn id="3894" idx="0"/>
          </p:cNvCxnSpPr>
          <p:nvPr/>
        </p:nvCxnSpPr>
        <p:spPr>
          <a:xfrm>
            <a:off x="3923228" y="240258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03" name="Google Shape;3903;p174"/>
          <p:cNvCxnSpPr>
            <a:stCxn id="3895" idx="3"/>
            <a:endCxn id="3893" idx="7"/>
          </p:cNvCxnSpPr>
          <p:nvPr/>
        </p:nvCxnSpPr>
        <p:spPr>
          <a:xfrm flipH="1">
            <a:off x="3330037" y="234512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04" name="Google Shape;3904;p174"/>
          <p:cNvCxnSpPr>
            <a:stCxn id="3894" idx="2"/>
            <a:endCxn id="3893" idx="6"/>
          </p:cNvCxnSpPr>
          <p:nvPr/>
        </p:nvCxnSpPr>
        <p:spPr>
          <a:xfrm rot="10800000">
            <a:off x="3385674" y="288618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05" name="Google Shape;3905;p174"/>
          <p:cNvCxnSpPr>
            <a:stCxn id="3891" idx="5"/>
            <a:endCxn id="3890" idx="0"/>
          </p:cNvCxnSpPr>
          <p:nvPr/>
        </p:nvCxnSpPr>
        <p:spPr>
          <a:xfrm>
            <a:off x="1452795" y="2371458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06" name="Google Shape;3906;p174"/>
          <p:cNvCxnSpPr>
            <a:stCxn id="3891" idx="3"/>
            <a:endCxn id="3889" idx="0"/>
          </p:cNvCxnSpPr>
          <p:nvPr/>
        </p:nvCxnSpPr>
        <p:spPr>
          <a:xfrm flipH="1">
            <a:off x="937812" y="2371458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907" name="Google Shape;3907;p174"/>
          <p:cNvSpPr/>
          <p:nvPr/>
        </p:nvSpPr>
        <p:spPr>
          <a:xfrm>
            <a:off x="4784425" y="270225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8" name="Google Shape;3908;p174"/>
          <p:cNvSpPr/>
          <p:nvPr/>
        </p:nvSpPr>
        <p:spPr>
          <a:xfrm>
            <a:off x="5453405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9" name="Google Shape;3909;p174"/>
          <p:cNvSpPr/>
          <p:nvPr/>
        </p:nvSpPr>
        <p:spPr>
          <a:xfrm>
            <a:off x="5164928" y="206284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0" name="Google Shape;3910;p174"/>
          <p:cNvSpPr/>
          <p:nvPr/>
        </p:nvSpPr>
        <p:spPr>
          <a:xfrm>
            <a:off x="6186728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1" name="Google Shape;3911;p174"/>
          <p:cNvSpPr/>
          <p:nvPr/>
        </p:nvSpPr>
        <p:spPr>
          <a:xfrm>
            <a:off x="7042180" y="27164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2" name="Google Shape;3912;p174"/>
          <p:cNvSpPr/>
          <p:nvPr/>
        </p:nvSpPr>
        <p:spPr>
          <a:xfrm>
            <a:off x="7775599" y="27409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3" name="Google Shape;3913;p174"/>
          <p:cNvSpPr/>
          <p:nvPr/>
        </p:nvSpPr>
        <p:spPr>
          <a:xfrm>
            <a:off x="7769853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4" name="Google Shape;3914;p174"/>
          <p:cNvSpPr/>
          <p:nvPr/>
        </p:nvSpPr>
        <p:spPr>
          <a:xfrm>
            <a:off x="7042180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5" name="Google Shape;3915;p174"/>
          <p:cNvCxnSpPr>
            <a:stCxn id="3907" idx="6"/>
            <a:endCxn id="3908" idx="2"/>
          </p:cNvCxnSpPr>
          <p:nvPr/>
        </p:nvCxnSpPr>
        <p:spPr>
          <a:xfrm>
            <a:off x="5164825" y="28984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16" name="Google Shape;3916;p174"/>
          <p:cNvCxnSpPr>
            <a:stCxn id="3908" idx="6"/>
            <a:endCxn id="3910" idx="2"/>
          </p:cNvCxnSpPr>
          <p:nvPr/>
        </p:nvCxnSpPr>
        <p:spPr>
          <a:xfrm>
            <a:off x="5833805" y="291261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17" name="Google Shape;3917;p174"/>
          <p:cNvCxnSpPr>
            <a:stCxn id="3910" idx="6"/>
            <a:endCxn id="3911" idx="2"/>
          </p:cNvCxnSpPr>
          <p:nvPr/>
        </p:nvCxnSpPr>
        <p:spPr>
          <a:xfrm>
            <a:off x="6567128" y="291261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18" name="Google Shape;3918;p174"/>
          <p:cNvCxnSpPr>
            <a:stCxn id="3914" idx="4"/>
            <a:endCxn id="3911" idx="0"/>
          </p:cNvCxnSpPr>
          <p:nvPr/>
        </p:nvCxnSpPr>
        <p:spPr>
          <a:xfrm>
            <a:off x="7232380" y="242891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19" name="Google Shape;3919;p174"/>
          <p:cNvCxnSpPr>
            <a:stCxn id="3914" idx="6"/>
            <a:endCxn id="3913" idx="2"/>
          </p:cNvCxnSpPr>
          <p:nvPr/>
        </p:nvCxnSpPr>
        <p:spPr>
          <a:xfrm>
            <a:off x="7422580" y="223271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20" name="Google Shape;3920;p174"/>
          <p:cNvCxnSpPr>
            <a:stCxn id="3913" idx="4"/>
            <a:endCxn id="3912" idx="0"/>
          </p:cNvCxnSpPr>
          <p:nvPr/>
        </p:nvCxnSpPr>
        <p:spPr>
          <a:xfrm>
            <a:off x="7960053" y="2428913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21" name="Google Shape;3921;p174"/>
          <p:cNvCxnSpPr>
            <a:stCxn id="3913" idx="3"/>
            <a:endCxn id="3911" idx="7"/>
          </p:cNvCxnSpPr>
          <p:nvPr/>
        </p:nvCxnSpPr>
        <p:spPr>
          <a:xfrm flipH="1">
            <a:off x="7366862" y="23714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22" name="Google Shape;3922;p174"/>
          <p:cNvCxnSpPr>
            <a:stCxn id="3912" idx="2"/>
            <a:endCxn id="3911" idx="6"/>
          </p:cNvCxnSpPr>
          <p:nvPr/>
        </p:nvCxnSpPr>
        <p:spPr>
          <a:xfrm rot="10800000">
            <a:off x="7422499" y="2912514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23" name="Google Shape;3923;p174"/>
          <p:cNvCxnSpPr>
            <a:stCxn id="3909" idx="5"/>
            <a:endCxn id="3908" idx="0"/>
          </p:cNvCxnSpPr>
          <p:nvPr/>
        </p:nvCxnSpPr>
        <p:spPr>
          <a:xfrm>
            <a:off x="5489620" y="239778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24" name="Google Shape;3924;p174"/>
          <p:cNvCxnSpPr>
            <a:stCxn id="3909" idx="3"/>
            <a:endCxn id="3907" idx="0"/>
          </p:cNvCxnSpPr>
          <p:nvPr/>
        </p:nvCxnSpPr>
        <p:spPr>
          <a:xfrm flipH="1">
            <a:off x="4974637" y="239778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25" name="Google Shape;3925;p174"/>
          <p:cNvSpPr txBox="1"/>
          <p:nvPr/>
        </p:nvSpPr>
        <p:spPr>
          <a:xfrm>
            <a:off x="563975" y="1440150"/>
            <a:ext cx="562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26" name="Google Shape;3926;p174"/>
          <p:cNvGraphicFramePr/>
          <p:nvPr/>
        </p:nvGraphicFramePr>
        <p:xfrm>
          <a:off x="809038" y="40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27" name="Google Shape;3927;p174"/>
          <p:cNvSpPr txBox="1"/>
          <p:nvPr/>
        </p:nvSpPr>
        <p:spPr>
          <a:xfrm>
            <a:off x="713875" y="4400325"/>
            <a:ext cx="795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8" name="Google Shape;3928;p174"/>
          <p:cNvSpPr txBox="1"/>
          <p:nvPr/>
        </p:nvSpPr>
        <p:spPr>
          <a:xfrm>
            <a:off x="-424062" y="2937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29" name="Google Shape;3929;p174"/>
          <p:cNvGraphicFramePr/>
          <p:nvPr/>
        </p:nvGraphicFramePr>
        <p:xfrm>
          <a:off x="809038" y="33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30" name="Google Shape;3930;p174"/>
          <p:cNvSpPr txBox="1"/>
          <p:nvPr/>
        </p:nvSpPr>
        <p:spPr>
          <a:xfrm>
            <a:off x="695538" y="2997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1" name="Google Shape;3931;p174"/>
          <p:cNvSpPr txBox="1"/>
          <p:nvPr/>
        </p:nvSpPr>
        <p:spPr>
          <a:xfrm>
            <a:off x="794263" y="3638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32" name="Google Shape;3932;p174"/>
          <p:cNvGraphicFramePr/>
          <p:nvPr/>
        </p:nvGraphicFramePr>
        <p:xfrm>
          <a:off x="4785300" y="40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33" name="Google Shape;3933;p174"/>
          <p:cNvSpPr txBox="1"/>
          <p:nvPr/>
        </p:nvSpPr>
        <p:spPr>
          <a:xfrm>
            <a:off x="4690150" y="4430525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4" name="Google Shape;3934;p174"/>
          <p:cNvSpPr txBox="1"/>
          <p:nvPr/>
        </p:nvSpPr>
        <p:spPr>
          <a:xfrm>
            <a:off x="3552200" y="29673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35" name="Google Shape;3935;p174"/>
          <p:cNvGraphicFramePr/>
          <p:nvPr/>
        </p:nvGraphicFramePr>
        <p:xfrm>
          <a:off x="4785300" y="338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36" name="Google Shape;3936;p174"/>
          <p:cNvSpPr txBox="1"/>
          <p:nvPr/>
        </p:nvSpPr>
        <p:spPr>
          <a:xfrm>
            <a:off x="4671800" y="30280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7" name="Google Shape;3937;p174"/>
          <p:cNvSpPr txBox="1"/>
          <p:nvPr/>
        </p:nvSpPr>
        <p:spPr>
          <a:xfrm>
            <a:off x="4770525" y="36682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1" name="Shape 3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" name="Google Shape;3942;p175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3943" name="Google Shape;3943;p175"/>
          <p:cNvSpPr/>
          <p:nvPr/>
        </p:nvSpPr>
        <p:spPr>
          <a:xfrm>
            <a:off x="747600" y="267592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4" name="Google Shape;3944;p175"/>
          <p:cNvSpPr/>
          <p:nvPr/>
        </p:nvSpPr>
        <p:spPr>
          <a:xfrm>
            <a:off x="1416580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5" name="Google Shape;3945;p175"/>
          <p:cNvSpPr/>
          <p:nvPr/>
        </p:nvSpPr>
        <p:spPr>
          <a:xfrm>
            <a:off x="1128103" y="203652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6" name="Google Shape;3946;p175"/>
          <p:cNvSpPr/>
          <p:nvPr/>
        </p:nvSpPr>
        <p:spPr>
          <a:xfrm>
            <a:off x="2149903" y="26900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7" name="Google Shape;3947;p175"/>
          <p:cNvSpPr/>
          <p:nvPr/>
        </p:nvSpPr>
        <p:spPr>
          <a:xfrm>
            <a:off x="3005355" y="269008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8" name="Google Shape;3948;p175"/>
          <p:cNvSpPr/>
          <p:nvPr/>
        </p:nvSpPr>
        <p:spPr>
          <a:xfrm>
            <a:off x="3738774" y="271458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9" name="Google Shape;3949;p175"/>
          <p:cNvSpPr/>
          <p:nvPr/>
        </p:nvSpPr>
        <p:spPr>
          <a:xfrm>
            <a:off x="3733028" y="20101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0" name="Google Shape;3950;p175"/>
          <p:cNvSpPr/>
          <p:nvPr/>
        </p:nvSpPr>
        <p:spPr>
          <a:xfrm>
            <a:off x="3005355" y="20101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1" name="Google Shape;3951;p175"/>
          <p:cNvCxnSpPr>
            <a:stCxn id="3943" idx="6"/>
            <a:endCxn id="3944" idx="2"/>
          </p:cNvCxnSpPr>
          <p:nvPr/>
        </p:nvCxnSpPr>
        <p:spPr>
          <a:xfrm>
            <a:off x="1128000" y="287212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52" name="Google Shape;3952;p175"/>
          <p:cNvCxnSpPr>
            <a:stCxn id="3944" idx="6"/>
            <a:endCxn id="3946" idx="2"/>
          </p:cNvCxnSpPr>
          <p:nvPr/>
        </p:nvCxnSpPr>
        <p:spPr>
          <a:xfrm>
            <a:off x="1796980" y="288628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53" name="Google Shape;3953;p175"/>
          <p:cNvCxnSpPr>
            <a:stCxn id="3946" idx="6"/>
            <a:endCxn id="3947" idx="2"/>
          </p:cNvCxnSpPr>
          <p:nvPr/>
        </p:nvCxnSpPr>
        <p:spPr>
          <a:xfrm>
            <a:off x="2530303" y="288628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54" name="Google Shape;3954;p175"/>
          <p:cNvCxnSpPr>
            <a:stCxn id="3950" idx="4"/>
            <a:endCxn id="3947" idx="0"/>
          </p:cNvCxnSpPr>
          <p:nvPr/>
        </p:nvCxnSpPr>
        <p:spPr>
          <a:xfrm>
            <a:off x="3195555" y="240258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55" name="Google Shape;3955;p175"/>
          <p:cNvCxnSpPr>
            <a:stCxn id="3950" idx="6"/>
            <a:endCxn id="3949" idx="2"/>
          </p:cNvCxnSpPr>
          <p:nvPr/>
        </p:nvCxnSpPr>
        <p:spPr>
          <a:xfrm>
            <a:off x="3385755" y="220638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56" name="Google Shape;3956;p175"/>
          <p:cNvCxnSpPr>
            <a:stCxn id="3949" idx="4"/>
            <a:endCxn id="3948" idx="0"/>
          </p:cNvCxnSpPr>
          <p:nvPr/>
        </p:nvCxnSpPr>
        <p:spPr>
          <a:xfrm>
            <a:off x="3923228" y="240258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57" name="Google Shape;3957;p175"/>
          <p:cNvCxnSpPr>
            <a:stCxn id="3949" idx="3"/>
            <a:endCxn id="3947" idx="7"/>
          </p:cNvCxnSpPr>
          <p:nvPr/>
        </p:nvCxnSpPr>
        <p:spPr>
          <a:xfrm flipH="1">
            <a:off x="3330037" y="234512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58" name="Google Shape;3958;p175"/>
          <p:cNvCxnSpPr>
            <a:stCxn id="3948" idx="2"/>
            <a:endCxn id="3947" idx="6"/>
          </p:cNvCxnSpPr>
          <p:nvPr/>
        </p:nvCxnSpPr>
        <p:spPr>
          <a:xfrm rot="10800000">
            <a:off x="3385674" y="288618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59" name="Google Shape;3959;p175"/>
          <p:cNvCxnSpPr>
            <a:stCxn id="3945" idx="5"/>
            <a:endCxn id="3944" idx="0"/>
          </p:cNvCxnSpPr>
          <p:nvPr/>
        </p:nvCxnSpPr>
        <p:spPr>
          <a:xfrm>
            <a:off x="1452795" y="237145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60" name="Google Shape;3960;p175"/>
          <p:cNvCxnSpPr>
            <a:stCxn id="3945" idx="3"/>
            <a:endCxn id="3943" idx="0"/>
          </p:cNvCxnSpPr>
          <p:nvPr/>
        </p:nvCxnSpPr>
        <p:spPr>
          <a:xfrm flipH="1">
            <a:off x="937812" y="2371458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961" name="Google Shape;3961;p175"/>
          <p:cNvSpPr/>
          <p:nvPr/>
        </p:nvSpPr>
        <p:spPr>
          <a:xfrm>
            <a:off x="4784425" y="270225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2" name="Google Shape;3962;p175"/>
          <p:cNvSpPr/>
          <p:nvPr/>
        </p:nvSpPr>
        <p:spPr>
          <a:xfrm>
            <a:off x="5453405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3" name="Google Shape;3963;p175"/>
          <p:cNvSpPr/>
          <p:nvPr/>
        </p:nvSpPr>
        <p:spPr>
          <a:xfrm>
            <a:off x="5164928" y="206284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4" name="Google Shape;3964;p175"/>
          <p:cNvSpPr/>
          <p:nvPr/>
        </p:nvSpPr>
        <p:spPr>
          <a:xfrm>
            <a:off x="6186728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5" name="Google Shape;3965;p175"/>
          <p:cNvSpPr/>
          <p:nvPr/>
        </p:nvSpPr>
        <p:spPr>
          <a:xfrm>
            <a:off x="7042180" y="27164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6" name="Google Shape;3966;p175"/>
          <p:cNvSpPr/>
          <p:nvPr/>
        </p:nvSpPr>
        <p:spPr>
          <a:xfrm>
            <a:off x="7775599" y="27409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7" name="Google Shape;3967;p175"/>
          <p:cNvSpPr/>
          <p:nvPr/>
        </p:nvSpPr>
        <p:spPr>
          <a:xfrm>
            <a:off x="7769853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8" name="Google Shape;3968;p175"/>
          <p:cNvSpPr/>
          <p:nvPr/>
        </p:nvSpPr>
        <p:spPr>
          <a:xfrm>
            <a:off x="7042180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9" name="Google Shape;3969;p175"/>
          <p:cNvCxnSpPr>
            <a:stCxn id="3961" idx="6"/>
            <a:endCxn id="3962" idx="2"/>
          </p:cNvCxnSpPr>
          <p:nvPr/>
        </p:nvCxnSpPr>
        <p:spPr>
          <a:xfrm>
            <a:off x="5164825" y="28984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70" name="Google Shape;3970;p175"/>
          <p:cNvCxnSpPr>
            <a:stCxn id="3962" idx="6"/>
            <a:endCxn id="3964" idx="2"/>
          </p:cNvCxnSpPr>
          <p:nvPr/>
        </p:nvCxnSpPr>
        <p:spPr>
          <a:xfrm>
            <a:off x="5833805" y="291261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71" name="Google Shape;3971;p175"/>
          <p:cNvCxnSpPr>
            <a:stCxn id="3964" idx="6"/>
            <a:endCxn id="3965" idx="2"/>
          </p:cNvCxnSpPr>
          <p:nvPr/>
        </p:nvCxnSpPr>
        <p:spPr>
          <a:xfrm>
            <a:off x="6567128" y="291261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72" name="Google Shape;3972;p175"/>
          <p:cNvCxnSpPr>
            <a:stCxn id="3968" idx="4"/>
            <a:endCxn id="3965" idx="0"/>
          </p:cNvCxnSpPr>
          <p:nvPr/>
        </p:nvCxnSpPr>
        <p:spPr>
          <a:xfrm>
            <a:off x="7232380" y="242891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73" name="Google Shape;3973;p175"/>
          <p:cNvCxnSpPr>
            <a:stCxn id="3968" idx="6"/>
            <a:endCxn id="3967" idx="2"/>
          </p:cNvCxnSpPr>
          <p:nvPr/>
        </p:nvCxnSpPr>
        <p:spPr>
          <a:xfrm>
            <a:off x="7422580" y="223271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74" name="Google Shape;3974;p175"/>
          <p:cNvCxnSpPr>
            <a:stCxn id="3967" idx="4"/>
            <a:endCxn id="3966" idx="0"/>
          </p:cNvCxnSpPr>
          <p:nvPr/>
        </p:nvCxnSpPr>
        <p:spPr>
          <a:xfrm>
            <a:off x="7960053" y="2428913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75" name="Google Shape;3975;p175"/>
          <p:cNvCxnSpPr>
            <a:stCxn id="3967" idx="3"/>
            <a:endCxn id="3965" idx="7"/>
          </p:cNvCxnSpPr>
          <p:nvPr/>
        </p:nvCxnSpPr>
        <p:spPr>
          <a:xfrm flipH="1">
            <a:off x="7366862" y="23714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76" name="Google Shape;3976;p175"/>
          <p:cNvCxnSpPr>
            <a:stCxn id="3966" idx="2"/>
            <a:endCxn id="3965" idx="6"/>
          </p:cNvCxnSpPr>
          <p:nvPr/>
        </p:nvCxnSpPr>
        <p:spPr>
          <a:xfrm rot="10800000">
            <a:off x="7422499" y="2912514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77" name="Google Shape;3977;p175"/>
          <p:cNvCxnSpPr>
            <a:stCxn id="3963" idx="5"/>
            <a:endCxn id="3962" idx="0"/>
          </p:cNvCxnSpPr>
          <p:nvPr/>
        </p:nvCxnSpPr>
        <p:spPr>
          <a:xfrm>
            <a:off x="5489620" y="239778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978" name="Google Shape;3978;p175"/>
          <p:cNvCxnSpPr>
            <a:stCxn id="3963" idx="3"/>
            <a:endCxn id="3961" idx="0"/>
          </p:cNvCxnSpPr>
          <p:nvPr/>
        </p:nvCxnSpPr>
        <p:spPr>
          <a:xfrm flipH="1">
            <a:off x="4974637" y="239778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79" name="Google Shape;3979;p175"/>
          <p:cNvSpPr txBox="1"/>
          <p:nvPr/>
        </p:nvSpPr>
        <p:spPr>
          <a:xfrm>
            <a:off x="563975" y="1440150"/>
            <a:ext cx="562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80" name="Google Shape;3980;p175"/>
          <p:cNvGraphicFramePr/>
          <p:nvPr/>
        </p:nvGraphicFramePr>
        <p:xfrm>
          <a:off x="809038" y="40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0 1 2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81" name="Google Shape;3981;p175"/>
          <p:cNvSpPr txBox="1"/>
          <p:nvPr/>
        </p:nvSpPr>
        <p:spPr>
          <a:xfrm>
            <a:off x="713875" y="4400325"/>
            <a:ext cx="795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2" name="Google Shape;3982;p175"/>
          <p:cNvSpPr txBox="1"/>
          <p:nvPr/>
        </p:nvSpPr>
        <p:spPr>
          <a:xfrm>
            <a:off x="-424062" y="2937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83" name="Google Shape;3983;p175"/>
          <p:cNvGraphicFramePr/>
          <p:nvPr/>
        </p:nvGraphicFramePr>
        <p:xfrm>
          <a:off x="809038" y="33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84" name="Google Shape;3984;p175"/>
          <p:cNvSpPr txBox="1"/>
          <p:nvPr/>
        </p:nvSpPr>
        <p:spPr>
          <a:xfrm>
            <a:off x="695538" y="2997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5" name="Google Shape;3985;p175"/>
          <p:cNvSpPr txBox="1"/>
          <p:nvPr/>
        </p:nvSpPr>
        <p:spPr>
          <a:xfrm>
            <a:off x="794263" y="3638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86" name="Google Shape;3986;p175"/>
          <p:cNvGraphicFramePr/>
          <p:nvPr/>
        </p:nvGraphicFramePr>
        <p:xfrm>
          <a:off x="4785300" y="40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87" name="Google Shape;3987;p175"/>
          <p:cNvSpPr txBox="1"/>
          <p:nvPr/>
        </p:nvSpPr>
        <p:spPr>
          <a:xfrm>
            <a:off x="4690150" y="4430525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8" name="Google Shape;3988;p175"/>
          <p:cNvSpPr txBox="1"/>
          <p:nvPr/>
        </p:nvSpPr>
        <p:spPr>
          <a:xfrm>
            <a:off x="3552200" y="29673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89" name="Google Shape;3989;p175"/>
          <p:cNvGraphicFramePr/>
          <p:nvPr/>
        </p:nvGraphicFramePr>
        <p:xfrm>
          <a:off x="4785300" y="338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90" name="Google Shape;3990;p175"/>
          <p:cNvSpPr txBox="1"/>
          <p:nvPr/>
        </p:nvSpPr>
        <p:spPr>
          <a:xfrm>
            <a:off x="4671800" y="30280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1" name="Google Shape;3991;p175"/>
          <p:cNvSpPr txBox="1"/>
          <p:nvPr/>
        </p:nvSpPr>
        <p:spPr>
          <a:xfrm>
            <a:off x="4770525" y="36682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5" name="Shape 3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6" name="Google Shape;3996;p176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3997" name="Google Shape;3997;p176"/>
          <p:cNvSpPr/>
          <p:nvPr/>
        </p:nvSpPr>
        <p:spPr>
          <a:xfrm>
            <a:off x="747600" y="267592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8" name="Google Shape;3998;p176"/>
          <p:cNvSpPr/>
          <p:nvPr/>
        </p:nvSpPr>
        <p:spPr>
          <a:xfrm>
            <a:off x="1416580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9" name="Google Shape;3999;p176"/>
          <p:cNvSpPr/>
          <p:nvPr/>
        </p:nvSpPr>
        <p:spPr>
          <a:xfrm>
            <a:off x="1128103" y="203652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0" name="Google Shape;4000;p176"/>
          <p:cNvSpPr/>
          <p:nvPr/>
        </p:nvSpPr>
        <p:spPr>
          <a:xfrm>
            <a:off x="2149903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1" name="Google Shape;4001;p176"/>
          <p:cNvSpPr/>
          <p:nvPr/>
        </p:nvSpPr>
        <p:spPr>
          <a:xfrm>
            <a:off x="3005355" y="269008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2" name="Google Shape;4002;p176"/>
          <p:cNvSpPr/>
          <p:nvPr/>
        </p:nvSpPr>
        <p:spPr>
          <a:xfrm>
            <a:off x="3738774" y="271458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3" name="Google Shape;4003;p176"/>
          <p:cNvSpPr/>
          <p:nvPr/>
        </p:nvSpPr>
        <p:spPr>
          <a:xfrm>
            <a:off x="3733028" y="20101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4" name="Google Shape;4004;p176"/>
          <p:cNvSpPr/>
          <p:nvPr/>
        </p:nvSpPr>
        <p:spPr>
          <a:xfrm>
            <a:off x="3005355" y="20101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5" name="Google Shape;4005;p176"/>
          <p:cNvCxnSpPr>
            <a:stCxn id="3997" idx="6"/>
            <a:endCxn id="3998" idx="2"/>
          </p:cNvCxnSpPr>
          <p:nvPr/>
        </p:nvCxnSpPr>
        <p:spPr>
          <a:xfrm>
            <a:off x="1128000" y="287212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06" name="Google Shape;4006;p176"/>
          <p:cNvCxnSpPr>
            <a:stCxn id="3998" idx="6"/>
            <a:endCxn id="4000" idx="2"/>
          </p:cNvCxnSpPr>
          <p:nvPr/>
        </p:nvCxnSpPr>
        <p:spPr>
          <a:xfrm>
            <a:off x="1796980" y="2886288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07" name="Google Shape;4007;p176"/>
          <p:cNvCxnSpPr>
            <a:stCxn id="4000" idx="6"/>
            <a:endCxn id="4001" idx="2"/>
          </p:cNvCxnSpPr>
          <p:nvPr/>
        </p:nvCxnSpPr>
        <p:spPr>
          <a:xfrm>
            <a:off x="2530303" y="288628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08" name="Google Shape;4008;p176"/>
          <p:cNvCxnSpPr>
            <a:stCxn id="4004" idx="4"/>
            <a:endCxn id="4001" idx="0"/>
          </p:cNvCxnSpPr>
          <p:nvPr/>
        </p:nvCxnSpPr>
        <p:spPr>
          <a:xfrm>
            <a:off x="3195555" y="240258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09" name="Google Shape;4009;p176"/>
          <p:cNvCxnSpPr>
            <a:stCxn id="4004" idx="6"/>
            <a:endCxn id="4003" idx="2"/>
          </p:cNvCxnSpPr>
          <p:nvPr/>
        </p:nvCxnSpPr>
        <p:spPr>
          <a:xfrm>
            <a:off x="3385755" y="220638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10" name="Google Shape;4010;p176"/>
          <p:cNvCxnSpPr>
            <a:stCxn id="4003" idx="4"/>
            <a:endCxn id="4002" idx="0"/>
          </p:cNvCxnSpPr>
          <p:nvPr/>
        </p:nvCxnSpPr>
        <p:spPr>
          <a:xfrm>
            <a:off x="3923228" y="240258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11" name="Google Shape;4011;p176"/>
          <p:cNvCxnSpPr>
            <a:stCxn id="4003" idx="3"/>
            <a:endCxn id="4001" idx="7"/>
          </p:cNvCxnSpPr>
          <p:nvPr/>
        </p:nvCxnSpPr>
        <p:spPr>
          <a:xfrm flipH="1">
            <a:off x="3330037" y="234512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12" name="Google Shape;4012;p176"/>
          <p:cNvCxnSpPr>
            <a:stCxn id="4002" idx="2"/>
            <a:endCxn id="4001" idx="6"/>
          </p:cNvCxnSpPr>
          <p:nvPr/>
        </p:nvCxnSpPr>
        <p:spPr>
          <a:xfrm rot="10800000">
            <a:off x="3385674" y="288618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13" name="Google Shape;4013;p176"/>
          <p:cNvCxnSpPr>
            <a:stCxn id="3999" idx="5"/>
            <a:endCxn id="3998" idx="0"/>
          </p:cNvCxnSpPr>
          <p:nvPr/>
        </p:nvCxnSpPr>
        <p:spPr>
          <a:xfrm>
            <a:off x="1452795" y="237145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14" name="Google Shape;4014;p176"/>
          <p:cNvCxnSpPr>
            <a:stCxn id="3999" idx="3"/>
            <a:endCxn id="3997" idx="0"/>
          </p:cNvCxnSpPr>
          <p:nvPr/>
        </p:nvCxnSpPr>
        <p:spPr>
          <a:xfrm flipH="1">
            <a:off x="937812" y="2371458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015" name="Google Shape;4015;p176"/>
          <p:cNvSpPr/>
          <p:nvPr/>
        </p:nvSpPr>
        <p:spPr>
          <a:xfrm>
            <a:off x="4784425" y="270225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6" name="Google Shape;4016;p176"/>
          <p:cNvSpPr/>
          <p:nvPr/>
        </p:nvSpPr>
        <p:spPr>
          <a:xfrm>
            <a:off x="5453405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7" name="Google Shape;4017;p176"/>
          <p:cNvSpPr/>
          <p:nvPr/>
        </p:nvSpPr>
        <p:spPr>
          <a:xfrm>
            <a:off x="5164928" y="206284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8" name="Google Shape;4018;p176"/>
          <p:cNvSpPr/>
          <p:nvPr/>
        </p:nvSpPr>
        <p:spPr>
          <a:xfrm>
            <a:off x="6186728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9" name="Google Shape;4019;p176"/>
          <p:cNvSpPr/>
          <p:nvPr/>
        </p:nvSpPr>
        <p:spPr>
          <a:xfrm>
            <a:off x="7042180" y="27164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0" name="Google Shape;4020;p176"/>
          <p:cNvSpPr/>
          <p:nvPr/>
        </p:nvSpPr>
        <p:spPr>
          <a:xfrm>
            <a:off x="7775599" y="27409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1" name="Google Shape;4021;p176"/>
          <p:cNvSpPr/>
          <p:nvPr/>
        </p:nvSpPr>
        <p:spPr>
          <a:xfrm>
            <a:off x="7769853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2" name="Google Shape;4022;p176"/>
          <p:cNvSpPr/>
          <p:nvPr/>
        </p:nvSpPr>
        <p:spPr>
          <a:xfrm>
            <a:off x="7042180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23" name="Google Shape;4023;p176"/>
          <p:cNvCxnSpPr>
            <a:stCxn id="4015" idx="6"/>
            <a:endCxn id="4016" idx="2"/>
          </p:cNvCxnSpPr>
          <p:nvPr/>
        </p:nvCxnSpPr>
        <p:spPr>
          <a:xfrm>
            <a:off x="5164825" y="28984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24" name="Google Shape;4024;p176"/>
          <p:cNvCxnSpPr>
            <a:stCxn id="4016" idx="6"/>
            <a:endCxn id="4018" idx="2"/>
          </p:cNvCxnSpPr>
          <p:nvPr/>
        </p:nvCxnSpPr>
        <p:spPr>
          <a:xfrm>
            <a:off x="5833805" y="291261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25" name="Google Shape;4025;p176"/>
          <p:cNvCxnSpPr>
            <a:stCxn id="4018" idx="6"/>
            <a:endCxn id="4019" idx="2"/>
          </p:cNvCxnSpPr>
          <p:nvPr/>
        </p:nvCxnSpPr>
        <p:spPr>
          <a:xfrm>
            <a:off x="6567128" y="291261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26" name="Google Shape;4026;p176"/>
          <p:cNvCxnSpPr>
            <a:stCxn id="4022" idx="4"/>
            <a:endCxn id="4019" idx="0"/>
          </p:cNvCxnSpPr>
          <p:nvPr/>
        </p:nvCxnSpPr>
        <p:spPr>
          <a:xfrm>
            <a:off x="7232380" y="242891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27" name="Google Shape;4027;p176"/>
          <p:cNvCxnSpPr>
            <a:stCxn id="4022" idx="6"/>
            <a:endCxn id="4021" idx="2"/>
          </p:cNvCxnSpPr>
          <p:nvPr/>
        </p:nvCxnSpPr>
        <p:spPr>
          <a:xfrm>
            <a:off x="7422580" y="223271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28" name="Google Shape;4028;p176"/>
          <p:cNvCxnSpPr>
            <a:stCxn id="4021" idx="4"/>
            <a:endCxn id="4020" idx="0"/>
          </p:cNvCxnSpPr>
          <p:nvPr/>
        </p:nvCxnSpPr>
        <p:spPr>
          <a:xfrm>
            <a:off x="7960053" y="2428913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29" name="Google Shape;4029;p176"/>
          <p:cNvCxnSpPr>
            <a:stCxn id="4021" idx="3"/>
            <a:endCxn id="4019" idx="7"/>
          </p:cNvCxnSpPr>
          <p:nvPr/>
        </p:nvCxnSpPr>
        <p:spPr>
          <a:xfrm flipH="1">
            <a:off x="7366862" y="23714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30" name="Google Shape;4030;p176"/>
          <p:cNvCxnSpPr>
            <a:stCxn id="4020" idx="2"/>
            <a:endCxn id="4019" idx="6"/>
          </p:cNvCxnSpPr>
          <p:nvPr/>
        </p:nvCxnSpPr>
        <p:spPr>
          <a:xfrm rot="10800000">
            <a:off x="7422499" y="2912514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31" name="Google Shape;4031;p176"/>
          <p:cNvCxnSpPr>
            <a:stCxn id="4017" idx="5"/>
            <a:endCxn id="4016" idx="0"/>
          </p:cNvCxnSpPr>
          <p:nvPr/>
        </p:nvCxnSpPr>
        <p:spPr>
          <a:xfrm>
            <a:off x="5489620" y="239778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32" name="Google Shape;4032;p176"/>
          <p:cNvCxnSpPr>
            <a:stCxn id="4017" idx="3"/>
            <a:endCxn id="4015" idx="0"/>
          </p:cNvCxnSpPr>
          <p:nvPr/>
        </p:nvCxnSpPr>
        <p:spPr>
          <a:xfrm flipH="1">
            <a:off x="4974637" y="239778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33" name="Google Shape;4033;p176"/>
          <p:cNvSpPr txBox="1"/>
          <p:nvPr/>
        </p:nvSpPr>
        <p:spPr>
          <a:xfrm>
            <a:off x="563975" y="1440150"/>
            <a:ext cx="562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34" name="Google Shape;4034;p176"/>
          <p:cNvGraphicFramePr/>
          <p:nvPr/>
        </p:nvGraphicFramePr>
        <p:xfrm>
          <a:off x="809038" y="40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0 1 2 3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35" name="Google Shape;4035;p176"/>
          <p:cNvSpPr txBox="1"/>
          <p:nvPr/>
        </p:nvSpPr>
        <p:spPr>
          <a:xfrm>
            <a:off x="713875" y="4400325"/>
            <a:ext cx="795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6" name="Google Shape;4036;p176"/>
          <p:cNvSpPr txBox="1"/>
          <p:nvPr/>
        </p:nvSpPr>
        <p:spPr>
          <a:xfrm>
            <a:off x="-424062" y="2937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37" name="Google Shape;4037;p176"/>
          <p:cNvGraphicFramePr/>
          <p:nvPr/>
        </p:nvGraphicFramePr>
        <p:xfrm>
          <a:off x="809038" y="33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38" name="Google Shape;4038;p176"/>
          <p:cNvSpPr txBox="1"/>
          <p:nvPr/>
        </p:nvSpPr>
        <p:spPr>
          <a:xfrm>
            <a:off x="695538" y="2997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9" name="Google Shape;4039;p176"/>
          <p:cNvSpPr txBox="1"/>
          <p:nvPr/>
        </p:nvSpPr>
        <p:spPr>
          <a:xfrm>
            <a:off x="794263" y="3638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40" name="Google Shape;4040;p176"/>
          <p:cNvGraphicFramePr/>
          <p:nvPr/>
        </p:nvGraphicFramePr>
        <p:xfrm>
          <a:off x="4785300" y="40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41" name="Google Shape;4041;p176"/>
          <p:cNvSpPr txBox="1"/>
          <p:nvPr/>
        </p:nvSpPr>
        <p:spPr>
          <a:xfrm>
            <a:off x="4690150" y="4430525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2" name="Google Shape;4042;p176"/>
          <p:cNvSpPr txBox="1"/>
          <p:nvPr/>
        </p:nvSpPr>
        <p:spPr>
          <a:xfrm>
            <a:off x="3552200" y="29673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43" name="Google Shape;4043;p176"/>
          <p:cNvGraphicFramePr/>
          <p:nvPr/>
        </p:nvGraphicFramePr>
        <p:xfrm>
          <a:off x="4785300" y="338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44" name="Google Shape;4044;p176"/>
          <p:cNvSpPr txBox="1"/>
          <p:nvPr/>
        </p:nvSpPr>
        <p:spPr>
          <a:xfrm>
            <a:off x="4671800" y="30280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5" name="Google Shape;4045;p176"/>
          <p:cNvSpPr txBox="1"/>
          <p:nvPr/>
        </p:nvSpPr>
        <p:spPr>
          <a:xfrm>
            <a:off x="4770525" y="36682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9" name="Shape 4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0" name="Google Shape;4050;p177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051" name="Google Shape;4051;p177"/>
          <p:cNvSpPr/>
          <p:nvPr/>
        </p:nvSpPr>
        <p:spPr>
          <a:xfrm>
            <a:off x="747600" y="267592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2" name="Google Shape;4052;p177"/>
          <p:cNvSpPr/>
          <p:nvPr/>
        </p:nvSpPr>
        <p:spPr>
          <a:xfrm>
            <a:off x="1416580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3" name="Google Shape;4053;p177"/>
          <p:cNvSpPr/>
          <p:nvPr/>
        </p:nvSpPr>
        <p:spPr>
          <a:xfrm>
            <a:off x="1128103" y="203652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4" name="Google Shape;4054;p177"/>
          <p:cNvSpPr/>
          <p:nvPr/>
        </p:nvSpPr>
        <p:spPr>
          <a:xfrm>
            <a:off x="2149903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5" name="Google Shape;4055;p177"/>
          <p:cNvSpPr/>
          <p:nvPr/>
        </p:nvSpPr>
        <p:spPr>
          <a:xfrm>
            <a:off x="3005355" y="26900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6" name="Google Shape;4056;p177"/>
          <p:cNvSpPr/>
          <p:nvPr/>
        </p:nvSpPr>
        <p:spPr>
          <a:xfrm>
            <a:off x="3738774" y="271458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7" name="Google Shape;4057;p177"/>
          <p:cNvSpPr/>
          <p:nvPr/>
        </p:nvSpPr>
        <p:spPr>
          <a:xfrm>
            <a:off x="3733028" y="20101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8" name="Google Shape;4058;p177"/>
          <p:cNvSpPr/>
          <p:nvPr/>
        </p:nvSpPr>
        <p:spPr>
          <a:xfrm>
            <a:off x="3005355" y="20101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59" name="Google Shape;4059;p177"/>
          <p:cNvCxnSpPr>
            <a:stCxn id="4051" idx="6"/>
            <a:endCxn id="4052" idx="2"/>
          </p:cNvCxnSpPr>
          <p:nvPr/>
        </p:nvCxnSpPr>
        <p:spPr>
          <a:xfrm>
            <a:off x="1128000" y="287212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60" name="Google Shape;4060;p177"/>
          <p:cNvCxnSpPr>
            <a:stCxn id="4052" idx="6"/>
            <a:endCxn id="4054" idx="2"/>
          </p:cNvCxnSpPr>
          <p:nvPr/>
        </p:nvCxnSpPr>
        <p:spPr>
          <a:xfrm>
            <a:off x="1796980" y="2886288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61" name="Google Shape;4061;p177"/>
          <p:cNvCxnSpPr>
            <a:stCxn id="4054" idx="6"/>
            <a:endCxn id="4055" idx="2"/>
          </p:cNvCxnSpPr>
          <p:nvPr/>
        </p:nvCxnSpPr>
        <p:spPr>
          <a:xfrm>
            <a:off x="2530303" y="2886288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62" name="Google Shape;4062;p177"/>
          <p:cNvCxnSpPr>
            <a:stCxn id="4058" idx="4"/>
            <a:endCxn id="4055" idx="0"/>
          </p:cNvCxnSpPr>
          <p:nvPr/>
        </p:nvCxnSpPr>
        <p:spPr>
          <a:xfrm>
            <a:off x="3195555" y="240258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63" name="Google Shape;4063;p177"/>
          <p:cNvCxnSpPr>
            <a:stCxn id="4058" idx="6"/>
            <a:endCxn id="4057" idx="2"/>
          </p:cNvCxnSpPr>
          <p:nvPr/>
        </p:nvCxnSpPr>
        <p:spPr>
          <a:xfrm>
            <a:off x="3385755" y="220638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64" name="Google Shape;4064;p177"/>
          <p:cNvCxnSpPr>
            <a:stCxn id="4057" idx="4"/>
            <a:endCxn id="4056" idx="0"/>
          </p:cNvCxnSpPr>
          <p:nvPr/>
        </p:nvCxnSpPr>
        <p:spPr>
          <a:xfrm>
            <a:off x="3923228" y="240258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65" name="Google Shape;4065;p177"/>
          <p:cNvCxnSpPr>
            <a:stCxn id="4057" idx="3"/>
            <a:endCxn id="4055" idx="7"/>
          </p:cNvCxnSpPr>
          <p:nvPr/>
        </p:nvCxnSpPr>
        <p:spPr>
          <a:xfrm flipH="1">
            <a:off x="3330037" y="234512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66" name="Google Shape;4066;p177"/>
          <p:cNvCxnSpPr>
            <a:stCxn id="4056" idx="2"/>
            <a:endCxn id="4055" idx="6"/>
          </p:cNvCxnSpPr>
          <p:nvPr/>
        </p:nvCxnSpPr>
        <p:spPr>
          <a:xfrm rot="10800000">
            <a:off x="3385674" y="288618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67" name="Google Shape;4067;p177"/>
          <p:cNvCxnSpPr>
            <a:stCxn id="4053" idx="5"/>
            <a:endCxn id="4052" idx="0"/>
          </p:cNvCxnSpPr>
          <p:nvPr/>
        </p:nvCxnSpPr>
        <p:spPr>
          <a:xfrm>
            <a:off x="1452795" y="237145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68" name="Google Shape;4068;p177"/>
          <p:cNvCxnSpPr>
            <a:stCxn id="4053" idx="3"/>
            <a:endCxn id="4051" idx="0"/>
          </p:cNvCxnSpPr>
          <p:nvPr/>
        </p:nvCxnSpPr>
        <p:spPr>
          <a:xfrm flipH="1">
            <a:off x="937812" y="2371458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069" name="Google Shape;4069;p177"/>
          <p:cNvSpPr/>
          <p:nvPr/>
        </p:nvSpPr>
        <p:spPr>
          <a:xfrm>
            <a:off x="4784425" y="270225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0" name="Google Shape;4070;p177"/>
          <p:cNvSpPr/>
          <p:nvPr/>
        </p:nvSpPr>
        <p:spPr>
          <a:xfrm>
            <a:off x="5453405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1" name="Google Shape;4071;p177"/>
          <p:cNvSpPr/>
          <p:nvPr/>
        </p:nvSpPr>
        <p:spPr>
          <a:xfrm>
            <a:off x="5164928" y="206284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2" name="Google Shape;4072;p177"/>
          <p:cNvSpPr/>
          <p:nvPr/>
        </p:nvSpPr>
        <p:spPr>
          <a:xfrm>
            <a:off x="6186728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3" name="Google Shape;4073;p177"/>
          <p:cNvSpPr/>
          <p:nvPr/>
        </p:nvSpPr>
        <p:spPr>
          <a:xfrm>
            <a:off x="7042180" y="27164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4" name="Google Shape;4074;p177"/>
          <p:cNvSpPr/>
          <p:nvPr/>
        </p:nvSpPr>
        <p:spPr>
          <a:xfrm>
            <a:off x="7775599" y="27409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5" name="Google Shape;4075;p177"/>
          <p:cNvSpPr/>
          <p:nvPr/>
        </p:nvSpPr>
        <p:spPr>
          <a:xfrm>
            <a:off x="7769853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6" name="Google Shape;4076;p177"/>
          <p:cNvSpPr/>
          <p:nvPr/>
        </p:nvSpPr>
        <p:spPr>
          <a:xfrm>
            <a:off x="7042180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7" name="Google Shape;4077;p177"/>
          <p:cNvCxnSpPr>
            <a:stCxn id="4069" idx="6"/>
            <a:endCxn id="4070" idx="2"/>
          </p:cNvCxnSpPr>
          <p:nvPr/>
        </p:nvCxnSpPr>
        <p:spPr>
          <a:xfrm>
            <a:off x="5164825" y="28984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78" name="Google Shape;4078;p177"/>
          <p:cNvCxnSpPr>
            <a:stCxn id="4070" idx="6"/>
            <a:endCxn id="4072" idx="2"/>
          </p:cNvCxnSpPr>
          <p:nvPr/>
        </p:nvCxnSpPr>
        <p:spPr>
          <a:xfrm>
            <a:off x="5833805" y="291261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79" name="Google Shape;4079;p177"/>
          <p:cNvCxnSpPr>
            <a:stCxn id="4072" idx="6"/>
            <a:endCxn id="4073" idx="2"/>
          </p:cNvCxnSpPr>
          <p:nvPr/>
        </p:nvCxnSpPr>
        <p:spPr>
          <a:xfrm>
            <a:off x="6567128" y="291261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80" name="Google Shape;4080;p177"/>
          <p:cNvCxnSpPr>
            <a:stCxn id="4076" idx="4"/>
            <a:endCxn id="4073" idx="0"/>
          </p:cNvCxnSpPr>
          <p:nvPr/>
        </p:nvCxnSpPr>
        <p:spPr>
          <a:xfrm>
            <a:off x="7232380" y="242891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81" name="Google Shape;4081;p177"/>
          <p:cNvCxnSpPr>
            <a:stCxn id="4076" idx="6"/>
            <a:endCxn id="4075" idx="2"/>
          </p:cNvCxnSpPr>
          <p:nvPr/>
        </p:nvCxnSpPr>
        <p:spPr>
          <a:xfrm>
            <a:off x="7422580" y="223271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82" name="Google Shape;4082;p177"/>
          <p:cNvCxnSpPr>
            <a:stCxn id="4075" idx="4"/>
            <a:endCxn id="4074" idx="0"/>
          </p:cNvCxnSpPr>
          <p:nvPr/>
        </p:nvCxnSpPr>
        <p:spPr>
          <a:xfrm>
            <a:off x="7960053" y="2428913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83" name="Google Shape;4083;p177"/>
          <p:cNvCxnSpPr>
            <a:stCxn id="4075" idx="3"/>
            <a:endCxn id="4073" idx="7"/>
          </p:cNvCxnSpPr>
          <p:nvPr/>
        </p:nvCxnSpPr>
        <p:spPr>
          <a:xfrm flipH="1">
            <a:off x="7366862" y="23714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84" name="Google Shape;4084;p177"/>
          <p:cNvCxnSpPr>
            <a:stCxn id="4074" idx="2"/>
            <a:endCxn id="4073" idx="6"/>
          </p:cNvCxnSpPr>
          <p:nvPr/>
        </p:nvCxnSpPr>
        <p:spPr>
          <a:xfrm rot="10800000">
            <a:off x="7422499" y="2912514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85" name="Google Shape;4085;p177"/>
          <p:cNvCxnSpPr>
            <a:stCxn id="4071" idx="5"/>
            <a:endCxn id="4070" idx="0"/>
          </p:cNvCxnSpPr>
          <p:nvPr/>
        </p:nvCxnSpPr>
        <p:spPr>
          <a:xfrm>
            <a:off x="5489620" y="239778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086" name="Google Shape;4086;p177"/>
          <p:cNvCxnSpPr>
            <a:stCxn id="4071" idx="3"/>
            <a:endCxn id="4069" idx="0"/>
          </p:cNvCxnSpPr>
          <p:nvPr/>
        </p:nvCxnSpPr>
        <p:spPr>
          <a:xfrm flipH="1">
            <a:off x="4974637" y="239778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87" name="Google Shape;4087;p177"/>
          <p:cNvSpPr txBox="1"/>
          <p:nvPr/>
        </p:nvSpPr>
        <p:spPr>
          <a:xfrm>
            <a:off x="563975" y="1440150"/>
            <a:ext cx="562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88" name="Google Shape;4088;p177"/>
          <p:cNvGraphicFramePr/>
          <p:nvPr/>
        </p:nvGraphicFramePr>
        <p:xfrm>
          <a:off x="809038" y="40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0 1 2 3 4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89" name="Google Shape;4089;p177"/>
          <p:cNvSpPr txBox="1"/>
          <p:nvPr/>
        </p:nvSpPr>
        <p:spPr>
          <a:xfrm>
            <a:off x="713875" y="4400325"/>
            <a:ext cx="795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0" name="Google Shape;4090;p177"/>
          <p:cNvSpPr txBox="1"/>
          <p:nvPr/>
        </p:nvSpPr>
        <p:spPr>
          <a:xfrm>
            <a:off x="-424062" y="2937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91" name="Google Shape;4091;p177"/>
          <p:cNvGraphicFramePr/>
          <p:nvPr/>
        </p:nvGraphicFramePr>
        <p:xfrm>
          <a:off x="809038" y="33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92" name="Google Shape;4092;p177"/>
          <p:cNvSpPr txBox="1"/>
          <p:nvPr/>
        </p:nvSpPr>
        <p:spPr>
          <a:xfrm>
            <a:off x="695538" y="2997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3" name="Google Shape;4093;p177"/>
          <p:cNvSpPr txBox="1"/>
          <p:nvPr/>
        </p:nvSpPr>
        <p:spPr>
          <a:xfrm>
            <a:off x="794263" y="3638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94" name="Google Shape;4094;p177"/>
          <p:cNvGraphicFramePr/>
          <p:nvPr/>
        </p:nvGraphicFramePr>
        <p:xfrm>
          <a:off x="4785300" y="40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95" name="Google Shape;4095;p177"/>
          <p:cNvSpPr txBox="1"/>
          <p:nvPr/>
        </p:nvSpPr>
        <p:spPr>
          <a:xfrm>
            <a:off x="4690150" y="4430525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6" name="Google Shape;4096;p177"/>
          <p:cNvSpPr txBox="1"/>
          <p:nvPr/>
        </p:nvSpPr>
        <p:spPr>
          <a:xfrm>
            <a:off x="3552200" y="29673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97" name="Google Shape;4097;p177"/>
          <p:cNvGraphicFramePr/>
          <p:nvPr/>
        </p:nvGraphicFramePr>
        <p:xfrm>
          <a:off x="4785300" y="338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98" name="Google Shape;4098;p177"/>
          <p:cNvSpPr txBox="1"/>
          <p:nvPr/>
        </p:nvSpPr>
        <p:spPr>
          <a:xfrm>
            <a:off x="4671800" y="30280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9" name="Google Shape;4099;p177"/>
          <p:cNvSpPr txBox="1"/>
          <p:nvPr/>
        </p:nvSpPr>
        <p:spPr>
          <a:xfrm>
            <a:off x="4770525" y="36682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3" name="Shape 4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Google Shape;4104;p178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105" name="Google Shape;4105;p178"/>
          <p:cNvSpPr/>
          <p:nvPr/>
        </p:nvSpPr>
        <p:spPr>
          <a:xfrm>
            <a:off x="747600" y="267592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6" name="Google Shape;4106;p178"/>
          <p:cNvSpPr/>
          <p:nvPr/>
        </p:nvSpPr>
        <p:spPr>
          <a:xfrm>
            <a:off x="1416580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7" name="Google Shape;4107;p178"/>
          <p:cNvSpPr/>
          <p:nvPr/>
        </p:nvSpPr>
        <p:spPr>
          <a:xfrm>
            <a:off x="1128103" y="203652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8" name="Google Shape;4108;p178"/>
          <p:cNvSpPr/>
          <p:nvPr/>
        </p:nvSpPr>
        <p:spPr>
          <a:xfrm>
            <a:off x="2149903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9" name="Google Shape;4109;p178"/>
          <p:cNvSpPr/>
          <p:nvPr/>
        </p:nvSpPr>
        <p:spPr>
          <a:xfrm>
            <a:off x="3005355" y="26900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0" name="Google Shape;4110;p178"/>
          <p:cNvSpPr/>
          <p:nvPr/>
        </p:nvSpPr>
        <p:spPr>
          <a:xfrm>
            <a:off x="3738774" y="271458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1" name="Google Shape;4111;p178"/>
          <p:cNvSpPr/>
          <p:nvPr/>
        </p:nvSpPr>
        <p:spPr>
          <a:xfrm>
            <a:off x="3733028" y="201018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2" name="Google Shape;4112;p178"/>
          <p:cNvSpPr/>
          <p:nvPr/>
        </p:nvSpPr>
        <p:spPr>
          <a:xfrm>
            <a:off x="3005355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3" name="Google Shape;4113;p178"/>
          <p:cNvCxnSpPr>
            <a:stCxn id="4105" idx="6"/>
            <a:endCxn id="4106" idx="2"/>
          </p:cNvCxnSpPr>
          <p:nvPr/>
        </p:nvCxnSpPr>
        <p:spPr>
          <a:xfrm>
            <a:off x="1128000" y="287212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14" name="Google Shape;4114;p178"/>
          <p:cNvCxnSpPr>
            <a:stCxn id="4106" idx="6"/>
            <a:endCxn id="4108" idx="2"/>
          </p:cNvCxnSpPr>
          <p:nvPr/>
        </p:nvCxnSpPr>
        <p:spPr>
          <a:xfrm>
            <a:off x="1796980" y="2886288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15" name="Google Shape;4115;p178"/>
          <p:cNvCxnSpPr>
            <a:stCxn id="4108" idx="6"/>
            <a:endCxn id="4109" idx="2"/>
          </p:cNvCxnSpPr>
          <p:nvPr/>
        </p:nvCxnSpPr>
        <p:spPr>
          <a:xfrm>
            <a:off x="2530303" y="2886288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16" name="Google Shape;4116;p178"/>
          <p:cNvCxnSpPr>
            <a:stCxn id="4112" idx="4"/>
            <a:endCxn id="4109" idx="0"/>
          </p:cNvCxnSpPr>
          <p:nvPr/>
        </p:nvCxnSpPr>
        <p:spPr>
          <a:xfrm>
            <a:off x="3195555" y="2402588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17" name="Google Shape;4117;p178"/>
          <p:cNvCxnSpPr>
            <a:stCxn id="4112" idx="6"/>
            <a:endCxn id="4111" idx="2"/>
          </p:cNvCxnSpPr>
          <p:nvPr/>
        </p:nvCxnSpPr>
        <p:spPr>
          <a:xfrm>
            <a:off x="3385755" y="220638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18" name="Google Shape;4118;p178"/>
          <p:cNvCxnSpPr>
            <a:stCxn id="4111" idx="4"/>
            <a:endCxn id="4110" idx="0"/>
          </p:cNvCxnSpPr>
          <p:nvPr/>
        </p:nvCxnSpPr>
        <p:spPr>
          <a:xfrm>
            <a:off x="3923228" y="240258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19" name="Google Shape;4119;p178"/>
          <p:cNvCxnSpPr>
            <a:stCxn id="4111" idx="3"/>
            <a:endCxn id="4109" idx="7"/>
          </p:cNvCxnSpPr>
          <p:nvPr/>
        </p:nvCxnSpPr>
        <p:spPr>
          <a:xfrm flipH="1">
            <a:off x="3330037" y="234512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20" name="Google Shape;4120;p178"/>
          <p:cNvCxnSpPr>
            <a:stCxn id="4110" idx="2"/>
            <a:endCxn id="4109" idx="6"/>
          </p:cNvCxnSpPr>
          <p:nvPr/>
        </p:nvCxnSpPr>
        <p:spPr>
          <a:xfrm rot="10800000">
            <a:off x="3385674" y="288618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21" name="Google Shape;4121;p178"/>
          <p:cNvCxnSpPr>
            <a:stCxn id="4107" idx="5"/>
            <a:endCxn id="4106" idx="0"/>
          </p:cNvCxnSpPr>
          <p:nvPr/>
        </p:nvCxnSpPr>
        <p:spPr>
          <a:xfrm>
            <a:off x="1452795" y="237145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22" name="Google Shape;4122;p178"/>
          <p:cNvCxnSpPr>
            <a:stCxn id="4107" idx="3"/>
            <a:endCxn id="4105" idx="0"/>
          </p:cNvCxnSpPr>
          <p:nvPr/>
        </p:nvCxnSpPr>
        <p:spPr>
          <a:xfrm flipH="1">
            <a:off x="937812" y="2371458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123" name="Google Shape;4123;p178"/>
          <p:cNvSpPr/>
          <p:nvPr/>
        </p:nvSpPr>
        <p:spPr>
          <a:xfrm>
            <a:off x="4784425" y="270225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4" name="Google Shape;4124;p178"/>
          <p:cNvSpPr/>
          <p:nvPr/>
        </p:nvSpPr>
        <p:spPr>
          <a:xfrm>
            <a:off x="5453405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5" name="Google Shape;4125;p178"/>
          <p:cNvSpPr/>
          <p:nvPr/>
        </p:nvSpPr>
        <p:spPr>
          <a:xfrm>
            <a:off x="5164928" y="206284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6" name="Google Shape;4126;p178"/>
          <p:cNvSpPr/>
          <p:nvPr/>
        </p:nvSpPr>
        <p:spPr>
          <a:xfrm>
            <a:off x="6186728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7" name="Google Shape;4127;p178"/>
          <p:cNvSpPr/>
          <p:nvPr/>
        </p:nvSpPr>
        <p:spPr>
          <a:xfrm>
            <a:off x="7042180" y="27164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8" name="Google Shape;4128;p178"/>
          <p:cNvSpPr/>
          <p:nvPr/>
        </p:nvSpPr>
        <p:spPr>
          <a:xfrm>
            <a:off x="7775599" y="27409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9" name="Google Shape;4129;p178"/>
          <p:cNvSpPr/>
          <p:nvPr/>
        </p:nvSpPr>
        <p:spPr>
          <a:xfrm>
            <a:off x="7769853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0" name="Google Shape;4130;p178"/>
          <p:cNvSpPr/>
          <p:nvPr/>
        </p:nvSpPr>
        <p:spPr>
          <a:xfrm>
            <a:off x="7042180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1" name="Google Shape;4131;p178"/>
          <p:cNvCxnSpPr>
            <a:stCxn id="4123" idx="6"/>
            <a:endCxn id="4124" idx="2"/>
          </p:cNvCxnSpPr>
          <p:nvPr/>
        </p:nvCxnSpPr>
        <p:spPr>
          <a:xfrm>
            <a:off x="5164825" y="28984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32" name="Google Shape;4132;p178"/>
          <p:cNvCxnSpPr>
            <a:stCxn id="4124" idx="6"/>
            <a:endCxn id="4126" idx="2"/>
          </p:cNvCxnSpPr>
          <p:nvPr/>
        </p:nvCxnSpPr>
        <p:spPr>
          <a:xfrm>
            <a:off x="5833805" y="291261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33" name="Google Shape;4133;p178"/>
          <p:cNvCxnSpPr>
            <a:stCxn id="4126" idx="6"/>
            <a:endCxn id="4127" idx="2"/>
          </p:cNvCxnSpPr>
          <p:nvPr/>
        </p:nvCxnSpPr>
        <p:spPr>
          <a:xfrm>
            <a:off x="6567128" y="291261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34" name="Google Shape;4134;p178"/>
          <p:cNvCxnSpPr>
            <a:stCxn id="4130" idx="4"/>
            <a:endCxn id="4127" idx="0"/>
          </p:cNvCxnSpPr>
          <p:nvPr/>
        </p:nvCxnSpPr>
        <p:spPr>
          <a:xfrm>
            <a:off x="7232380" y="242891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35" name="Google Shape;4135;p178"/>
          <p:cNvCxnSpPr>
            <a:stCxn id="4130" idx="6"/>
            <a:endCxn id="4129" idx="2"/>
          </p:cNvCxnSpPr>
          <p:nvPr/>
        </p:nvCxnSpPr>
        <p:spPr>
          <a:xfrm>
            <a:off x="7422580" y="223271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36" name="Google Shape;4136;p178"/>
          <p:cNvCxnSpPr>
            <a:stCxn id="4129" idx="4"/>
            <a:endCxn id="4128" idx="0"/>
          </p:cNvCxnSpPr>
          <p:nvPr/>
        </p:nvCxnSpPr>
        <p:spPr>
          <a:xfrm>
            <a:off x="7960053" y="2428913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37" name="Google Shape;4137;p178"/>
          <p:cNvCxnSpPr>
            <a:stCxn id="4129" idx="3"/>
            <a:endCxn id="4127" idx="7"/>
          </p:cNvCxnSpPr>
          <p:nvPr/>
        </p:nvCxnSpPr>
        <p:spPr>
          <a:xfrm flipH="1">
            <a:off x="7366862" y="23714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38" name="Google Shape;4138;p178"/>
          <p:cNvCxnSpPr>
            <a:stCxn id="4128" idx="2"/>
            <a:endCxn id="4127" idx="6"/>
          </p:cNvCxnSpPr>
          <p:nvPr/>
        </p:nvCxnSpPr>
        <p:spPr>
          <a:xfrm rot="10800000">
            <a:off x="7422499" y="2912514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39" name="Google Shape;4139;p178"/>
          <p:cNvCxnSpPr>
            <a:stCxn id="4125" idx="5"/>
            <a:endCxn id="4124" idx="0"/>
          </p:cNvCxnSpPr>
          <p:nvPr/>
        </p:nvCxnSpPr>
        <p:spPr>
          <a:xfrm>
            <a:off x="5489620" y="239778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40" name="Google Shape;4140;p178"/>
          <p:cNvCxnSpPr>
            <a:stCxn id="4125" idx="3"/>
            <a:endCxn id="4123" idx="0"/>
          </p:cNvCxnSpPr>
          <p:nvPr/>
        </p:nvCxnSpPr>
        <p:spPr>
          <a:xfrm flipH="1">
            <a:off x="4974637" y="239778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141" name="Google Shape;4141;p178"/>
          <p:cNvSpPr txBox="1"/>
          <p:nvPr/>
        </p:nvSpPr>
        <p:spPr>
          <a:xfrm>
            <a:off x="563975" y="1440150"/>
            <a:ext cx="562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42" name="Google Shape;4142;p178"/>
          <p:cNvGraphicFramePr/>
          <p:nvPr/>
        </p:nvGraphicFramePr>
        <p:xfrm>
          <a:off x="809038" y="40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0 1 2 3 4 5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43" name="Google Shape;4143;p178"/>
          <p:cNvSpPr txBox="1"/>
          <p:nvPr/>
        </p:nvSpPr>
        <p:spPr>
          <a:xfrm>
            <a:off x="713875" y="4400325"/>
            <a:ext cx="795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4" name="Google Shape;4144;p178"/>
          <p:cNvSpPr txBox="1"/>
          <p:nvPr/>
        </p:nvSpPr>
        <p:spPr>
          <a:xfrm>
            <a:off x="-424062" y="2937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45" name="Google Shape;4145;p178"/>
          <p:cNvGraphicFramePr/>
          <p:nvPr/>
        </p:nvGraphicFramePr>
        <p:xfrm>
          <a:off x="809038" y="33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46" name="Google Shape;4146;p178"/>
          <p:cNvSpPr txBox="1"/>
          <p:nvPr/>
        </p:nvSpPr>
        <p:spPr>
          <a:xfrm>
            <a:off x="695538" y="2997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7" name="Google Shape;4147;p178"/>
          <p:cNvSpPr txBox="1"/>
          <p:nvPr/>
        </p:nvSpPr>
        <p:spPr>
          <a:xfrm>
            <a:off x="794263" y="3638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48" name="Google Shape;4148;p178"/>
          <p:cNvGraphicFramePr/>
          <p:nvPr/>
        </p:nvGraphicFramePr>
        <p:xfrm>
          <a:off x="4785300" y="40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49" name="Google Shape;4149;p178"/>
          <p:cNvSpPr txBox="1"/>
          <p:nvPr/>
        </p:nvSpPr>
        <p:spPr>
          <a:xfrm>
            <a:off x="4690150" y="4430525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0" name="Google Shape;4150;p178"/>
          <p:cNvSpPr txBox="1"/>
          <p:nvPr/>
        </p:nvSpPr>
        <p:spPr>
          <a:xfrm>
            <a:off x="3552200" y="29673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51" name="Google Shape;4151;p178"/>
          <p:cNvGraphicFramePr/>
          <p:nvPr/>
        </p:nvGraphicFramePr>
        <p:xfrm>
          <a:off x="4785300" y="338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52" name="Google Shape;4152;p178"/>
          <p:cNvSpPr txBox="1"/>
          <p:nvPr/>
        </p:nvSpPr>
        <p:spPr>
          <a:xfrm>
            <a:off x="4671800" y="30280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3" name="Google Shape;4153;p178"/>
          <p:cNvSpPr txBox="1"/>
          <p:nvPr/>
        </p:nvSpPr>
        <p:spPr>
          <a:xfrm>
            <a:off x="4770525" y="36682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7" name="Shape 4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8" name="Google Shape;4158;p179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159" name="Google Shape;4159;p179"/>
          <p:cNvSpPr/>
          <p:nvPr/>
        </p:nvSpPr>
        <p:spPr>
          <a:xfrm>
            <a:off x="747600" y="267592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0" name="Google Shape;4160;p179"/>
          <p:cNvSpPr/>
          <p:nvPr/>
        </p:nvSpPr>
        <p:spPr>
          <a:xfrm>
            <a:off x="1416580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1" name="Google Shape;4161;p179"/>
          <p:cNvSpPr/>
          <p:nvPr/>
        </p:nvSpPr>
        <p:spPr>
          <a:xfrm>
            <a:off x="1128103" y="203652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2" name="Google Shape;4162;p179"/>
          <p:cNvSpPr/>
          <p:nvPr/>
        </p:nvSpPr>
        <p:spPr>
          <a:xfrm>
            <a:off x="2149903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3" name="Google Shape;4163;p179"/>
          <p:cNvSpPr/>
          <p:nvPr/>
        </p:nvSpPr>
        <p:spPr>
          <a:xfrm>
            <a:off x="3005355" y="26900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4" name="Google Shape;4164;p179"/>
          <p:cNvSpPr/>
          <p:nvPr/>
        </p:nvSpPr>
        <p:spPr>
          <a:xfrm>
            <a:off x="3738774" y="27145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5" name="Google Shape;4165;p179"/>
          <p:cNvSpPr/>
          <p:nvPr/>
        </p:nvSpPr>
        <p:spPr>
          <a:xfrm>
            <a:off x="3733028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6" name="Google Shape;4166;p179"/>
          <p:cNvSpPr/>
          <p:nvPr/>
        </p:nvSpPr>
        <p:spPr>
          <a:xfrm>
            <a:off x="3005355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7" name="Google Shape;4167;p179"/>
          <p:cNvCxnSpPr>
            <a:stCxn id="4159" idx="6"/>
            <a:endCxn id="4160" idx="2"/>
          </p:cNvCxnSpPr>
          <p:nvPr/>
        </p:nvCxnSpPr>
        <p:spPr>
          <a:xfrm>
            <a:off x="1128000" y="287212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68" name="Google Shape;4168;p179"/>
          <p:cNvCxnSpPr>
            <a:stCxn id="4160" idx="6"/>
            <a:endCxn id="4162" idx="2"/>
          </p:cNvCxnSpPr>
          <p:nvPr/>
        </p:nvCxnSpPr>
        <p:spPr>
          <a:xfrm>
            <a:off x="1796980" y="2886288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69" name="Google Shape;4169;p179"/>
          <p:cNvCxnSpPr>
            <a:stCxn id="4162" idx="6"/>
            <a:endCxn id="4163" idx="2"/>
          </p:cNvCxnSpPr>
          <p:nvPr/>
        </p:nvCxnSpPr>
        <p:spPr>
          <a:xfrm>
            <a:off x="2530303" y="2886288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70" name="Google Shape;4170;p179"/>
          <p:cNvCxnSpPr>
            <a:stCxn id="4166" idx="4"/>
            <a:endCxn id="4163" idx="0"/>
          </p:cNvCxnSpPr>
          <p:nvPr/>
        </p:nvCxnSpPr>
        <p:spPr>
          <a:xfrm>
            <a:off x="3195555" y="2402588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71" name="Google Shape;4171;p179"/>
          <p:cNvCxnSpPr>
            <a:stCxn id="4166" idx="6"/>
            <a:endCxn id="4165" idx="2"/>
          </p:cNvCxnSpPr>
          <p:nvPr/>
        </p:nvCxnSpPr>
        <p:spPr>
          <a:xfrm>
            <a:off x="3385755" y="220638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72" name="Google Shape;4172;p179"/>
          <p:cNvCxnSpPr>
            <a:stCxn id="4165" idx="4"/>
            <a:endCxn id="4164" idx="0"/>
          </p:cNvCxnSpPr>
          <p:nvPr/>
        </p:nvCxnSpPr>
        <p:spPr>
          <a:xfrm>
            <a:off x="3923228" y="2402588"/>
            <a:ext cx="5700" cy="31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73" name="Google Shape;4173;p179"/>
          <p:cNvCxnSpPr>
            <a:stCxn id="4165" idx="3"/>
            <a:endCxn id="4163" idx="7"/>
          </p:cNvCxnSpPr>
          <p:nvPr/>
        </p:nvCxnSpPr>
        <p:spPr>
          <a:xfrm flipH="1">
            <a:off x="3330037" y="234512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74" name="Google Shape;4174;p179"/>
          <p:cNvCxnSpPr>
            <a:stCxn id="4164" idx="2"/>
            <a:endCxn id="4163" idx="6"/>
          </p:cNvCxnSpPr>
          <p:nvPr/>
        </p:nvCxnSpPr>
        <p:spPr>
          <a:xfrm rot="10800000">
            <a:off x="3385674" y="288618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75" name="Google Shape;4175;p179"/>
          <p:cNvCxnSpPr>
            <a:stCxn id="4161" idx="5"/>
            <a:endCxn id="4160" idx="0"/>
          </p:cNvCxnSpPr>
          <p:nvPr/>
        </p:nvCxnSpPr>
        <p:spPr>
          <a:xfrm>
            <a:off x="1452795" y="237145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76" name="Google Shape;4176;p179"/>
          <p:cNvCxnSpPr>
            <a:stCxn id="4161" idx="3"/>
            <a:endCxn id="4159" idx="0"/>
          </p:cNvCxnSpPr>
          <p:nvPr/>
        </p:nvCxnSpPr>
        <p:spPr>
          <a:xfrm flipH="1">
            <a:off x="937812" y="2371458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177" name="Google Shape;4177;p179"/>
          <p:cNvSpPr/>
          <p:nvPr/>
        </p:nvSpPr>
        <p:spPr>
          <a:xfrm>
            <a:off x="4784425" y="270225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8" name="Google Shape;4178;p179"/>
          <p:cNvSpPr/>
          <p:nvPr/>
        </p:nvSpPr>
        <p:spPr>
          <a:xfrm>
            <a:off x="5453405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9" name="Google Shape;4179;p179"/>
          <p:cNvSpPr/>
          <p:nvPr/>
        </p:nvSpPr>
        <p:spPr>
          <a:xfrm>
            <a:off x="5164928" y="206284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0" name="Google Shape;4180;p179"/>
          <p:cNvSpPr/>
          <p:nvPr/>
        </p:nvSpPr>
        <p:spPr>
          <a:xfrm>
            <a:off x="6186728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1" name="Google Shape;4181;p179"/>
          <p:cNvSpPr/>
          <p:nvPr/>
        </p:nvSpPr>
        <p:spPr>
          <a:xfrm>
            <a:off x="7042180" y="27164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2" name="Google Shape;4182;p179"/>
          <p:cNvSpPr/>
          <p:nvPr/>
        </p:nvSpPr>
        <p:spPr>
          <a:xfrm>
            <a:off x="7775599" y="27409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3" name="Google Shape;4183;p179"/>
          <p:cNvSpPr/>
          <p:nvPr/>
        </p:nvSpPr>
        <p:spPr>
          <a:xfrm>
            <a:off x="7769853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4" name="Google Shape;4184;p179"/>
          <p:cNvSpPr/>
          <p:nvPr/>
        </p:nvSpPr>
        <p:spPr>
          <a:xfrm>
            <a:off x="7042180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85" name="Google Shape;4185;p179"/>
          <p:cNvCxnSpPr>
            <a:stCxn id="4177" idx="6"/>
            <a:endCxn id="4178" idx="2"/>
          </p:cNvCxnSpPr>
          <p:nvPr/>
        </p:nvCxnSpPr>
        <p:spPr>
          <a:xfrm>
            <a:off x="5164825" y="28984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86" name="Google Shape;4186;p179"/>
          <p:cNvCxnSpPr>
            <a:stCxn id="4178" idx="6"/>
            <a:endCxn id="4180" idx="2"/>
          </p:cNvCxnSpPr>
          <p:nvPr/>
        </p:nvCxnSpPr>
        <p:spPr>
          <a:xfrm>
            <a:off x="5833805" y="291261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87" name="Google Shape;4187;p179"/>
          <p:cNvCxnSpPr>
            <a:stCxn id="4180" idx="6"/>
            <a:endCxn id="4181" idx="2"/>
          </p:cNvCxnSpPr>
          <p:nvPr/>
        </p:nvCxnSpPr>
        <p:spPr>
          <a:xfrm>
            <a:off x="6567128" y="291261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88" name="Google Shape;4188;p179"/>
          <p:cNvCxnSpPr>
            <a:stCxn id="4184" idx="4"/>
            <a:endCxn id="4181" idx="0"/>
          </p:cNvCxnSpPr>
          <p:nvPr/>
        </p:nvCxnSpPr>
        <p:spPr>
          <a:xfrm>
            <a:off x="7232380" y="242891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89" name="Google Shape;4189;p179"/>
          <p:cNvCxnSpPr>
            <a:stCxn id="4184" idx="6"/>
            <a:endCxn id="4183" idx="2"/>
          </p:cNvCxnSpPr>
          <p:nvPr/>
        </p:nvCxnSpPr>
        <p:spPr>
          <a:xfrm>
            <a:off x="7422580" y="223271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90" name="Google Shape;4190;p179"/>
          <p:cNvCxnSpPr>
            <a:stCxn id="4183" idx="4"/>
            <a:endCxn id="4182" idx="0"/>
          </p:cNvCxnSpPr>
          <p:nvPr/>
        </p:nvCxnSpPr>
        <p:spPr>
          <a:xfrm>
            <a:off x="7960053" y="2428913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91" name="Google Shape;4191;p179"/>
          <p:cNvCxnSpPr>
            <a:stCxn id="4183" idx="3"/>
            <a:endCxn id="4181" idx="7"/>
          </p:cNvCxnSpPr>
          <p:nvPr/>
        </p:nvCxnSpPr>
        <p:spPr>
          <a:xfrm flipH="1">
            <a:off x="7366862" y="23714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92" name="Google Shape;4192;p179"/>
          <p:cNvCxnSpPr>
            <a:stCxn id="4182" idx="2"/>
            <a:endCxn id="4181" idx="6"/>
          </p:cNvCxnSpPr>
          <p:nvPr/>
        </p:nvCxnSpPr>
        <p:spPr>
          <a:xfrm rot="10800000">
            <a:off x="7422499" y="2912514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93" name="Google Shape;4193;p179"/>
          <p:cNvCxnSpPr>
            <a:stCxn id="4179" idx="5"/>
            <a:endCxn id="4178" idx="0"/>
          </p:cNvCxnSpPr>
          <p:nvPr/>
        </p:nvCxnSpPr>
        <p:spPr>
          <a:xfrm>
            <a:off x="5489620" y="239778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194" name="Google Shape;4194;p179"/>
          <p:cNvCxnSpPr>
            <a:stCxn id="4179" idx="3"/>
            <a:endCxn id="4177" idx="0"/>
          </p:cNvCxnSpPr>
          <p:nvPr/>
        </p:nvCxnSpPr>
        <p:spPr>
          <a:xfrm flipH="1">
            <a:off x="4974637" y="239778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195" name="Google Shape;4195;p179"/>
          <p:cNvSpPr txBox="1"/>
          <p:nvPr/>
        </p:nvSpPr>
        <p:spPr>
          <a:xfrm>
            <a:off x="563975" y="1440150"/>
            <a:ext cx="562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DFS on the initial graph from the source vertex.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96" name="Google Shape;4196;p179"/>
          <p:cNvGraphicFramePr/>
          <p:nvPr/>
        </p:nvGraphicFramePr>
        <p:xfrm>
          <a:off x="809038" y="40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0 1 2 3 4 5 6 7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97" name="Google Shape;4197;p179"/>
          <p:cNvSpPr txBox="1"/>
          <p:nvPr/>
        </p:nvSpPr>
        <p:spPr>
          <a:xfrm>
            <a:off x="713875" y="4400325"/>
            <a:ext cx="795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8" name="Google Shape;4198;p179"/>
          <p:cNvSpPr txBox="1"/>
          <p:nvPr/>
        </p:nvSpPr>
        <p:spPr>
          <a:xfrm>
            <a:off x="-424062" y="2937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99" name="Google Shape;4199;p179"/>
          <p:cNvGraphicFramePr/>
          <p:nvPr/>
        </p:nvGraphicFramePr>
        <p:xfrm>
          <a:off x="809038" y="33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00" name="Google Shape;4200;p179"/>
          <p:cNvSpPr txBox="1"/>
          <p:nvPr/>
        </p:nvSpPr>
        <p:spPr>
          <a:xfrm>
            <a:off x="695538" y="2997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1" name="Google Shape;4201;p179"/>
          <p:cNvSpPr txBox="1"/>
          <p:nvPr/>
        </p:nvSpPr>
        <p:spPr>
          <a:xfrm>
            <a:off x="794263" y="3638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02" name="Google Shape;4202;p179"/>
          <p:cNvGraphicFramePr/>
          <p:nvPr/>
        </p:nvGraphicFramePr>
        <p:xfrm>
          <a:off x="4785300" y="40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03" name="Google Shape;4203;p179"/>
          <p:cNvSpPr txBox="1"/>
          <p:nvPr/>
        </p:nvSpPr>
        <p:spPr>
          <a:xfrm>
            <a:off x="4690150" y="4430525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4" name="Google Shape;4204;p179"/>
          <p:cNvSpPr txBox="1"/>
          <p:nvPr/>
        </p:nvSpPr>
        <p:spPr>
          <a:xfrm>
            <a:off x="3552200" y="29673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05" name="Google Shape;4205;p179"/>
          <p:cNvGraphicFramePr/>
          <p:nvPr/>
        </p:nvGraphicFramePr>
        <p:xfrm>
          <a:off x="4785300" y="338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06" name="Google Shape;4206;p179"/>
          <p:cNvSpPr txBox="1"/>
          <p:nvPr/>
        </p:nvSpPr>
        <p:spPr>
          <a:xfrm>
            <a:off x="4671800" y="30280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7" name="Google Shape;4207;p179"/>
          <p:cNvSpPr txBox="1"/>
          <p:nvPr/>
        </p:nvSpPr>
        <p:spPr>
          <a:xfrm>
            <a:off x="4770525" y="36682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1" name="Shape 4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2" name="Google Shape;4212;p180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213" name="Google Shape;4213;p180"/>
          <p:cNvSpPr/>
          <p:nvPr/>
        </p:nvSpPr>
        <p:spPr>
          <a:xfrm>
            <a:off x="747600" y="267592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4" name="Google Shape;4214;p180"/>
          <p:cNvSpPr/>
          <p:nvPr/>
        </p:nvSpPr>
        <p:spPr>
          <a:xfrm>
            <a:off x="1416580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5" name="Google Shape;4215;p180"/>
          <p:cNvSpPr/>
          <p:nvPr/>
        </p:nvSpPr>
        <p:spPr>
          <a:xfrm>
            <a:off x="1128103" y="203652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6" name="Google Shape;4216;p180"/>
          <p:cNvSpPr/>
          <p:nvPr/>
        </p:nvSpPr>
        <p:spPr>
          <a:xfrm>
            <a:off x="2149903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7" name="Google Shape;4217;p180"/>
          <p:cNvSpPr/>
          <p:nvPr/>
        </p:nvSpPr>
        <p:spPr>
          <a:xfrm>
            <a:off x="3005355" y="26900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8" name="Google Shape;4218;p180"/>
          <p:cNvSpPr/>
          <p:nvPr/>
        </p:nvSpPr>
        <p:spPr>
          <a:xfrm>
            <a:off x="3738774" y="27145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9" name="Google Shape;4219;p180"/>
          <p:cNvSpPr/>
          <p:nvPr/>
        </p:nvSpPr>
        <p:spPr>
          <a:xfrm>
            <a:off x="3733028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0" name="Google Shape;4220;p180"/>
          <p:cNvSpPr/>
          <p:nvPr/>
        </p:nvSpPr>
        <p:spPr>
          <a:xfrm>
            <a:off x="3005355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1" name="Google Shape;4221;p180"/>
          <p:cNvCxnSpPr>
            <a:stCxn id="4213" idx="6"/>
            <a:endCxn id="4214" idx="2"/>
          </p:cNvCxnSpPr>
          <p:nvPr/>
        </p:nvCxnSpPr>
        <p:spPr>
          <a:xfrm>
            <a:off x="1128000" y="287212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22" name="Google Shape;4222;p180"/>
          <p:cNvCxnSpPr>
            <a:stCxn id="4214" idx="6"/>
            <a:endCxn id="4216" idx="2"/>
          </p:cNvCxnSpPr>
          <p:nvPr/>
        </p:nvCxnSpPr>
        <p:spPr>
          <a:xfrm>
            <a:off x="1796980" y="2886288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23" name="Google Shape;4223;p180"/>
          <p:cNvCxnSpPr>
            <a:stCxn id="4216" idx="6"/>
            <a:endCxn id="4217" idx="2"/>
          </p:cNvCxnSpPr>
          <p:nvPr/>
        </p:nvCxnSpPr>
        <p:spPr>
          <a:xfrm>
            <a:off x="2530303" y="2886288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24" name="Google Shape;4224;p180"/>
          <p:cNvCxnSpPr>
            <a:stCxn id="4220" idx="4"/>
            <a:endCxn id="4217" idx="0"/>
          </p:cNvCxnSpPr>
          <p:nvPr/>
        </p:nvCxnSpPr>
        <p:spPr>
          <a:xfrm>
            <a:off x="3195555" y="2402588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25" name="Google Shape;4225;p180"/>
          <p:cNvCxnSpPr>
            <a:stCxn id="4220" idx="6"/>
            <a:endCxn id="4219" idx="2"/>
          </p:cNvCxnSpPr>
          <p:nvPr/>
        </p:nvCxnSpPr>
        <p:spPr>
          <a:xfrm>
            <a:off x="3385755" y="220638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26" name="Google Shape;4226;p180"/>
          <p:cNvCxnSpPr>
            <a:stCxn id="4219" idx="4"/>
            <a:endCxn id="4218" idx="0"/>
          </p:cNvCxnSpPr>
          <p:nvPr/>
        </p:nvCxnSpPr>
        <p:spPr>
          <a:xfrm>
            <a:off x="3923228" y="2402588"/>
            <a:ext cx="5700" cy="31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27" name="Google Shape;4227;p180"/>
          <p:cNvCxnSpPr>
            <a:stCxn id="4219" idx="3"/>
            <a:endCxn id="4217" idx="7"/>
          </p:cNvCxnSpPr>
          <p:nvPr/>
        </p:nvCxnSpPr>
        <p:spPr>
          <a:xfrm flipH="1">
            <a:off x="3330037" y="234512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28" name="Google Shape;4228;p180"/>
          <p:cNvCxnSpPr>
            <a:stCxn id="4218" idx="2"/>
            <a:endCxn id="4217" idx="6"/>
          </p:cNvCxnSpPr>
          <p:nvPr/>
        </p:nvCxnSpPr>
        <p:spPr>
          <a:xfrm rot="10800000">
            <a:off x="3385674" y="288618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29" name="Google Shape;4229;p180"/>
          <p:cNvCxnSpPr>
            <a:stCxn id="4215" idx="5"/>
            <a:endCxn id="4214" idx="0"/>
          </p:cNvCxnSpPr>
          <p:nvPr/>
        </p:nvCxnSpPr>
        <p:spPr>
          <a:xfrm>
            <a:off x="1452795" y="237145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30" name="Google Shape;4230;p180"/>
          <p:cNvCxnSpPr>
            <a:stCxn id="4215" idx="3"/>
            <a:endCxn id="4213" idx="0"/>
          </p:cNvCxnSpPr>
          <p:nvPr/>
        </p:nvCxnSpPr>
        <p:spPr>
          <a:xfrm flipH="1">
            <a:off x="937812" y="2371458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231" name="Google Shape;4231;p180"/>
          <p:cNvSpPr/>
          <p:nvPr/>
        </p:nvSpPr>
        <p:spPr>
          <a:xfrm>
            <a:off x="4784425" y="270225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2" name="Google Shape;4232;p180"/>
          <p:cNvSpPr/>
          <p:nvPr/>
        </p:nvSpPr>
        <p:spPr>
          <a:xfrm>
            <a:off x="5453405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3" name="Google Shape;4233;p180"/>
          <p:cNvSpPr/>
          <p:nvPr/>
        </p:nvSpPr>
        <p:spPr>
          <a:xfrm>
            <a:off x="5164928" y="206284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4" name="Google Shape;4234;p180"/>
          <p:cNvSpPr/>
          <p:nvPr/>
        </p:nvSpPr>
        <p:spPr>
          <a:xfrm>
            <a:off x="6186728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5" name="Google Shape;4235;p180"/>
          <p:cNvSpPr/>
          <p:nvPr/>
        </p:nvSpPr>
        <p:spPr>
          <a:xfrm>
            <a:off x="7042180" y="27164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6" name="Google Shape;4236;p180"/>
          <p:cNvSpPr/>
          <p:nvPr/>
        </p:nvSpPr>
        <p:spPr>
          <a:xfrm>
            <a:off x="7775599" y="27409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7" name="Google Shape;4237;p180"/>
          <p:cNvSpPr/>
          <p:nvPr/>
        </p:nvSpPr>
        <p:spPr>
          <a:xfrm>
            <a:off x="7769853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8" name="Google Shape;4238;p180"/>
          <p:cNvSpPr/>
          <p:nvPr/>
        </p:nvSpPr>
        <p:spPr>
          <a:xfrm>
            <a:off x="7042180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39" name="Google Shape;4239;p180"/>
          <p:cNvCxnSpPr>
            <a:stCxn id="4231" idx="6"/>
            <a:endCxn id="4232" idx="2"/>
          </p:cNvCxnSpPr>
          <p:nvPr/>
        </p:nvCxnSpPr>
        <p:spPr>
          <a:xfrm>
            <a:off x="5164825" y="28984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40" name="Google Shape;4240;p180"/>
          <p:cNvCxnSpPr>
            <a:stCxn id="4232" idx="6"/>
            <a:endCxn id="4234" idx="2"/>
          </p:cNvCxnSpPr>
          <p:nvPr/>
        </p:nvCxnSpPr>
        <p:spPr>
          <a:xfrm>
            <a:off x="5833805" y="291261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41" name="Google Shape;4241;p180"/>
          <p:cNvCxnSpPr>
            <a:stCxn id="4234" idx="6"/>
            <a:endCxn id="4235" idx="2"/>
          </p:cNvCxnSpPr>
          <p:nvPr/>
        </p:nvCxnSpPr>
        <p:spPr>
          <a:xfrm>
            <a:off x="6567128" y="291261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42" name="Google Shape;4242;p180"/>
          <p:cNvCxnSpPr>
            <a:stCxn id="4238" idx="4"/>
            <a:endCxn id="4235" idx="0"/>
          </p:cNvCxnSpPr>
          <p:nvPr/>
        </p:nvCxnSpPr>
        <p:spPr>
          <a:xfrm>
            <a:off x="7232380" y="242891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43" name="Google Shape;4243;p180"/>
          <p:cNvCxnSpPr>
            <a:stCxn id="4238" idx="6"/>
            <a:endCxn id="4237" idx="2"/>
          </p:cNvCxnSpPr>
          <p:nvPr/>
        </p:nvCxnSpPr>
        <p:spPr>
          <a:xfrm>
            <a:off x="7422580" y="223271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44" name="Google Shape;4244;p180"/>
          <p:cNvCxnSpPr>
            <a:stCxn id="4237" idx="4"/>
            <a:endCxn id="4236" idx="0"/>
          </p:cNvCxnSpPr>
          <p:nvPr/>
        </p:nvCxnSpPr>
        <p:spPr>
          <a:xfrm>
            <a:off x="7960053" y="2428913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45" name="Google Shape;4245;p180"/>
          <p:cNvCxnSpPr>
            <a:stCxn id="4237" idx="3"/>
            <a:endCxn id="4235" idx="7"/>
          </p:cNvCxnSpPr>
          <p:nvPr/>
        </p:nvCxnSpPr>
        <p:spPr>
          <a:xfrm flipH="1">
            <a:off x="7366862" y="23714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46" name="Google Shape;4246;p180"/>
          <p:cNvCxnSpPr>
            <a:stCxn id="4236" idx="2"/>
            <a:endCxn id="4235" idx="6"/>
          </p:cNvCxnSpPr>
          <p:nvPr/>
        </p:nvCxnSpPr>
        <p:spPr>
          <a:xfrm rot="10800000">
            <a:off x="7422499" y="2912514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47" name="Google Shape;4247;p180"/>
          <p:cNvCxnSpPr>
            <a:stCxn id="4233" idx="5"/>
            <a:endCxn id="4232" idx="0"/>
          </p:cNvCxnSpPr>
          <p:nvPr/>
        </p:nvCxnSpPr>
        <p:spPr>
          <a:xfrm>
            <a:off x="5489620" y="239778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48" name="Google Shape;4248;p180"/>
          <p:cNvCxnSpPr>
            <a:stCxn id="4233" idx="3"/>
            <a:endCxn id="4231" idx="0"/>
          </p:cNvCxnSpPr>
          <p:nvPr/>
        </p:nvCxnSpPr>
        <p:spPr>
          <a:xfrm flipH="1">
            <a:off x="4974637" y="239778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249" name="Google Shape;4249;p180"/>
          <p:cNvSpPr txBox="1"/>
          <p:nvPr/>
        </p:nvSpPr>
        <p:spPr>
          <a:xfrm>
            <a:off x="563975" y="1440150"/>
            <a:ext cx="62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all the vertices from the stack and push them into the reference stack.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50" name="Google Shape;4250;p180"/>
          <p:cNvGraphicFramePr/>
          <p:nvPr/>
        </p:nvGraphicFramePr>
        <p:xfrm>
          <a:off x="809038" y="40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0 1 2 3 4 5 </a:t>
                      </a:r>
                      <a:r>
                        <a:rPr lang="en"/>
                        <a:t>6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51" name="Google Shape;4251;p180"/>
          <p:cNvSpPr txBox="1"/>
          <p:nvPr/>
        </p:nvSpPr>
        <p:spPr>
          <a:xfrm>
            <a:off x="713875" y="4400325"/>
            <a:ext cx="795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2" name="Google Shape;4252;p180"/>
          <p:cNvSpPr txBox="1"/>
          <p:nvPr/>
        </p:nvSpPr>
        <p:spPr>
          <a:xfrm>
            <a:off x="-424062" y="2937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53" name="Google Shape;4253;p180"/>
          <p:cNvGraphicFramePr/>
          <p:nvPr/>
        </p:nvGraphicFramePr>
        <p:xfrm>
          <a:off x="809038" y="33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54" name="Google Shape;4254;p180"/>
          <p:cNvSpPr txBox="1"/>
          <p:nvPr/>
        </p:nvSpPr>
        <p:spPr>
          <a:xfrm>
            <a:off x="695538" y="2997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5" name="Google Shape;4255;p180"/>
          <p:cNvSpPr txBox="1"/>
          <p:nvPr/>
        </p:nvSpPr>
        <p:spPr>
          <a:xfrm>
            <a:off x="794263" y="3638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56" name="Google Shape;4256;p180"/>
          <p:cNvGraphicFramePr/>
          <p:nvPr/>
        </p:nvGraphicFramePr>
        <p:xfrm>
          <a:off x="4785300" y="40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57" name="Google Shape;4257;p180"/>
          <p:cNvSpPr txBox="1"/>
          <p:nvPr/>
        </p:nvSpPr>
        <p:spPr>
          <a:xfrm>
            <a:off x="4690150" y="4430525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8" name="Google Shape;4258;p180"/>
          <p:cNvSpPr txBox="1"/>
          <p:nvPr/>
        </p:nvSpPr>
        <p:spPr>
          <a:xfrm>
            <a:off x="3552200" y="29673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59" name="Google Shape;4259;p180"/>
          <p:cNvGraphicFramePr/>
          <p:nvPr/>
        </p:nvGraphicFramePr>
        <p:xfrm>
          <a:off x="4785300" y="338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60" name="Google Shape;4260;p180"/>
          <p:cNvSpPr txBox="1"/>
          <p:nvPr/>
        </p:nvSpPr>
        <p:spPr>
          <a:xfrm>
            <a:off x="4671800" y="30280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1" name="Google Shape;4261;p180"/>
          <p:cNvSpPr txBox="1"/>
          <p:nvPr/>
        </p:nvSpPr>
        <p:spPr>
          <a:xfrm>
            <a:off x="4770525" y="36682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5" name="Shape 4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6" name="Google Shape;4266;p181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267" name="Google Shape;4267;p181"/>
          <p:cNvSpPr/>
          <p:nvPr/>
        </p:nvSpPr>
        <p:spPr>
          <a:xfrm>
            <a:off x="747600" y="267592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8" name="Google Shape;4268;p181"/>
          <p:cNvSpPr/>
          <p:nvPr/>
        </p:nvSpPr>
        <p:spPr>
          <a:xfrm>
            <a:off x="1416580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9" name="Google Shape;4269;p181"/>
          <p:cNvSpPr/>
          <p:nvPr/>
        </p:nvSpPr>
        <p:spPr>
          <a:xfrm>
            <a:off x="1128103" y="203652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0" name="Google Shape;4270;p181"/>
          <p:cNvSpPr/>
          <p:nvPr/>
        </p:nvSpPr>
        <p:spPr>
          <a:xfrm>
            <a:off x="2149903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1" name="Google Shape;4271;p181"/>
          <p:cNvSpPr/>
          <p:nvPr/>
        </p:nvSpPr>
        <p:spPr>
          <a:xfrm>
            <a:off x="3005355" y="26900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2" name="Google Shape;4272;p181"/>
          <p:cNvSpPr/>
          <p:nvPr/>
        </p:nvSpPr>
        <p:spPr>
          <a:xfrm>
            <a:off x="3738774" y="27145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3" name="Google Shape;4273;p181"/>
          <p:cNvSpPr/>
          <p:nvPr/>
        </p:nvSpPr>
        <p:spPr>
          <a:xfrm>
            <a:off x="3733028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4" name="Google Shape;4274;p181"/>
          <p:cNvSpPr/>
          <p:nvPr/>
        </p:nvSpPr>
        <p:spPr>
          <a:xfrm>
            <a:off x="3005355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5" name="Google Shape;4275;p181"/>
          <p:cNvCxnSpPr>
            <a:stCxn id="4267" idx="6"/>
            <a:endCxn id="4268" idx="2"/>
          </p:cNvCxnSpPr>
          <p:nvPr/>
        </p:nvCxnSpPr>
        <p:spPr>
          <a:xfrm>
            <a:off x="1128000" y="287212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76" name="Google Shape;4276;p181"/>
          <p:cNvCxnSpPr>
            <a:stCxn id="4268" idx="6"/>
            <a:endCxn id="4270" idx="2"/>
          </p:cNvCxnSpPr>
          <p:nvPr/>
        </p:nvCxnSpPr>
        <p:spPr>
          <a:xfrm>
            <a:off x="1796980" y="2886288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77" name="Google Shape;4277;p181"/>
          <p:cNvCxnSpPr>
            <a:stCxn id="4270" idx="6"/>
            <a:endCxn id="4271" idx="2"/>
          </p:cNvCxnSpPr>
          <p:nvPr/>
        </p:nvCxnSpPr>
        <p:spPr>
          <a:xfrm>
            <a:off x="2530303" y="2886288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78" name="Google Shape;4278;p181"/>
          <p:cNvCxnSpPr>
            <a:stCxn id="4274" idx="4"/>
            <a:endCxn id="4271" idx="0"/>
          </p:cNvCxnSpPr>
          <p:nvPr/>
        </p:nvCxnSpPr>
        <p:spPr>
          <a:xfrm>
            <a:off x="3195555" y="2402588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79" name="Google Shape;4279;p181"/>
          <p:cNvCxnSpPr>
            <a:stCxn id="4274" idx="6"/>
            <a:endCxn id="4273" idx="2"/>
          </p:cNvCxnSpPr>
          <p:nvPr/>
        </p:nvCxnSpPr>
        <p:spPr>
          <a:xfrm>
            <a:off x="3385755" y="220638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80" name="Google Shape;4280;p181"/>
          <p:cNvCxnSpPr>
            <a:stCxn id="4273" idx="4"/>
            <a:endCxn id="4272" idx="0"/>
          </p:cNvCxnSpPr>
          <p:nvPr/>
        </p:nvCxnSpPr>
        <p:spPr>
          <a:xfrm>
            <a:off x="3923228" y="2402588"/>
            <a:ext cx="5700" cy="31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81" name="Google Shape;4281;p181"/>
          <p:cNvCxnSpPr>
            <a:stCxn id="4273" idx="3"/>
            <a:endCxn id="4271" idx="7"/>
          </p:cNvCxnSpPr>
          <p:nvPr/>
        </p:nvCxnSpPr>
        <p:spPr>
          <a:xfrm flipH="1">
            <a:off x="3330037" y="234512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82" name="Google Shape;4282;p181"/>
          <p:cNvCxnSpPr>
            <a:stCxn id="4272" idx="2"/>
            <a:endCxn id="4271" idx="6"/>
          </p:cNvCxnSpPr>
          <p:nvPr/>
        </p:nvCxnSpPr>
        <p:spPr>
          <a:xfrm rot="10800000">
            <a:off x="3385674" y="288618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83" name="Google Shape;4283;p181"/>
          <p:cNvCxnSpPr>
            <a:stCxn id="4269" idx="5"/>
            <a:endCxn id="4268" idx="0"/>
          </p:cNvCxnSpPr>
          <p:nvPr/>
        </p:nvCxnSpPr>
        <p:spPr>
          <a:xfrm>
            <a:off x="1452795" y="237145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84" name="Google Shape;4284;p181"/>
          <p:cNvCxnSpPr>
            <a:stCxn id="4269" idx="3"/>
            <a:endCxn id="4267" idx="0"/>
          </p:cNvCxnSpPr>
          <p:nvPr/>
        </p:nvCxnSpPr>
        <p:spPr>
          <a:xfrm flipH="1">
            <a:off x="937812" y="2371458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285" name="Google Shape;4285;p181"/>
          <p:cNvSpPr/>
          <p:nvPr/>
        </p:nvSpPr>
        <p:spPr>
          <a:xfrm>
            <a:off x="4784425" y="270225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6" name="Google Shape;4286;p181"/>
          <p:cNvSpPr/>
          <p:nvPr/>
        </p:nvSpPr>
        <p:spPr>
          <a:xfrm>
            <a:off x="5453405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7" name="Google Shape;4287;p181"/>
          <p:cNvSpPr/>
          <p:nvPr/>
        </p:nvSpPr>
        <p:spPr>
          <a:xfrm>
            <a:off x="5164928" y="206284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8" name="Google Shape;4288;p181"/>
          <p:cNvSpPr/>
          <p:nvPr/>
        </p:nvSpPr>
        <p:spPr>
          <a:xfrm>
            <a:off x="6186728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9" name="Google Shape;4289;p181"/>
          <p:cNvSpPr/>
          <p:nvPr/>
        </p:nvSpPr>
        <p:spPr>
          <a:xfrm>
            <a:off x="7042180" y="27164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0" name="Google Shape;4290;p181"/>
          <p:cNvSpPr/>
          <p:nvPr/>
        </p:nvSpPr>
        <p:spPr>
          <a:xfrm>
            <a:off x="7775599" y="27409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1" name="Google Shape;4291;p181"/>
          <p:cNvSpPr/>
          <p:nvPr/>
        </p:nvSpPr>
        <p:spPr>
          <a:xfrm>
            <a:off x="7769853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2" name="Google Shape;4292;p181"/>
          <p:cNvSpPr/>
          <p:nvPr/>
        </p:nvSpPr>
        <p:spPr>
          <a:xfrm>
            <a:off x="7042180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93" name="Google Shape;4293;p181"/>
          <p:cNvCxnSpPr>
            <a:stCxn id="4285" idx="6"/>
            <a:endCxn id="4286" idx="2"/>
          </p:cNvCxnSpPr>
          <p:nvPr/>
        </p:nvCxnSpPr>
        <p:spPr>
          <a:xfrm>
            <a:off x="5164825" y="28984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94" name="Google Shape;4294;p181"/>
          <p:cNvCxnSpPr>
            <a:stCxn id="4286" idx="6"/>
            <a:endCxn id="4288" idx="2"/>
          </p:cNvCxnSpPr>
          <p:nvPr/>
        </p:nvCxnSpPr>
        <p:spPr>
          <a:xfrm>
            <a:off x="5833805" y="291261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95" name="Google Shape;4295;p181"/>
          <p:cNvCxnSpPr>
            <a:stCxn id="4288" idx="6"/>
            <a:endCxn id="4289" idx="2"/>
          </p:cNvCxnSpPr>
          <p:nvPr/>
        </p:nvCxnSpPr>
        <p:spPr>
          <a:xfrm>
            <a:off x="6567128" y="291261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96" name="Google Shape;4296;p181"/>
          <p:cNvCxnSpPr>
            <a:stCxn id="4292" idx="4"/>
            <a:endCxn id="4289" idx="0"/>
          </p:cNvCxnSpPr>
          <p:nvPr/>
        </p:nvCxnSpPr>
        <p:spPr>
          <a:xfrm>
            <a:off x="7232380" y="242891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97" name="Google Shape;4297;p181"/>
          <p:cNvCxnSpPr>
            <a:stCxn id="4292" idx="6"/>
            <a:endCxn id="4291" idx="2"/>
          </p:cNvCxnSpPr>
          <p:nvPr/>
        </p:nvCxnSpPr>
        <p:spPr>
          <a:xfrm>
            <a:off x="7422580" y="223271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98" name="Google Shape;4298;p181"/>
          <p:cNvCxnSpPr>
            <a:stCxn id="4291" idx="4"/>
            <a:endCxn id="4290" idx="0"/>
          </p:cNvCxnSpPr>
          <p:nvPr/>
        </p:nvCxnSpPr>
        <p:spPr>
          <a:xfrm>
            <a:off x="7960053" y="2428913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99" name="Google Shape;4299;p181"/>
          <p:cNvCxnSpPr>
            <a:stCxn id="4291" idx="3"/>
            <a:endCxn id="4289" idx="7"/>
          </p:cNvCxnSpPr>
          <p:nvPr/>
        </p:nvCxnSpPr>
        <p:spPr>
          <a:xfrm flipH="1">
            <a:off x="7366862" y="23714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300" name="Google Shape;4300;p181"/>
          <p:cNvCxnSpPr>
            <a:stCxn id="4290" idx="2"/>
            <a:endCxn id="4289" idx="6"/>
          </p:cNvCxnSpPr>
          <p:nvPr/>
        </p:nvCxnSpPr>
        <p:spPr>
          <a:xfrm rot="10800000">
            <a:off x="7422499" y="2912514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01" name="Google Shape;4301;p181"/>
          <p:cNvCxnSpPr>
            <a:stCxn id="4287" idx="5"/>
            <a:endCxn id="4286" idx="0"/>
          </p:cNvCxnSpPr>
          <p:nvPr/>
        </p:nvCxnSpPr>
        <p:spPr>
          <a:xfrm>
            <a:off x="5489620" y="239778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302" name="Google Shape;4302;p181"/>
          <p:cNvCxnSpPr>
            <a:stCxn id="4287" idx="3"/>
            <a:endCxn id="4285" idx="0"/>
          </p:cNvCxnSpPr>
          <p:nvPr/>
        </p:nvCxnSpPr>
        <p:spPr>
          <a:xfrm flipH="1">
            <a:off x="4974637" y="239778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303" name="Google Shape;4303;p181"/>
          <p:cNvSpPr txBox="1"/>
          <p:nvPr/>
        </p:nvSpPr>
        <p:spPr>
          <a:xfrm>
            <a:off x="563975" y="1440150"/>
            <a:ext cx="62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all the vertices from the stack and push them into the reference stack.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04" name="Google Shape;4304;p181"/>
          <p:cNvGraphicFramePr/>
          <p:nvPr/>
        </p:nvGraphicFramePr>
        <p:xfrm>
          <a:off x="809038" y="40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0 1 2 3 4 5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05" name="Google Shape;4305;p181"/>
          <p:cNvSpPr txBox="1"/>
          <p:nvPr/>
        </p:nvSpPr>
        <p:spPr>
          <a:xfrm>
            <a:off x="713875" y="4400325"/>
            <a:ext cx="795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6" name="Google Shape;4306;p181"/>
          <p:cNvSpPr txBox="1"/>
          <p:nvPr/>
        </p:nvSpPr>
        <p:spPr>
          <a:xfrm>
            <a:off x="-424062" y="2937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07" name="Google Shape;4307;p181"/>
          <p:cNvGraphicFramePr/>
          <p:nvPr/>
        </p:nvGraphicFramePr>
        <p:xfrm>
          <a:off x="809038" y="33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08" name="Google Shape;4308;p181"/>
          <p:cNvSpPr txBox="1"/>
          <p:nvPr/>
        </p:nvSpPr>
        <p:spPr>
          <a:xfrm>
            <a:off x="695538" y="2997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9" name="Google Shape;4309;p181"/>
          <p:cNvSpPr txBox="1"/>
          <p:nvPr/>
        </p:nvSpPr>
        <p:spPr>
          <a:xfrm>
            <a:off x="794263" y="3638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10" name="Google Shape;4310;p181"/>
          <p:cNvGraphicFramePr/>
          <p:nvPr/>
        </p:nvGraphicFramePr>
        <p:xfrm>
          <a:off x="4785300" y="40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7 6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11" name="Google Shape;4311;p181"/>
          <p:cNvSpPr txBox="1"/>
          <p:nvPr/>
        </p:nvSpPr>
        <p:spPr>
          <a:xfrm>
            <a:off x="4690150" y="4430525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2" name="Google Shape;4312;p181"/>
          <p:cNvSpPr txBox="1"/>
          <p:nvPr/>
        </p:nvSpPr>
        <p:spPr>
          <a:xfrm>
            <a:off x="3552200" y="29673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13" name="Google Shape;4313;p181"/>
          <p:cNvGraphicFramePr/>
          <p:nvPr/>
        </p:nvGraphicFramePr>
        <p:xfrm>
          <a:off x="4785300" y="338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14" name="Google Shape;4314;p181"/>
          <p:cNvSpPr txBox="1"/>
          <p:nvPr/>
        </p:nvSpPr>
        <p:spPr>
          <a:xfrm>
            <a:off x="4671800" y="30280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5" name="Google Shape;4315;p181"/>
          <p:cNvSpPr txBox="1"/>
          <p:nvPr/>
        </p:nvSpPr>
        <p:spPr>
          <a:xfrm>
            <a:off x="4770525" y="36682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9" name="Shape 4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0" name="Google Shape;4320;p182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321" name="Google Shape;4321;p182"/>
          <p:cNvSpPr/>
          <p:nvPr/>
        </p:nvSpPr>
        <p:spPr>
          <a:xfrm>
            <a:off x="747600" y="267592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2" name="Google Shape;4322;p182"/>
          <p:cNvSpPr/>
          <p:nvPr/>
        </p:nvSpPr>
        <p:spPr>
          <a:xfrm>
            <a:off x="1416580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3" name="Google Shape;4323;p182"/>
          <p:cNvSpPr/>
          <p:nvPr/>
        </p:nvSpPr>
        <p:spPr>
          <a:xfrm>
            <a:off x="1128103" y="203652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4" name="Google Shape;4324;p182"/>
          <p:cNvSpPr/>
          <p:nvPr/>
        </p:nvSpPr>
        <p:spPr>
          <a:xfrm>
            <a:off x="2149903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5" name="Google Shape;4325;p182"/>
          <p:cNvSpPr/>
          <p:nvPr/>
        </p:nvSpPr>
        <p:spPr>
          <a:xfrm>
            <a:off x="3005355" y="26900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6" name="Google Shape;4326;p182"/>
          <p:cNvSpPr/>
          <p:nvPr/>
        </p:nvSpPr>
        <p:spPr>
          <a:xfrm>
            <a:off x="3738774" y="27145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7" name="Google Shape;4327;p182"/>
          <p:cNvSpPr/>
          <p:nvPr/>
        </p:nvSpPr>
        <p:spPr>
          <a:xfrm>
            <a:off x="3733028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8" name="Google Shape;4328;p182"/>
          <p:cNvSpPr/>
          <p:nvPr/>
        </p:nvSpPr>
        <p:spPr>
          <a:xfrm>
            <a:off x="3005355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9" name="Google Shape;4329;p182"/>
          <p:cNvCxnSpPr>
            <a:stCxn id="4321" idx="6"/>
            <a:endCxn id="4322" idx="2"/>
          </p:cNvCxnSpPr>
          <p:nvPr/>
        </p:nvCxnSpPr>
        <p:spPr>
          <a:xfrm>
            <a:off x="1128000" y="287212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330" name="Google Shape;4330;p182"/>
          <p:cNvCxnSpPr>
            <a:stCxn id="4322" idx="6"/>
            <a:endCxn id="4324" idx="2"/>
          </p:cNvCxnSpPr>
          <p:nvPr/>
        </p:nvCxnSpPr>
        <p:spPr>
          <a:xfrm>
            <a:off x="1796980" y="2886288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31" name="Google Shape;4331;p182"/>
          <p:cNvCxnSpPr>
            <a:stCxn id="4324" idx="6"/>
            <a:endCxn id="4325" idx="2"/>
          </p:cNvCxnSpPr>
          <p:nvPr/>
        </p:nvCxnSpPr>
        <p:spPr>
          <a:xfrm>
            <a:off x="2530303" y="2886288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32" name="Google Shape;4332;p182"/>
          <p:cNvCxnSpPr>
            <a:stCxn id="4328" idx="4"/>
            <a:endCxn id="4325" idx="0"/>
          </p:cNvCxnSpPr>
          <p:nvPr/>
        </p:nvCxnSpPr>
        <p:spPr>
          <a:xfrm>
            <a:off x="3195555" y="2402588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333" name="Google Shape;4333;p182"/>
          <p:cNvCxnSpPr>
            <a:stCxn id="4328" idx="6"/>
            <a:endCxn id="4327" idx="2"/>
          </p:cNvCxnSpPr>
          <p:nvPr/>
        </p:nvCxnSpPr>
        <p:spPr>
          <a:xfrm>
            <a:off x="3385755" y="220638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34" name="Google Shape;4334;p182"/>
          <p:cNvCxnSpPr>
            <a:stCxn id="4327" idx="4"/>
            <a:endCxn id="4326" idx="0"/>
          </p:cNvCxnSpPr>
          <p:nvPr/>
        </p:nvCxnSpPr>
        <p:spPr>
          <a:xfrm>
            <a:off x="3923228" y="2402588"/>
            <a:ext cx="5700" cy="31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35" name="Google Shape;4335;p182"/>
          <p:cNvCxnSpPr>
            <a:stCxn id="4327" idx="3"/>
            <a:endCxn id="4325" idx="7"/>
          </p:cNvCxnSpPr>
          <p:nvPr/>
        </p:nvCxnSpPr>
        <p:spPr>
          <a:xfrm flipH="1">
            <a:off x="3330037" y="234512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36" name="Google Shape;4336;p182"/>
          <p:cNvCxnSpPr>
            <a:stCxn id="4326" idx="2"/>
            <a:endCxn id="4325" idx="6"/>
          </p:cNvCxnSpPr>
          <p:nvPr/>
        </p:nvCxnSpPr>
        <p:spPr>
          <a:xfrm rot="10800000">
            <a:off x="3385674" y="288618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337" name="Google Shape;4337;p182"/>
          <p:cNvCxnSpPr>
            <a:stCxn id="4323" idx="5"/>
            <a:endCxn id="4322" idx="0"/>
          </p:cNvCxnSpPr>
          <p:nvPr/>
        </p:nvCxnSpPr>
        <p:spPr>
          <a:xfrm>
            <a:off x="1452795" y="237145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38" name="Google Shape;4338;p182"/>
          <p:cNvCxnSpPr>
            <a:stCxn id="4323" idx="3"/>
            <a:endCxn id="4321" idx="0"/>
          </p:cNvCxnSpPr>
          <p:nvPr/>
        </p:nvCxnSpPr>
        <p:spPr>
          <a:xfrm flipH="1">
            <a:off x="937812" y="2371458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339" name="Google Shape;4339;p182"/>
          <p:cNvSpPr/>
          <p:nvPr/>
        </p:nvSpPr>
        <p:spPr>
          <a:xfrm>
            <a:off x="4784425" y="270225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0" name="Google Shape;4340;p182"/>
          <p:cNvSpPr/>
          <p:nvPr/>
        </p:nvSpPr>
        <p:spPr>
          <a:xfrm>
            <a:off x="5453405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1" name="Google Shape;4341;p182"/>
          <p:cNvSpPr/>
          <p:nvPr/>
        </p:nvSpPr>
        <p:spPr>
          <a:xfrm>
            <a:off x="5164928" y="206284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2" name="Google Shape;4342;p182"/>
          <p:cNvSpPr/>
          <p:nvPr/>
        </p:nvSpPr>
        <p:spPr>
          <a:xfrm>
            <a:off x="6186728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3" name="Google Shape;4343;p182"/>
          <p:cNvSpPr/>
          <p:nvPr/>
        </p:nvSpPr>
        <p:spPr>
          <a:xfrm>
            <a:off x="7042180" y="27164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4" name="Google Shape;4344;p182"/>
          <p:cNvSpPr/>
          <p:nvPr/>
        </p:nvSpPr>
        <p:spPr>
          <a:xfrm>
            <a:off x="7775599" y="27409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5" name="Google Shape;4345;p182"/>
          <p:cNvSpPr/>
          <p:nvPr/>
        </p:nvSpPr>
        <p:spPr>
          <a:xfrm>
            <a:off x="7769853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6" name="Google Shape;4346;p182"/>
          <p:cNvSpPr/>
          <p:nvPr/>
        </p:nvSpPr>
        <p:spPr>
          <a:xfrm>
            <a:off x="7042180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7" name="Google Shape;4347;p182"/>
          <p:cNvCxnSpPr>
            <a:stCxn id="4339" idx="6"/>
            <a:endCxn id="4340" idx="2"/>
          </p:cNvCxnSpPr>
          <p:nvPr/>
        </p:nvCxnSpPr>
        <p:spPr>
          <a:xfrm>
            <a:off x="5164825" y="28984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48" name="Google Shape;4348;p182"/>
          <p:cNvCxnSpPr>
            <a:stCxn id="4340" idx="6"/>
            <a:endCxn id="4342" idx="2"/>
          </p:cNvCxnSpPr>
          <p:nvPr/>
        </p:nvCxnSpPr>
        <p:spPr>
          <a:xfrm>
            <a:off x="5833805" y="291261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349" name="Google Shape;4349;p182"/>
          <p:cNvCxnSpPr>
            <a:stCxn id="4342" idx="6"/>
            <a:endCxn id="4343" idx="2"/>
          </p:cNvCxnSpPr>
          <p:nvPr/>
        </p:nvCxnSpPr>
        <p:spPr>
          <a:xfrm>
            <a:off x="6567128" y="291261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350" name="Google Shape;4350;p182"/>
          <p:cNvCxnSpPr>
            <a:stCxn id="4346" idx="4"/>
            <a:endCxn id="4343" idx="0"/>
          </p:cNvCxnSpPr>
          <p:nvPr/>
        </p:nvCxnSpPr>
        <p:spPr>
          <a:xfrm>
            <a:off x="7232380" y="242891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51" name="Google Shape;4351;p182"/>
          <p:cNvCxnSpPr>
            <a:stCxn id="4346" idx="6"/>
            <a:endCxn id="4345" idx="2"/>
          </p:cNvCxnSpPr>
          <p:nvPr/>
        </p:nvCxnSpPr>
        <p:spPr>
          <a:xfrm>
            <a:off x="7422580" y="223271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352" name="Google Shape;4352;p182"/>
          <p:cNvCxnSpPr>
            <a:stCxn id="4345" idx="4"/>
            <a:endCxn id="4344" idx="0"/>
          </p:cNvCxnSpPr>
          <p:nvPr/>
        </p:nvCxnSpPr>
        <p:spPr>
          <a:xfrm>
            <a:off x="7960053" y="2428913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353" name="Google Shape;4353;p182"/>
          <p:cNvCxnSpPr>
            <a:stCxn id="4345" idx="3"/>
            <a:endCxn id="4343" idx="7"/>
          </p:cNvCxnSpPr>
          <p:nvPr/>
        </p:nvCxnSpPr>
        <p:spPr>
          <a:xfrm flipH="1">
            <a:off x="7366862" y="23714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354" name="Google Shape;4354;p182"/>
          <p:cNvCxnSpPr>
            <a:stCxn id="4344" idx="2"/>
            <a:endCxn id="4343" idx="6"/>
          </p:cNvCxnSpPr>
          <p:nvPr/>
        </p:nvCxnSpPr>
        <p:spPr>
          <a:xfrm rot="10800000">
            <a:off x="7422499" y="2912514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55" name="Google Shape;4355;p182"/>
          <p:cNvCxnSpPr>
            <a:stCxn id="4341" idx="5"/>
            <a:endCxn id="4340" idx="0"/>
          </p:cNvCxnSpPr>
          <p:nvPr/>
        </p:nvCxnSpPr>
        <p:spPr>
          <a:xfrm>
            <a:off x="5489620" y="239778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356" name="Google Shape;4356;p182"/>
          <p:cNvCxnSpPr>
            <a:stCxn id="4341" idx="3"/>
            <a:endCxn id="4339" idx="0"/>
          </p:cNvCxnSpPr>
          <p:nvPr/>
        </p:nvCxnSpPr>
        <p:spPr>
          <a:xfrm flipH="1">
            <a:off x="4974637" y="239778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357" name="Google Shape;4357;p182"/>
          <p:cNvSpPr txBox="1"/>
          <p:nvPr/>
        </p:nvSpPr>
        <p:spPr>
          <a:xfrm>
            <a:off x="563975" y="1440150"/>
            <a:ext cx="62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all the vertices from the stack and push them into the reference stack.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58" name="Google Shape;4358;p182"/>
          <p:cNvGraphicFramePr/>
          <p:nvPr/>
        </p:nvGraphicFramePr>
        <p:xfrm>
          <a:off x="809038" y="40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0 1 2 3 4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59" name="Google Shape;4359;p182"/>
          <p:cNvSpPr txBox="1"/>
          <p:nvPr/>
        </p:nvSpPr>
        <p:spPr>
          <a:xfrm>
            <a:off x="713875" y="4400325"/>
            <a:ext cx="795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0" name="Google Shape;4360;p182"/>
          <p:cNvSpPr txBox="1"/>
          <p:nvPr/>
        </p:nvSpPr>
        <p:spPr>
          <a:xfrm>
            <a:off x="-424062" y="2937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61" name="Google Shape;4361;p182"/>
          <p:cNvGraphicFramePr/>
          <p:nvPr/>
        </p:nvGraphicFramePr>
        <p:xfrm>
          <a:off x="809038" y="33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62" name="Google Shape;4362;p182"/>
          <p:cNvSpPr txBox="1"/>
          <p:nvPr/>
        </p:nvSpPr>
        <p:spPr>
          <a:xfrm>
            <a:off x="695538" y="2997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3" name="Google Shape;4363;p182"/>
          <p:cNvSpPr txBox="1"/>
          <p:nvPr/>
        </p:nvSpPr>
        <p:spPr>
          <a:xfrm>
            <a:off x="794263" y="3638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64" name="Google Shape;4364;p182"/>
          <p:cNvGraphicFramePr/>
          <p:nvPr/>
        </p:nvGraphicFramePr>
        <p:xfrm>
          <a:off x="4785300" y="40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7 6 5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65" name="Google Shape;4365;p182"/>
          <p:cNvSpPr txBox="1"/>
          <p:nvPr/>
        </p:nvSpPr>
        <p:spPr>
          <a:xfrm>
            <a:off x="4690150" y="4430525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6" name="Google Shape;4366;p182"/>
          <p:cNvSpPr txBox="1"/>
          <p:nvPr/>
        </p:nvSpPr>
        <p:spPr>
          <a:xfrm>
            <a:off x="3552200" y="29673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67" name="Google Shape;4367;p182"/>
          <p:cNvGraphicFramePr/>
          <p:nvPr/>
        </p:nvGraphicFramePr>
        <p:xfrm>
          <a:off x="4785300" y="338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68" name="Google Shape;4368;p182"/>
          <p:cNvSpPr txBox="1"/>
          <p:nvPr/>
        </p:nvSpPr>
        <p:spPr>
          <a:xfrm>
            <a:off x="4671800" y="30280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9" name="Google Shape;4369;p182"/>
          <p:cNvSpPr txBox="1"/>
          <p:nvPr/>
        </p:nvSpPr>
        <p:spPr>
          <a:xfrm>
            <a:off x="4770525" y="36682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3" name="Shape 4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4" name="Google Shape;4374;p183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375" name="Google Shape;4375;p183"/>
          <p:cNvSpPr/>
          <p:nvPr/>
        </p:nvSpPr>
        <p:spPr>
          <a:xfrm>
            <a:off x="747600" y="267592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6" name="Google Shape;4376;p183"/>
          <p:cNvSpPr/>
          <p:nvPr/>
        </p:nvSpPr>
        <p:spPr>
          <a:xfrm>
            <a:off x="1416580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7" name="Google Shape;4377;p183"/>
          <p:cNvSpPr/>
          <p:nvPr/>
        </p:nvSpPr>
        <p:spPr>
          <a:xfrm>
            <a:off x="1128103" y="203652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8" name="Google Shape;4378;p183"/>
          <p:cNvSpPr/>
          <p:nvPr/>
        </p:nvSpPr>
        <p:spPr>
          <a:xfrm>
            <a:off x="2149903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9" name="Google Shape;4379;p183"/>
          <p:cNvSpPr/>
          <p:nvPr/>
        </p:nvSpPr>
        <p:spPr>
          <a:xfrm>
            <a:off x="3005355" y="26900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0" name="Google Shape;4380;p183"/>
          <p:cNvSpPr/>
          <p:nvPr/>
        </p:nvSpPr>
        <p:spPr>
          <a:xfrm>
            <a:off x="3738774" y="27145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1" name="Google Shape;4381;p183"/>
          <p:cNvSpPr/>
          <p:nvPr/>
        </p:nvSpPr>
        <p:spPr>
          <a:xfrm>
            <a:off x="3733028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2" name="Google Shape;4382;p183"/>
          <p:cNvSpPr/>
          <p:nvPr/>
        </p:nvSpPr>
        <p:spPr>
          <a:xfrm>
            <a:off x="3005355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3" name="Google Shape;4383;p183"/>
          <p:cNvCxnSpPr>
            <a:stCxn id="4375" idx="6"/>
            <a:endCxn id="4376" idx="2"/>
          </p:cNvCxnSpPr>
          <p:nvPr/>
        </p:nvCxnSpPr>
        <p:spPr>
          <a:xfrm>
            <a:off x="1128000" y="287212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384" name="Google Shape;4384;p183"/>
          <p:cNvCxnSpPr>
            <a:stCxn id="4376" idx="6"/>
            <a:endCxn id="4378" idx="2"/>
          </p:cNvCxnSpPr>
          <p:nvPr/>
        </p:nvCxnSpPr>
        <p:spPr>
          <a:xfrm>
            <a:off x="1796980" y="2886288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85" name="Google Shape;4385;p183"/>
          <p:cNvCxnSpPr>
            <a:stCxn id="4378" idx="6"/>
            <a:endCxn id="4379" idx="2"/>
          </p:cNvCxnSpPr>
          <p:nvPr/>
        </p:nvCxnSpPr>
        <p:spPr>
          <a:xfrm>
            <a:off x="2530303" y="2886288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86" name="Google Shape;4386;p183"/>
          <p:cNvCxnSpPr>
            <a:stCxn id="4382" idx="4"/>
            <a:endCxn id="4379" idx="0"/>
          </p:cNvCxnSpPr>
          <p:nvPr/>
        </p:nvCxnSpPr>
        <p:spPr>
          <a:xfrm>
            <a:off x="3195555" y="2402588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387" name="Google Shape;4387;p183"/>
          <p:cNvCxnSpPr>
            <a:stCxn id="4382" idx="6"/>
            <a:endCxn id="4381" idx="2"/>
          </p:cNvCxnSpPr>
          <p:nvPr/>
        </p:nvCxnSpPr>
        <p:spPr>
          <a:xfrm>
            <a:off x="3385755" y="220638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88" name="Google Shape;4388;p183"/>
          <p:cNvCxnSpPr>
            <a:stCxn id="4381" idx="4"/>
            <a:endCxn id="4380" idx="0"/>
          </p:cNvCxnSpPr>
          <p:nvPr/>
        </p:nvCxnSpPr>
        <p:spPr>
          <a:xfrm>
            <a:off x="3923228" y="2402588"/>
            <a:ext cx="5700" cy="31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89" name="Google Shape;4389;p183"/>
          <p:cNvCxnSpPr>
            <a:stCxn id="4381" idx="3"/>
            <a:endCxn id="4379" idx="7"/>
          </p:cNvCxnSpPr>
          <p:nvPr/>
        </p:nvCxnSpPr>
        <p:spPr>
          <a:xfrm flipH="1">
            <a:off x="3330037" y="234512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90" name="Google Shape;4390;p183"/>
          <p:cNvCxnSpPr>
            <a:stCxn id="4380" idx="2"/>
            <a:endCxn id="4379" idx="6"/>
          </p:cNvCxnSpPr>
          <p:nvPr/>
        </p:nvCxnSpPr>
        <p:spPr>
          <a:xfrm rot="10800000">
            <a:off x="3385674" y="288618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391" name="Google Shape;4391;p183"/>
          <p:cNvCxnSpPr>
            <a:stCxn id="4377" idx="5"/>
            <a:endCxn id="4376" idx="0"/>
          </p:cNvCxnSpPr>
          <p:nvPr/>
        </p:nvCxnSpPr>
        <p:spPr>
          <a:xfrm>
            <a:off x="1452795" y="237145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92" name="Google Shape;4392;p183"/>
          <p:cNvCxnSpPr>
            <a:stCxn id="4377" idx="3"/>
            <a:endCxn id="4375" idx="0"/>
          </p:cNvCxnSpPr>
          <p:nvPr/>
        </p:nvCxnSpPr>
        <p:spPr>
          <a:xfrm flipH="1">
            <a:off x="937812" y="2371458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393" name="Google Shape;4393;p183"/>
          <p:cNvSpPr/>
          <p:nvPr/>
        </p:nvSpPr>
        <p:spPr>
          <a:xfrm>
            <a:off x="4784425" y="270225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4" name="Google Shape;4394;p183"/>
          <p:cNvSpPr/>
          <p:nvPr/>
        </p:nvSpPr>
        <p:spPr>
          <a:xfrm>
            <a:off x="5453405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5" name="Google Shape;4395;p183"/>
          <p:cNvSpPr/>
          <p:nvPr/>
        </p:nvSpPr>
        <p:spPr>
          <a:xfrm>
            <a:off x="5164928" y="206284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6" name="Google Shape;4396;p183"/>
          <p:cNvSpPr/>
          <p:nvPr/>
        </p:nvSpPr>
        <p:spPr>
          <a:xfrm>
            <a:off x="6186728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7" name="Google Shape;4397;p183"/>
          <p:cNvSpPr/>
          <p:nvPr/>
        </p:nvSpPr>
        <p:spPr>
          <a:xfrm>
            <a:off x="7042180" y="27164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8" name="Google Shape;4398;p183"/>
          <p:cNvSpPr/>
          <p:nvPr/>
        </p:nvSpPr>
        <p:spPr>
          <a:xfrm>
            <a:off x="7775599" y="27409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9" name="Google Shape;4399;p183"/>
          <p:cNvSpPr/>
          <p:nvPr/>
        </p:nvSpPr>
        <p:spPr>
          <a:xfrm>
            <a:off x="7769853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0" name="Google Shape;4400;p183"/>
          <p:cNvSpPr/>
          <p:nvPr/>
        </p:nvSpPr>
        <p:spPr>
          <a:xfrm>
            <a:off x="7042180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1" name="Google Shape;4401;p183"/>
          <p:cNvCxnSpPr>
            <a:stCxn id="4393" idx="6"/>
            <a:endCxn id="4394" idx="2"/>
          </p:cNvCxnSpPr>
          <p:nvPr/>
        </p:nvCxnSpPr>
        <p:spPr>
          <a:xfrm>
            <a:off x="5164825" y="28984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02" name="Google Shape;4402;p183"/>
          <p:cNvCxnSpPr>
            <a:stCxn id="4394" idx="6"/>
            <a:endCxn id="4396" idx="2"/>
          </p:cNvCxnSpPr>
          <p:nvPr/>
        </p:nvCxnSpPr>
        <p:spPr>
          <a:xfrm>
            <a:off x="5833805" y="291261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03" name="Google Shape;4403;p183"/>
          <p:cNvCxnSpPr>
            <a:stCxn id="4396" idx="6"/>
            <a:endCxn id="4397" idx="2"/>
          </p:cNvCxnSpPr>
          <p:nvPr/>
        </p:nvCxnSpPr>
        <p:spPr>
          <a:xfrm>
            <a:off x="6567128" y="291261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04" name="Google Shape;4404;p183"/>
          <p:cNvCxnSpPr>
            <a:stCxn id="4400" idx="4"/>
            <a:endCxn id="4397" idx="0"/>
          </p:cNvCxnSpPr>
          <p:nvPr/>
        </p:nvCxnSpPr>
        <p:spPr>
          <a:xfrm>
            <a:off x="7232380" y="242891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05" name="Google Shape;4405;p183"/>
          <p:cNvCxnSpPr>
            <a:stCxn id="4400" idx="6"/>
            <a:endCxn id="4399" idx="2"/>
          </p:cNvCxnSpPr>
          <p:nvPr/>
        </p:nvCxnSpPr>
        <p:spPr>
          <a:xfrm>
            <a:off x="7422580" y="223271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06" name="Google Shape;4406;p183"/>
          <p:cNvCxnSpPr>
            <a:stCxn id="4399" idx="4"/>
            <a:endCxn id="4398" idx="0"/>
          </p:cNvCxnSpPr>
          <p:nvPr/>
        </p:nvCxnSpPr>
        <p:spPr>
          <a:xfrm>
            <a:off x="7960053" y="2428913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07" name="Google Shape;4407;p183"/>
          <p:cNvCxnSpPr>
            <a:stCxn id="4399" idx="3"/>
            <a:endCxn id="4397" idx="7"/>
          </p:cNvCxnSpPr>
          <p:nvPr/>
        </p:nvCxnSpPr>
        <p:spPr>
          <a:xfrm flipH="1">
            <a:off x="7366862" y="23714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08" name="Google Shape;4408;p183"/>
          <p:cNvCxnSpPr>
            <a:stCxn id="4398" idx="2"/>
            <a:endCxn id="4397" idx="6"/>
          </p:cNvCxnSpPr>
          <p:nvPr/>
        </p:nvCxnSpPr>
        <p:spPr>
          <a:xfrm rot="10800000">
            <a:off x="7422499" y="2912514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09" name="Google Shape;4409;p183"/>
          <p:cNvCxnSpPr>
            <a:stCxn id="4395" idx="5"/>
            <a:endCxn id="4394" idx="0"/>
          </p:cNvCxnSpPr>
          <p:nvPr/>
        </p:nvCxnSpPr>
        <p:spPr>
          <a:xfrm>
            <a:off x="5489620" y="239778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10" name="Google Shape;4410;p183"/>
          <p:cNvCxnSpPr>
            <a:stCxn id="4395" idx="3"/>
            <a:endCxn id="4393" idx="0"/>
          </p:cNvCxnSpPr>
          <p:nvPr/>
        </p:nvCxnSpPr>
        <p:spPr>
          <a:xfrm flipH="1">
            <a:off x="4974637" y="239778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11" name="Google Shape;4411;p183"/>
          <p:cNvSpPr txBox="1"/>
          <p:nvPr/>
        </p:nvSpPr>
        <p:spPr>
          <a:xfrm>
            <a:off x="563975" y="1440150"/>
            <a:ext cx="62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all the vertices from the stack and push them into the reference stack.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12" name="Google Shape;4412;p183"/>
          <p:cNvGraphicFramePr/>
          <p:nvPr/>
        </p:nvGraphicFramePr>
        <p:xfrm>
          <a:off x="809038" y="40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0 1 2 3 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13" name="Google Shape;4413;p183"/>
          <p:cNvSpPr txBox="1"/>
          <p:nvPr/>
        </p:nvSpPr>
        <p:spPr>
          <a:xfrm>
            <a:off x="713875" y="4400325"/>
            <a:ext cx="795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4" name="Google Shape;4414;p183"/>
          <p:cNvSpPr txBox="1"/>
          <p:nvPr/>
        </p:nvSpPr>
        <p:spPr>
          <a:xfrm>
            <a:off x="-424062" y="2937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15" name="Google Shape;4415;p183"/>
          <p:cNvGraphicFramePr/>
          <p:nvPr/>
        </p:nvGraphicFramePr>
        <p:xfrm>
          <a:off x="809038" y="33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16" name="Google Shape;4416;p183"/>
          <p:cNvSpPr txBox="1"/>
          <p:nvPr/>
        </p:nvSpPr>
        <p:spPr>
          <a:xfrm>
            <a:off x="695538" y="2997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7" name="Google Shape;4417;p183"/>
          <p:cNvSpPr txBox="1"/>
          <p:nvPr/>
        </p:nvSpPr>
        <p:spPr>
          <a:xfrm>
            <a:off x="794263" y="3638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18" name="Google Shape;4418;p183"/>
          <p:cNvGraphicFramePr/>
          <p:nvPr/>
        </p:nvGraphicFramePr>
        <p:xfrm>
          <a:off x="4785300" y="40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7 6 5 4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19" name="Google Shape;4419;p183"/>
          <p:cNvSpPr txBox="1"/>
          <p:nvPr/>
        </p:nvSpPr>
        <p:spPr>
          <a:xfrm>
            <a:off x="4690150" y="4430525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0" name="Google Shape;4420;p183"/>
          <p:cNvSpPr txBox="1"/>
          <p:nvPr/>
        </p:nvSpPr>
        <p:spPr>
          <a:xfrm>
            <a:off x="3552200" y="29673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21" name="Google Shape;4421;p183"/>
          <p:cNvGraphicFramePr/>
          <p:nvPr/>
        </p:nvGraphicFramePr>
        <p:xfrm>
          <a:off x="4785300" y="338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22" name="Google Shape;4422;p183"/>
          <p:cNvSpPr txBox="1"/>
          <p:nvPr/>
        </p:nvSpPr>
        <p:spPr>
          <a:xfrm>
            <a:off x="4671800" y="30280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3" name="Google Shape;4423;p183"/>
          <p:cNvSpPr txBox="1"/>
          <p:nvPr/>
        </p:nvSpPr>
        <p:spPr>
          <a:xfrm>
            <a:off x="4770525" y="36682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7" name="Shape 4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8" name="Google Shape;4428;p184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429" name="Google Shape;4429;p184"/>
          <p:cNvSpPr/>
          <p:nvPr/>
        </p:nvSpPr>
        <p:spPr>
          <a:xfrm>
            <a:off x="747600" y="267592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0" name="Google Shape;4430;p184"/>
          <p:cNvSpPr/>
          <p:nvPr/>
        </p:nvSpPr>
        <p:spPr>
          <a:xfrm>
            <a:off x="1416580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1" name="Google Shape;4431;p184"/>
          <p:cNvSpPr/>
          <p:nvPr/>
        </p:nvSpPr>
        <p:spPr>
          <a:xfrm>
            <a:off x="1128103" y="203652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2" name="Google Shape;4432;p184"/>
          <p:cNvSpPr/>
          <p:nvPr/>
        </p:nvSpPr>
        <p:spPr>
          <a:xfrm>
            <a:off x="2149903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3" name="Google Shape;4433;p184"/>
          <p:cNvSpPr/>
          <p:nvPr/>
        </p:nvSpPr>
        <p:spPr>
          <a:xfrm>
            <a:off x="3005355" y="26900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4" name="Google Shape;4434;p184"/>
          <p:cNvSpPr/>
          <p:nvPr/>
        </p:nvSpPr>
        <p:spPr>
          <a:xfrm>
            <a:off x="3738774" y="27145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5" name="Google Shape;4435;p184"/>
          <p:cNvSpPr/>
          <p:nvPr/>
        </p:nvSpPr>
        <p:spPr>
          <a:xfrm>
            <a:off x="3733028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6" name="Google Shape;4436;p184"/>
          <p:cNvSpPr/>
          <p:nvPr/>
        </p:nvSpPr>
        <p:spPr>
          <a:xfrm>
            <a:off x="3005355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7" name="Google Shape;4437;p184"/>
          <p:cNvCxnSpPr>
            <a:stCxn id="4429" idx="6"/>
            <a:endCxn id="4430" idx="2"/>
          </p:cNvCxnSpPr>
          <p:nvPr/>
        </p:nvCxnSpPr>
        <p:spPr>
          <a:xfrm>
            <a:off x="1128000" y="287212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38" name="Google Shape;4438;p184"/>
          <p:cNvCxnSpPr>
            <a:stCxn id="4430" idx="6"/>
            <a:endCxn id="4432" idx="2"/>
          </p:cNvCxnSpPr>
          <p:nvPr/>
        </p:nvCxnSpPr>
        <p:spPr>
          <a:xfrm>
            <a:off x="1796980" y="2886288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39" name="Google Shape;4439;p184"/>
          <p:cNvCxnSpPr>
            <a:stCxn id="4432" idx="6"/>
            <a:endCxn id="4433" idx="2"/>
          </p:cNvCxnSpPr>
          <p:nvPr/>
        </p:nvCxnSpPr>
        <p:spPr>
          <a:xfrm>
            <a:off x="2530303" y="2886288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40" name="Google Shape;4440;p184"/>
          <p:cNvCxnSpPr>
            <a:stCxn id="4436" idx="4"/>
            <a:endCxn id="4433" idx="0"/>
          </p:cNvCxnSpPr>
          <p:nvPr/>
        </p:nvCxnSpPr>
        <p:spPr>
          <a:xfrm>
            <a:off x="3195555" y="2402588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41" name="Google Shape;4441;p184"/>
          <p:cNvCxnSpPr>
            <a:stCxn id="4436" idx="6"/>
            <a:endCxn id="4435" idx="2"/>
          </p:cNvCxnSpPr>
          <p:nvPr/>
        </p:nvCxnSpPr>
        <p:spPr>
          <a:xfrm>
            <a:off x="3385755" y="220638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42" name="Google Shape;4442;p184"/>
          <p:cNvCxnSpPr>
            <a:stCxn id="4435" idx="4"/>
            <a:endCxn id="4434" idx="0"/>
          </p:cNvCxnSpPr>
          <p:nvPr/>
        </p:nvCxnSpPr>
        <p:spPr>
          <a:xfrm>
            <a:off x="3923228" y="2402588"/>
            <a:ext cx="5700" cy="31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43" name="Google Shape;4443;p184"/>
          <p:cNvCxnSpPr>
            <a:stCxn id="4435" idx="3"/>
            <a:endCxn id="4433" idx="7"/>
          </p:cNvCxnSpPr>
          <p:nvPr/>
        </p:nvCxnSpPr>
        <p:spPr>
          <a:xfrm flipH="1">
            <a:off x="3330037" y="234512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44" name="Google Shape;4444;p184"/>
          <p:cNvCxnSpPr>
            <a:stCxn id="4434" idx="2"/>
            <a:endCxn id="4433" idx="6"/>
          </p:cNvCxnSpPr>
          <p:nvPr/>
        </p:nvCxnSpPr>
        <p:spPr>
          <a:xfrm rot="10800000">
            <a:off x="3385674" y="288618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45" name="Google Shape;4445;p184"/>
          <p:cNvCxnSpPr>
            <a:stCxn id="4431" idx="5"/>
            <a:endCxn id="4430" idx="0"/>
          </p:cNvCxnSpPr>
          <p:nvPr/>
        </p:nvCxnSpPr>
        <p:spPr>
          <a:xfrm>
            <a:off x="1452795" y="237145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46" name="Google Shape;4446;p184"/>
          <p:cNvCxnSpPr>
            <a:stCxn id="4431" idx="3"/>
            <a:endCxn id="4429" idx="0"/>
          </p:cNvCxnSpPr>
          <p:nvPr/>
        </p:nvCxnSpPr>
        <p:spPr>
          <a:xfrm flipH="1">
            <a:off x="937812" y="2371458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447" name="Google Shape;4447;p184"/>
          <p:cNvSpPr/>
          <p:nvPr/>
        </p:nvSpPr>
        <p:spPr>
          <a:xfrm>
            <a:off x="4784425" y="270225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8" name="Google Shape;4448;p184"/>
          <p:cNvSpPr/>
          <p:nvPr/>
        </p:nvSpPr>
        <p:spPr>
          <a:xfrm>
            <a:off x="5453405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9" name="Google Shape;4449;p184"/>
          <p:cNvSpPr/>
          <p:nvPr/>
        </p:nvSpPr>
        <p:spPr>
          <a:xfrm>
            <a:off x="5164928" y="206284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0" name="Google Shape;4450;p184"/>
          <p:cNvSpPr/>
          <p:nvPr/>
        </p:nvSpPr>
        <p:spPr>
          <a:xfrm>
            <a:off x="6186728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1" name="Google Shape;4451;p184"/>
          <p:cNvSpPr/>
          <p:nvPr/>
        </p:nvSpPr>
        <p:spPr>
          <a:xfrm>
            <a:off x="7042180" y="27164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2" name="Google Shape;4452;p184"/>
          <p:cNvSpPr/>
          <p:nvPr/>
        </p:nvSpPr>
        <p:spPr>
          <a:xfrm>
            <a:off x="7775599" y="27409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3" name="Google Shape;4453;p184"/>
          <p:cNvSpPr/>
          <p:nvPr/>
        </p:nvSpPr>
        <p:spPr>
          <a:xfrm>
            <a:off x="7769853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4" name="Google Shape;4454;p184"/>
          <p:cNvSpPr/>
          <p:nvPr/>
        </p:nvSpPr>
        <p:spPr>
          <a:xfrm>
            <a:off x="7042180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5" name="Google Shape;4455;p184"/>
          <p:cNvCxnSpPr>
            <a:stCxn id="4447" idx="6"/>
            <a:endCxn id="4448" idx="2"/>
          </p:cNvCxnSpPr>
          <p:nvPr/>
        </p:nvCxnSpPr>
        <p:spPr>
          <a:xfrm>
            <a:off x="5164825" y="28984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56" name="Google Shape;4456;p184"/>
          <p:cNvCxnSpPr>
            <a:stCxn id="4448" idx="6"/>
            <a:endCxn id="4450" idx="2"/>
          </p:cNvCxnSpPr>
          <p:nvPr/>
        </p:nvCxnSpPr>
        <p:spPr>
          <a:xfrm>
            <a:off x="5833805" y="291261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57" name="Google Shape;4457;p184"/>
          <p:cNvCxnSpPr>
            <a:stCxn id="4450" idx="6"/>
            <a:endCxn id="4451" idx="2"/>
          </p:cNvCxnSpPr>
          <p:nvPr/>
        </p:nvCxnSpPr>
        <p:spPr>
          <a:xfrm>
            <a:off x="6567128" y="291261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58" name="Google Shape;4458;p184"/>
          <p:cNvCxnSpPr>
            <a:stCxn id="4454" idx="4"/>
            <a:endCxn id="4451" idx="0"/>
          </p:cNvCxnSpPr>
          <p:nvPr/>
        </p:nvCxnSpPr>
        <p:spPr>
          <a:xfrm>
            <a:off x="7232380" y="242891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59" name="Google Shape;4459;p184"/>
          <p:cNvCxnSpPr>
            <a:stCxn id="4454" idx="6"/>
            <a:endCxn id="4453" idx="2"/>
          </p:cNvCxnSpPr>
          <p:nvPr/>
        </p:nvCxnSpPr>
        <p:spPr>
          <a:xfrm>
            <a:off x="7422580" y="223271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60" name="Google Shape;4460;p184"/>
          <p:cNvCxnSpPr>
            <a:stCxn id="4453" idx="4"/>
            <a:endCxn id="4452" idx="0"/>
          </p:cNvCxnSpPr>
          <p:nvPr/>
        </p:nvCxnSpPr>
        <p:spPr>
          <a:xfrm>
            <a:off x="7960053" y="2428913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61" name="Google Shape;4461;p184"/>
          <p:cNvCxnSpPr>
            <a:stCxn id="4453" idx="3"/>
            <a:endCxn id="4451" idx="7"/>
          </p:cNvCxnSpPr>
          <p:nvPr/>
        </p:nvCxnSpPr>
        <p:spPr>
          <a:xfrm flipH="1">
            <a:off x="7366862" y="23714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62" name="Google Shape;4462;p184"/>
          <p:cNvCxnSpPr>
            <a:stCxn id="4452" idx="2"/>
            <a:endCxn id="4451" idx="6"/>
          </p:cNvCxnSpPr>
          <p:nvPr/>
        </p:nvCxnSpPr>
        <p:spPr>
          <a:xfrm rot="10800000">
            <a:off x="7422499" y="2912514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63" name="Google Shape;4463;p184"/>
          <p:cNvCxnSpPr>
            <a:stCxn id="4449" idx="5"/>
            <a:endCxn id="4448" idx="0"/>
          </p:cNvCxnSpPr>
          <p:nvPr/>
        </p:nvCxnSpPr>
        <p:spPr>
          <a:xfrm>
            <a:off x="5489620" y="239778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64" name="Google Shape;4464;p184"/>
          <p:cNvCxnSpPr>
            <a:stCxn id="4449" idx="3"/>
            <a:endCxn id="4447" idx="0"/>
          </p:cNvCxnSpPr>
          <p:nvPr/>
        </p:nvCxnSpPr>
        <p:spPr>
          <a:xfrm flipH="1">
            <a:off x="4974637" y="239778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65" name="Google Shape;4465;p184"/>
          <p:cNvSpPr txBox="1"/>
          <p:nvPr/>
        </p:nvSpPr>
        <p:spPr>
          <a:xfrm>
            <a:off x="563975" y="1440150"/>
            <a:ext cx="62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all the vertices from the stack and push them into the reference stack.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66" name="Google Shape;4466;p184"/>
          <p:cNvGraphicFramePr/>
          <p:nvPr/>
        </p:nvGraphicFramePr>
        <p:xfrm>
          <a:off x="809038" y="40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0 1 2  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67" name="Google Shape;4467;p184"/>
          <p:cNvSpPr txBox="1"/>
          <p:nvPr/>
        </p:nvSpPr>
        <p:spPr>
          <a:xfrm>
            <a:off x="713875" y="4400325"/>
            <a:ext cx="795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8" name="Google Shape;4468;p184"/>
          <p:cNvSpPr txBox="1"/>
          <p:nvPr/>
        </p:nvSpPr>
        <p:spPr>
          <a:xfrm>
            <a:off x="-424062" y="2937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69" name="Google Shape;4469;p184"/>
          <p:cNvGraphicFramePr/>
          <p:nvPr/>
        </p:nvGraphicFramePr>
        <p:xfrm>
          <a:off x="809038" y="33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70" name="Google Shape;4470;p184"/>
          <p:cNvSpPr txBox="1"/>
          <p:nvPr/>
        </p:nvSpPr>
        <p:spPr>
          <a:xfrm>
            <a:off x="695538" y="2997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1" name="Google Shape;4471;p184"/>
          <p:cNvSpPr txBox="1"/>
          <p:nvPr/>
        </p:nvSpPr>
        <p:spPr>
          <a:xfrm>
            <a:off x="794263" y="3638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72" name="Google Shape;4472;p184"/>
          <p:cNvGraphicFramePr/>
          <p:nvPr/>
        </p:nvGraphicFramePr>
        <p:xfrm>
          <a:off x="4785300" y="40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7  6  5  4  3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73" name="Google Shape;4473;p184"/>
          <p:cNvSpPr txBox="1"/>
          <p:nvPr/>
        </p:nvSpPr>
        <p:spPr>
          <a:xfrm>
            <a:off x="4690150" y="4430525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4" name="Google Shape;4474;p184"/>
          <p:cNvSpPr txBox="1"/>
          <p:nvPr/>
        </p:nvSpPr>
        <p:spPr>
          <a:xfrm>
            <a:off x="3552200" y="29673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75" name="Google Shape;4475;p184"/>
          <p:cNvGraphicFramePr/>
          <p:nvPr/>
        </p:nvGraphicFramePr>
        <p:xfrm>
          <a:off x="4785300" y="338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76" name="Google Shape;4476;p184"/>
          <p:cNvSpPr txBox="1"/>
          <p:nvPr/>
        </p:nvSpPr>
        <p:spPr>
          <a:xfrm>
            <a:off x="4671800" y="30280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7" name="Google Shape;4477;p184"/>
          <p:cNvSpPr txBox="1"/>
          <p:nvPr/>
        </p:nvSpPr>
        <p:spPr>
          <a:xfrm>
            <a:off x="4770525" y="36682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1" name="Shape 4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2" name="Google Shape;4482;p185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483" name="Google Shape;4483;p185"/>
          <p:cNvSpPr/>
          <p:nvPr/>
        </p:nvSpPr>
        <p:spPr>
          <a:xfrm>
            <a:off x="747600" y="267592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4" name="Google Shape;4484;p185"/>
          <p:cNvSpPr/>
          <p:nvPr/>
        </p:nvSpPr>
        <p:spPr>
          <a:xfrm>
            <a:off x="1416580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5" name="Google Shape;4485;p185"/>
          <p:cNvSpPr/>
          <p:nvPr/>
        </p:nvSpPr>
        <p:spPr>
          <a:xfrm>
            <a:off x="1128103" y="203652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6" name="Google Shape;4486;p185"/>
          <p:cNvSpPr/>
          <p:nvPr/>
        </p:nvSpPr>
        <p:spPr>
          <a:xfrm>
            <a:off x="2149903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7" name="Google Shape;4487;p185"/>
          <p:cNvSpPr/>
          <p:nvPr/>
        </p:nvSpPr>
        <p:spPr>
          <a:xfrm>
            <a:off x="3005355" y="26900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8" name="Google Shape;4488;p185"/>
          <p:cNvSpPr/>
          <p:nvPr/>
        </p:nvSpPr>
        <p:spPr>
          <a:xfrm>
            <a:off x="3738774" y="27145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9" name="Google Shape;4489;p185"/>
          <p:cNvSpPr/>
          <p:nvPr/>
        </p:nvSpPr>
        <p:spPr>
          <a:xfrm>
            <a:off x="3733028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0" name="Google Shape;4490;p185"/>
          <p:cNvSpPr/>
          <p:nvPr/>
        </p:nvSpPr>
        <p:spPr>
          <a:xfrm>
            <a:off x="3005355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91" name="Google Shape;4491;p185"/>
          <p:cNvCxnSpPr>
            <a:stCxn id="4483" idx="6"/>
            <a:endCxn id="4484" idx="2"/>
          </p:cNvCxnSpPr>
          <p:nvPr/>
        </p:nvCxnSpPr>
        <p:spPr>
          <a:xfrm>
            <a:off x="1128000" y="287212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92" name="Google Shape;4492;p185"/>
          <p:cNvCxnSpPr>
            <a:stCxn id="4484" idx="6"/>
            <a:endCxn id="4486" idx="2"/>
          </p:cNvCxnSpPr>
          <p:nvPr/>
        </p:nvCxnSpPr>
        <p:spPr>
          <a:xfrm>
            <a:off x="1796980" y="2886288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93" name="Google Shape;4493;p185"/>
          <p:cNvCxnSpPr>
            <a:stCxn id="4486" idx="6"/>
            <a:endCxn id="4487" idx="2"/>
          </p:cNvCxnSpPr>
          <p:nvPr/>
        </p:nvCxnSpPr>
        <p:spPr>
          <a:xfrm>
            <a:off x="2530303" y="2886288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94" name="Google Shape;4494;p185"/>
          <p:cNvCxnSpPr>
            <a:stCxn id="4490" idx="4"/>
            <a:endCxn id="4487" idx="0"/>
          </p:cNvCxnSpPr>
          <p:nvPr/>
        </p:nvCxnSpPr>
        <p:spPr>
          <a:xfrm>
            <a:off x="3195555" y="2402588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95" name="Google Shape;4495;p185"/>
          <p:cNvCxnSpPr>
            <a:stCxn id="4490" idx="6"/>
            <a:endCxn id="4489" idx="2"/>
          </p:cNvCxnSpPr>
          <p:nvPr/>
        </p:nvCxnSpPr>
        <p:spPr>
          <a:xfrm>
            <a:off x="3385755" y="220638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96" name="Google Shape;4496;p185"/>
          <p:cNvCxnSpPr>
            <a:stCxn id="4489" idx="4"/>
            <a:endCxn id="4488" idx="0"/>
          </p:cNvCxnSpPr>
          <p:nvPr/>
        </p:nvCxnSpPr>
        <p:spPr>
          <a:xfrm>
            <a:off x="3923228" y="2402588"/>
            <a:ext cx="5700" cy="31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97" name="Google Shape;4497;p185"/>
          <p:cNvCxnSpPr>
            <a:stCxn id="4489" idx="3"/>
            <a:endCxn id="4487" idx="7"/>
          </p:cNvCxnSpPr>
          <p:nvPr/>
        </p:nvCxnSpPr>
        <p:spPr>
          <a:xfrm flipH="1">
            <a:off x="3330037" y="234512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98" name="Google Shape;4498;p185"/>
          <p:cNvCxnSpPr>
            <a:stCxn id="4488" idx="2"/>
            <a:endCxn id="4487" idx="6"/>
          </p:cNvCxnSpPr>
          <p:nvPr/>
        </p:nvCxnSpPr>
        <p:spPr>
          <a:xfrm rot="10800000">
            <a:off x="3385674" y="288618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99" name="Google Shape;4499;p185"/>
          <p:cNvCxnSpPr>
            <a:stCxn id="4485" idx="5"/>
            <a:endCxn id="4484" idx="0"/>
          </p:cNvCxnSpPr>
          <p:nvPr/>
        </p:nvCxnSpPr>
        <p:spPr>
          <a:xfrm>
            <a:off x="1452795" y="237145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00" name="Google Shape;4500;p185"/>
          <p:cNvCxnSpPr>
            <a:stCxn id="4485" idx="3"/>
            <a:endCxn id="4483" idx="0"/>
          </p:cNvCxnSpPr>
          <p:nvPr/>
        </p:nvCxnSpPr>
        <p:spPr>
          <a:xfrm flipH="1">
            <a:off x="937812" y="2371458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501" name="Google Shape;4501;p185"/>
          <p:cNvSpPr/>
          <p:nvPr/>
        </p:nvSpPr>
        <p:spPr>
          <a:xfrm>
            <a:off x="4784425" y="270225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2" name="Google Shape;4502;p185"/>
          <p:cNvSpPr/>
          <p:nvPr/>
        </p:nvSpPr>
        <p:spPr>
          <a:xfrm>
            <a:off x="5453405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3" name="Google Shape;4503;p185"/>
          <p:cNvSpPr/>
          <p:nvPr/>
        </p:nvSpPr>
        <p:spPr>
          <a:xfrm>
            <a:off x="5164928" y="206284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4" name="Google Shape;4504;p185"/>
          <p:cNvSpPr/>
          <p:nvPr/>
        </p:nvSpPr>
        <p:spPr>
          <a:xfrm>
            <a:off x="6186728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5" name="Google Shape;4505;p185"/>
          <p:cNvSpPr/>
          <p:nvPr/>
        </p:nvSpPr>
        <p:spPr>
          <a:xfrm>
            <a:off x="7042180" y="27164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6" name="Google Shape;4506;p185"/>
          <p:cNvSpPr/>
          <p:nvPr/>
        </p:nvSpPr>
        <p:spPr>
          <a:xfrm>
            <a:off x="7775599" y="27409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7" name="Google Shape;4507;p185"/>
          <p:cNvSpPr/>
          <p:nvPr/>
        </p:nvSpPr>
        <p:spPr>
          <a:xfrm>
            <a:off x="7769853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8" name="Google Shape;4508;p185"/>
          <p:cNvSpPr/>
          <p:nvPr/>
        </p:nvSpPr>
        <p:spPr>
          <a:xfrm>
            <a:off x="7042180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9" name="Google Shape;4509;p185"/>
          <p:cNvCxnSpPr>
            <a:stCxn id="4501" idx="6"/>
            <a:endCxn id="4502" idx="2"/>
          </p:cNvCxnSpPr>
          <p:nvPr/>
        </p:nvCxnSpPr>
        <p:spPr>
          <a:xfrm>
            <a:off x="5164825" y="28984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10" name="Google Shape;4510;p185"/>
          <p:cNvCxnSpPr>
            <a:stCxn id="4502" idx="6"/>
            <a:endCxn id="4504" idx="2"/>
          </p:cNvCxnSpPr>
          <p:nvPr/>
        </p:nvCxnSpPr>
        <p:spPr>
          <a:xfrm>
            <a:off x="5833805" y="291261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11" name="Google Shape;4511;p185"/>
          <p:cNvCxnSpPr>
            <a:stCxn id="4504" idx="6"/>
            <a:endCxn id="4505" idx="2"/>
          </p:cNvCxnSpPr>
          <p:nvPr/>
        </p:nvCxnSpPr>
        <p:spPr>
          <a:xfrm>
            <a:off x="6567128" y="291261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12" name="Google Shape;4512;p185"/>
          <p:cNvCxnSpPr>
            <a:stCxn id="4508" idx="4"/>
            <a:endCxn id="4505" idx="0"/>
          </p:cNvCxnSpPr>
          <p:nvPr/>
        </p:nvCxnSpPr>
        <p:spPr>
          <a:xfrm>
            <a:off x="7232380" y="242891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13" name="Google Shape;4513;p185"/>
          <p:cNvCxnSpPr>
            <a:stCxn id="4508" idx="6"/>
            <a:endCxn id="4507" idx="2"/>
          </p:cNvCxnSpPr>
          <p:nvPr/>
        </p:nvCxnSpPr>
        <p:spPr>
          <a:xfrm>
            <a:off x="7422580" y="223271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14" name="Google Shape;4514;p185"/>
          <p:cNvCxnSpPr>
            <a:stCxn id="4507" idx="4"/>
            <a:endCxn id="4506" idx="0"/>
          </p:cNvCxnSpPr>
          <p:nvPr/>
        </p:nvCxnSpPr>
        <p:spPr>
          <a:xfrm>
            <a:off x="7960053" y="2428913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15" name="Google Shape;4515;p185"/>
          <p:cNvCxnSpPr>
            <a:stCxn id="4507" idx="3"/>
            <a:endCxn id="4505" idx="7"/>
          </p:cNvCxnSpPr>
          <p:nvPr/>
        </p:nvCxnSpPr>
        <p:spPr>
          <a:xfrm flipH="1">
            <a:off x="7366862" y="23714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16" name="Google Shape;4516;p185"/>
          <p:cNvCxnSpPr>
            <a:stCxn id="4506" idx="2"/>
            <a:endCxn id="4505" idx="6"/>
          </p:cNvCxnSpPr>
          <p:nvPr/>
        </p:nvCxnSpPr>
        <p:spPr>
          <a:xfrm rot="10800000">
            <a:off x="7422499" y="2912514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17" name="Google Shape;4517;p185"/>
          <p:cNvCxnSpPr>
            <a:stCxn id="4503" idx="5"/>
            <a:endCxn id="4502" idx="0"/>
          </p:cNvCxnSpPr>
          <p:nvPr/>
        </p:nvCxnSpPr>
        <p:spPr>
          <a:xfrm>
            <a:off x="5489620" y="239778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18" name="Google Shape;4518;p185"/>
          <p:cNvCxnSpPr>
            <a:stCxn id="4503" idx="3"/>
            <a:endCxn id="4501" idx="0"/>
          </p:cNvCxnSpPr>
          <p:nvPr/>
        </p:nvCxnSpPr>
        <p:spPr>
          <a:xfrm flipH="1">
            <a:off x="4974637" y="239778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519" name="Google Shape;4519;p185"/>
          <p:cNvSpPr txBox="1"/>
          <p:nvPr/>
        </p:nvSpPr>
        <p:spPr>
          <a:xfrm>
            <a:off x="563975" y="1440150"/>
            <a:ext cx="62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all the vertices from the stack and push them into the reference stack.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20" name="Google Shape;4520;p185"/>
          <p:cNvGraphicFramePr/>
          <p:nvPr/>
        </p:nvGraphicFramePr>
        <p:xfrm>
          <a:off x="809038" y="40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0 1  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21" name="Google Shape;4521;p185"/>
          <p:cNvSpPr txBox="1"/>
          <p:nvPr/>
        </p:nvSpPr>
        <p:spPr>
          <a:xfrm>
            <a:off x="713875" y="4400325"/>
            <a:ext cx="795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2" name="Google Shape;4522;p185"/>
          <p:cNvSpPr txBox="1"/>
          <p:nvPr/>
        </p:nvSpPr>
        <p:spPr>
          <a:xfrm>
            <a:off x="-424062" y="2937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23" name="Google Shape;4523;p185"/>
          <p:cNvGraphicFramePr/>
          <p:nvPr/>
        </p:nvGraphicFramePr>
        <p:xfrm>
          <a:off x="809038" y="33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24" name="Google Shape;4524;p185"/>
          <p:cNvSpPr txBox="1"/>
          <p:nvPr/>
        </p:nvSpPr>
        <p:spPr>
          <a:xfrm>
            <a:off x="695538" y="2997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5" name="Google Shape;4525;p185"/>
          <p:cNvSpPr txBox="1"/>
          <p:nvPr/>
        </p:nvSpPr>
        <p:spPr>
          <a:xfrm>
            <a:off x="794263" y="3638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26" name="Google Shape;4526;p185"/>
          <p:cNvGraphicFramePr/>
          <p:nvPr/>
        </p:nvGraphicFramePr>
        <p:xfrm>
          <a:off x="4785300" y="40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7  6  5  4  3  2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27" name="Google Shape;4527;p185"/>
          <p:cNvSpPr txBox="1"/>
          <p:nvPr/>
        </p:nvSpPr>
        <p:spPr>
          <a:xfrm>
            <a:off x="4690150" y="4430525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8" name="Google Shape;4528;p185"/>
          <p:cNvSpPr txBox="1"/>
          <p:nvPr/>
        </p:nvSpPr>
        <p:spPr>
          <a:xfrm>
            <a:off x="3552200" y="29673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29" name="Google Shape;4529;p185"/>
          <p:cNvGraphicFramePr/>
          <p:nvPr/>
        </p:nvGraphicFramePr>
        <p:xfrm>
          <a:off x="4785300" y="338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30" name="Google Shape;4530;p185"/>
          <p:cNvSpPr txBox="1"/>
          <p:nvPr/>
        </p:nvSpPr>
        <p:spPr>
          <a:xfrm>
            <a:off x="4671800" y="30280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1" name="Google Shape;4531;p185"/>
          <p:cNvSpPr txBox="1"/>
          <p:nvPr/>
        </p:nvSpPr>
        <p:spPr>
          <a:xfrm>
            <a:off x="4770525" y="36682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5" name="Shape 4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" name="Google Shape;4536;p186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537" name="Google Shape;4537;p186"/>
          <p:cNvSpPr/>
          <p:nvPr/>
        </p:nvSpPr>
        <p:spPr>
          <a:xfrm>
            <a:off x="747600" y="267592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8" name="Google Shape;4538;p186"/>
          <p:cNvSpPr/>
          <p:nvPr/>
        </p:nvSpPr>
        <p:spPr>
          <a:xfrm>
            <a:off x="1416580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9" name="Google Shape;4539;p186"/>
          <p:cNvSpPr/>
          <p:nvPr/>
        </p:nvSpPr>
        <p:spPr>
          <a:xfrm>
            <a:off x="1128103" y="203652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0" name="Google Shape;4540;p186"/>
          <p:cNvSpPr/>
          <p:nvPr/>
        </p:nvSpPr>
        <p:spPr>
          <a:xfrm>
            <a:off x="2149903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1" name="Google Shape;4541;p186"/>
          <p:cNvSpPr/>
          <p:nvPr/>
        </p:nvSpPr>
        <p:spPr>
          <a:xfrm>
            <a:off x="3005355" y="26900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2" name="Google Shape;4542;p186"/>
          <p:cNvSpPr/>
          <p:nvPr/>
        </p:nvSpPr>
        <p:spPr>
          <a:xfrm>
            <a:off x="3738774" y="27145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3" name="Google Shape;4543;p186"/>
          <p:cNvSpPr/>
          <p:nvPr/>
        </p:nvSpPr>
        <p:spPr>
          <a:xfrm>
            <a:off x="3733028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4" name="Google Shape;4544;p186"/>
          <p:cNvSpPr/>
          <p:nvPr/>
        </p:nvSpPr>
        <p:spPr>
          <a:xfrm>
            <a:off x="3005355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45" name="Google Shape;4545;p186"/>
          <p:cNvCxnSpPr>
            <a:stCxn id="4537" idx="6"/>
            <a:endCxn id="4538" idx="2"/>
          </p:cNvCxnSpPr>
          <p:nvPr/>
        </p:nvCxnSpPr>
        <p:spPr>
          <a:xfrm>
            <a:off x="1128000" y="287212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46" name="Google Shape;4546;p186"/>
          <p:cNvCxnSpPr>
            <a:stCxn id="4538" idx="6"/>
            <a:endCxn id="4540" idx="2"/>
          </p:cNvCxnSpPr>
          <p:nvPr/>
        </p:nvCxnSpPr>
        <p:spPr>
          <a:xfrm>
            <a:off x="1796980" y="2886288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47" name="Google Shape;4547;p186"/>
          <p:cNvCxnSpPr>
            <a:stCxn id="4540" idx="6"/>
            <a:endCxn id="4541" idx="2"/>
          </p:cNvCxnSpPr>
          <p:nvPr/>
        </p:nvCxnSpPr>
        <p:spPr>
          <a:xfrm>
            <a:off x="2530303" y="2886288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48" name="Google Shape;4548;p186"/>
          <p:cNvCxnSpPr>
            <a:stCxn id="4544" idx="4"/>
            <a:endCxn id="4541" idx="0"/>
          </p:cNvCxnSpPr>
          <p:nvPr/>
        </p:nvCxnSpPr>
        <p:spPr>
          <a:xfrm>
            <a:off x="3195555" y="2402588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49" name="Google Shape;4549;p186"/>
          <p:cNvCxnSpPr>
            <a:stCxn id="4544" idx="6"/>
            <a:endCxn id="4543" idx="2"/>
          </p:cNvCxnSpPr>
          <p:nvPr/>
        </p:nvCxnSpPr>
        <p:spPr>
          <a:xfrm>
            <a:off x="3385755" y="220638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50" name="Google Shape;4550;p186"/>
          <p:cNvCxnSpPr>
            <a:stCxn id="4543" idx="4"/>
            <a:endCxn id="4542" idx="0"/>
          </p:cNvCxnSpPr>
          <p:nvPr/>
        </p:nvCxnSpPr>
        <p:spPr>
          <a:xfrm>
            <a:off x="3923228" y="2402588"/>
            <a:ext cx="5700" cy="31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51" name="Google Shape;4551;p186"/>
          <p:cNvCxnSpPr>
            <a:stCxn id="4543" idx="3"/>
            <a:endCxn id="4541" idx="7"/>
          </p:cNvCxnSpPr>
          <p:nvPr/>
        </p:nvCxnSpPr>
        <p:spPr>
          <a:xfrm flipH="1">
            <a:off x="3330037" y="234512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52" name="Google Shape;4552;p186"/>
          <p:cNvCxnSpPr>
            <a:stCxn id="4542" idx="2"/>
            <a:endCxn id="4541" idx="6"/>
          </p:cNvCxnSpPr>
          <p:nvPr/>
        </p:nvCxnSpPr>
        <p:spPr>
          <a:xfrm rot="10800000">
            <a:off x="3385674" y="288618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53" name="Google Shape;4553;p186"/>
          <p:cNvCxnSpPr>
            <a:stCxn id="4539" idx="5"/>
            <a:endCxn id="4538" idx="0"/>
          </p:cNvCxnSpPr>
          <p:nvPr/>
        </p:nvCxnSpPr>
        <p:spPr>
          <a:xfrm>
            <a:off x="1452795" y="237145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54" name="Google Shape;4554;p186"/>
          <p:cNvCxnSpPr>
            <a:stCxn id="4539" idx="3"/>
            <a:endCxn id="4537" idx="0"/>
          </p:cNvCxnSpPr>
          <p:nvPr/>
        </p:nvCxnSpPr>
        <p:spPr>
          <a:xfrm flipH="1">
            <a:off x="937812" y="2371458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555" name="Google Shape;4555;p186"/>
          <p:cNvSpPr/>
          <p:nvPr/>
        </p:nvSpPr>
        <p:spPr>
          <a:xfrm>
            <a:off x="4784425" y="270225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6" name="Google Shape;4556;p186"/>
          <p:cNvSpPr/>
          <p:nvPr/>
        </p:nvSpPr>
        <p:spPr>
          <a:xfrm>
            <a:off x="5453405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7" name="Google Shape;4557;p186"/>
          <p:cNvSpPr/>
          <p:nvPr/>
        </p:nvSpPr>
        <p:spPr>
          <a:xfrm>
            <a:off x="5164928" y="206284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8" name="Google Shape;4558;p186"/>
          <p:cNvSpPr/>
          <p:nvPr/>
        </p:nvSpPr>
        <p:spPr>
          <a:xfrm>
            <a:off x="6186728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9" name="Google Shape;4559;p186"/>
          <p:cNvSpPr/>
          <p:nvPr/>
        </p:nvSpPr>
        <p:spPr>
          <a:xfrm>
            <a:off x="7042180" y="27164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0" name="Google Shape;4560;p186"/>
          <p:cNvSpPr/>
          <p:nvPr/>
        </p:nvSpPr>
        <p:spPr>
          <a:xfrm>
            <a:off x="7775599" y="27409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1" name="Google Shape;4561;p186"/>
          <p:cNvSpPr/>
          <p:nvPr/>
        </p:nvSpPr>
        <p:spPr>
          <a:xfrm>
            <a:off x="7769853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2" name="Google Shape;4562;p186"/>
          <p:cNvSpPr/>
          <p:nvPr/>
        </p:nvSpPr>
        <p:spPr>
          <a:xfrm>
            <a:off x="7042180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63" name="Google Shape;4563;p186"/>
          <p:cNvCxnSpPr>
            <a:stCxn id="4555" idx="6"/>
            <a:endCxn id="4556" idx="2"/>
          </p:cNvCxnSpPr>
          <p:nvPr/>
        </p:nvCxnSpPr>
        <p:spPr>
          <a:xfrm>
            <a:off x="5164825" y="28984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64" name="Google Shape;4564;p186"/>
          <p:cNvCxnSpPr>
            <a:stCxn id="4556" idx="6"/>
            <a:endCxn id="4558" idx="2"/>
          </p:cNvCxnSpPr>
          <p:nvPr/>
        </p:nvCxnSpPr>
        <p:spPr>
          <a:xfrm>
            <a:off x="5833805" y="291261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65" name="Google Shape;4565;p186"/>
          <p:cNvCxnSpPr>
            <a:stCxn id="4558" idx="6"/>
            <a:endCxn id="4559" idx="2"/>
          </p:cNvCxnSpPr>
          <p:nvPr/>
        </p:nvCxnSpPr>
        <p:spPr>
          <a:xfrm>
            <a:off x="6567128" y="291261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66" name="Google Shape;4566;p186"/>
          <p:cNvCxnSpPr>
            <a:stCxn id="4562" idx="4"/>
            <a:endCxn id="4559" idx="0"/>
          </p:cNvCxnSpPr>
          <p:nvPr/>
        </p:nvCxnSpPr>
        <p:spPr>
          <a:xfrm>
            <a:off x="7232380" y="242891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67" name="Google Shape;4567;p186"/>
          <p:cNvCxnSpPr>
            <a:stCxn id="4562" idx="6"/>
            <a:endCxn id="4561" idx="2"/>
          </p:cNvCxnSpPr>
          <p:nvPr/>
        </p:nvCxnSpPr>
        <p:spPr>
          <a:xfrm>
            <a:off x="7422580" y="223271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68" name="Google Shape;4568;p186"/>
          <p:cNvCxnSpPr>
            <a:stCxn id="4561" idx="4"/>
            <a:endCxn id="4560" idx="0"/>
          </p:cNvCxnSpPr>
          <p:nvPr/>
        </p:nvCxnSpPr>
        <p:spPr>
          <a:xfrm>
            <a:off x="7960053" y="2428913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69" name="Google Shape;4569;p186"/>
          <p:cNvCxnSpPr>
            <a:stCxn id="4561" idx="3"/>
            <a:endCxn id="4559" idx="7"/>
          </p:cNvCxnSpPr>
          <p:nvPr/>
        </p:nvCxnSpPr>
        <p:spPr>
          <a:xfrm flipH="1">
            <a:off x="7366862" y="23714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70" name="Google Shape;4570;p186"/>
          <p:cNvCxnSpPr>
            <a:stCxn id="4560" idx="2"/>
            <a:endCxn id="4559" idx="6"/>
          </p:cNvCxnSpPr>
          <p:nvPr/>
        </p:nvCxnSpPr>
        <p:spPr>
          <a:xfrm rot="10800000">
            <a:off x="7422499" y="2912514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71" name="Google Shape;4571;p186"/>
          <p:cNvCxnSpPr>
            <a:stCxn id="4557" idx="5"/>
            <a:endCxn id="4556" idx="0"/>
          </p:cNvCxnSpPr>
          <p:nvPr/>
        </p:nvCxnSpPr>
        <p:spPr>
          <a:xfrm>
            <a:off x="5489620" y="239778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72" name="Google Shape;4572;p186"/>
          <p:cNvCxnSpPr>
            <a:stCxn id="4557" idx="3"/>
            <a:endCxn id="4555" idx="0"/>
          </p:cNvCxnSpPr>
          <p:nvPr/>
        </p:nvCxnSpPr>
        <p:spPr>
          <a:xfrm flipH="1">
            <a:off x="4974637" y="239778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573" name="Google Shape;4573;p186"/>
          <p:cNvSpPr txBox="1"/>
          <p:nvPr/>
        </p:nvSpPr>
        <p:spPr>
          <a:xfrm>
            <a:off x="563975" y="1440150"/>
            <a:ext cx="62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all the vertices from the stack and push them into the reference stack.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74" name="Google Shape;4574;p186"/>
          <p:cNvGraphicFramePr/>
          <p:nvPr/>
        </p:nvGraphicFramePr>
        <p:xfrm>
          <a:off x="809038" y="40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  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75" name="Google Shape;4575;p186"/>
          <p:cNvSpPr txBox="1"/>
          <p:nvPr/>
        </p:nvSpPr>
        <p:spPr>
          <a:xfrm>
            <a:off x="713875" y="4400325"/>
            <a:ext cx="795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6" name="Google Shape;4576;p186"/>
          <p:cNvSpPr txBox="1"/>
          <p:nvPr/>
        </p:nvSpPr>
        <p:spPr>
          <a:xfrm>
            <a:off x="-424062" y="2937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77" name="Google Shape;4577;p186"/>
          <p:cNvGraphicFramePr/>
          <p:nvPr/>
        </p:nvGraphicFramePr>
        <p:xfrm>
          <a:off x="809038" y="33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78" name="Google Shape;4578;p186"/>
          <p:cNvSpPr txBox="1"/>
          <p:nvPr/>
        </p:nvSpPr>
        <p:spPr>
          <a:xfrm>
            <a:off x="695538" y="2997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9" name="Google Shape;4579;p186"/>
          <p:cNvSpPr txBox="1"/>
          <p:nvPr/>
        </p:nvSpPr>
        <p:spPr>
          <a:xfrm>
            <a:off x="794263" y="3638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80" name="Google Shape;4580;p186"/>
          <p:cNvGraphicFramePr/>
          <p:nvPr/>
        </p:nvGraphicFramePr>
        <p:xfrm>
          <a:off x="4785300" y="40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7  6  5  4  3  2  1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81" name="Google Shape;4581;p186"/>
          <p:cNvSpPr txBox="1"/>
          <p:nvPr/>
        </p:nvSpPr>
        <p:spPr>
          <a:xfrm>
            <a:off x="4690150" y="4430525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2" name="Google Shape;4582;p186"/>
          <p:cNvSpPr txBox="1"/>
          <p:nvPr/>
        </p:nvSpPr>
        <p:spPr>
          <a:xfrm>
            <a:off x="3552200" y="29673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83" name="Google Shape;4583;p186"/>
          <p:cNvGraphicFramePr/>
          <p:nvPr/>
        </p:nvGraphicFramePr>
        <p:xfrm>
          <a:off x="4785300" y="338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84" name="Google Shape;4584;p186"/>
          <p:cNvSpPr txBox="1"/>
          <p:nvPr/>
        </p:nvSpPr>
        <p:spPr>
          <a:xfrm>
            <a:off x="4671800" y="30280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5" name="Google Shape;4585;p186"/>
          <p:cNvSpPr txBox="1"/>
          <p:nvPr/>
        </p:nvSpPr>
        <p:spPr>
          <a:xfrm>
            <a:off x="4770525" y="36682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9" name="Shape 4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0" name="Google Shape;4590;p187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591" name="Google Shape;4591;p187"/>
          <p:cNvSpPr/>
          <p:nvPr/>
        </p:nvSpPr>
        <p:spPr>
          <a:xfrm>
            <a:off x="747600" y="267592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2" name="Google Shape;4592;p187"/>
          <p:cNvSpPr/>
          <p:nvPr/>
        </p:nvSpPr>
        <p:spPr>
          <a:xfrm>
            <a:off x="1416580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3" name="Google Shape;4593;p187"/>
          <p:cNvSpPr/>
          <p:nvPr/>
        </p:nvSpPr>
        <p:spPr>
          <a:xfrm>
            <a:off x="1128103" y="203652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4" name="Google Shape;4594;p187"/>
          <p:cNvSpPr/>
          <p:nvPr/>
        </p:nvSpPr>
        <p:spPr>
          <a:xfrm>
            <a:off x="2149903" y="26900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5" name="Google Shape;4595;p187"/>
          <p:cNvSpPr/>
          <p:nvPr/>
        </p:nvSpPr>
        <p:spPr>
          <a:xfrm>
            <a:off x="3005355" y="26900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6" name="Google Shape;4596;p187"/>
          <p:cNvSpPr/>
          <p:nvPr/>
        </p:nvSpPr>
        <p:spPr>
          <a:xfrm>
            <a:off x="3738774" y="271458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7" name="Google Shape;4597;p187"/>
          <p:cNvSpPr/>
          <p:nvPr/>
        </p:nvSpPr>
        <p:spPr>
          <a:xfrm>
            <a:off x="3733028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8" name="Google Shape;4598;p187"/>
          <p:cNvSpPr/>
          <p:nvPr/>
        </p:nvSpPr>
        <p:spPr>
          <a:xfrm>
            <a:off x="3005355" y="201018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99" name="Google Shape;4599;p187"/>
          <p:cNvCxnSpPr>
            <a:stCxn id="4591" idx="6"/>
            <a:endCxn id="4592" idx="2"/>
          </p:cNvCxnSpPr>
          <p:nvPr/>
        </p:nvCxnSpPr>
        <p:spPr>
          <a:xfrm>
            <a:off x="1128000" y="287212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00" name="Google Shape;4600;p187"/>
          <p:cNvCxnSpPr>
            <a:stCxn id="4592" idx="6"/>
            <a:endCxn id="4594" idx="2"/>
          </p:cNvCxnSpPr>
          <p:nvPr/>
        </p:nvCxnSpPr>
        <p:spPr>
          <a:xfrm>
            <a:off x="1796980" y="2886288"/>
            <a:ext cx="35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01" name="Google Shape;4601;p187"/>
          <p:cNvCxnSpPr>
            <a:stCxn id="4594" idx="6"/>
            <a:endCxn id="4595" idx="2"/>
          </p:cNvCxnSpPr>
          <p:nvPr/>
        </p:nvCxnSpPr>
        <p:spPr>
          <a:xfrm>
            <a:off x="2530303" y="2886288"/>
            <a:ext cx="475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02" name="Google Shape;4602;p187"/>
          <p:cNvCxnSpPr>
            <a:stCxn id="4598" idx="4"/>
            <a:endCxn id="4595" idx="0"/>
          </p:cNvCxnSpPr>
          <p:nvPr/>
        </p:nvCxnSpPr>
        <p:spPr>
          <a:xfrm>
            <a:off x="3195555" y="2402588"/>
            <a:ext cx="0" cy="28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03" name="Google Shape;4603;p187"/>
          <p:cNvCxnSpPr>
            <a:stCxn id="4598" idx="6"/>
            <a:endCxn id="4597" idx="2"/>
          </p:cNvCxnSpPr>
          <p:nvPr/>
        </p:nvCxnSpPr>
        <p:spPr>
          <a:xfrm>
            <a:off x="3385755" y="220638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04" name="Google Shape;4604;p187"/>
          <p:cNvCxnSpPr>
            <a:stCxn id="4597" idx="4"/>
            <a:endCxn id="4596" idx="0"/>
          </p:cNvCxnSpPr>
          <p:nvPr/>
        </p:nvCxnSpPr>
        <p:spPr>
          <a:xfrm>
            <a:off x="3923228" y="2402588"/>
            <a:ext cx="5700" cy="31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05" name="Google Shape;4605;p187"/>
          <p:cNvCxnSpPr>
            <a:stCxn id="4597" idx="3"/>
            <a:endCxn id="4595" idx="7"/>
          </p:cNvCxnSpPr>
          <p:nvPr/>
        </p:nvCxnSpPr>
        <p:spPr>
          <a:xfrm flipH="1">
            <a:off x="3330037" y="234512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06" name="Google Shape;4606;p187"/>
          <p:cNvCxnSpPr>
            <a:stCxn id="4596" idx="2"/>
            <a:endCxn id="4595" idx="6"/>
          </p:cNvCxnSpPr>
          <p:nvPr/>
        </p:nvCxnSpPr>
        <p:spPr>
          <a:xfrm rot="10800000">
            <a:off x="3385674" y="288618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07" name="Google Shape;4607;p187"/>
          <p:cNvCxnSpPr>
            <a:stCxn id="4593" idx="5"/>
            <a:endCxn id="4592" idx="0"/>
          </p:cNvCxnSpPr>
          <p:nvPr/>
        </p:nvCxnSpPr>
        <p:spPr>
          <a:xfrm>
            <a:off x="1452795" y="237145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08" name="Google Shape;4608;p187"/>
          <p:cNvCxnSpPr>
            <a:stCxn id="4593" idx="3"/>
            <a:endCxn id="4591" idx="0"/>
          </p:cNvCxnSpPr>
          <p:nvPr/>
        </p:nvCxnSpPr>
        <p:spPr>
          <a:xfrm flipH="1">
            <a:off x="937812" y="2371458"/>
            <a:ext cx="246000" cy="3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609" name="Google Shape;4609;p187"/>
          <p:cNvSpPr/>
          <p:nvPr/>
        </p:nvSpPr>
        <p:spPr>
          <a:xfrm>
            <a:off x="4784425" y="2702252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0" name="Google Shape;4610;p187"/>
          <p:cNvSpPr/>
          <p:nvPr/>
        </p:nvSpPr>
        <p:spPr>
          <a:xfrm>
            <a:off x="5453405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1" name="Google Shape;4611;p187"/>
          <p:cNvSpPr/>
          <p:nvPr/>
        </p:nvSpPr>
        <p:spPr>
          <a:xfrm>
            <a:off x="5164928" y="206284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2" name="Google Shape;4612;p187"/>
          <p:cNvSpPr/>
          <p:nvPr/>
        </p:nvSpPr>
        <p:spPr>
          <a:xfrm>
            <a:off x="6186728" y="27164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3" name="Google Shape;4613;p187"/>
          <p:cNvSpPr/>
          <p:nvPr/>
        </p:nvSpPr>
        <p:spPr>
          <a:xfrm>
            <a:off x="7042180" y="27164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4" name="Google Shape;4614;p187"/>
          <p:cNvSpPr/>
          <p:nvPr/>
        </p:nvSpPr>
        <p:spPr>
          <a:xfrm>
            <a:off x="7775599" y="274091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5" name="Google Shape;4615;p187"/>
          <p:cNvSpPr/>
          <p:nvPr/>
        </p:nvSpPr>
        <p:spPr>
          <a:xfrm>
            <a:off x="7769853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6" name="Google Shape;4616;p187"/>
          <p:cNvSpPr/>
          <p:nvPr/>
        </p:nvSpPr>
        <p:spPr>
          <a:xfrm>
            <a:off x="7042180" y="2036513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17" name="Google Shape;4617;p187"/>
          <p:cNvCxnSpPr>
            <a:stCxn id="4609" idx="6"/>
            <a:endCxn id="4610" idx="2"/>
          </p:cNvCxnSpPr>
          <p:nvPr/>
        </p:nvCxnSpPr>
        <p:spPr>
          <a:xfrm>
            <a:off x="5164825" y="2898452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18" name="Google Shape;4618;p187"/>
          <p:cNvCxnSpPr>
            <a:stCxn id="4610" idx="6"/>
            <a:endCxn id="4612" idx="2"/>
          </p:cNvCxnSpPr>
          <p:nvPr/>
        </p:nvCxnSpPr>
        <p:spPr>
          <a:xfrm>
            <a:off x="5833805" y="2912613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19" name="Google Shape;4619;p187"/>
          <p:cNvCxnSpPr>
            <a:stCxn id="4612" idx="6"/>
            <a:endCxn id="4613" idx="2"/>
          </p:cNvCxnSpPr>
          <p:nvPr/>
        </p:nvCxnSpPr>
        <p:spPr>
          <a:xfrm>
            <a:off x="6567128" y="2912613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20" name="Google Shape;4620;p187"/>
          <p:cNvCxnSpPr>
            <a:stCxn id="4616" idx="4"/>
            <a:endCxn id="4613" idx="0"/>
          </p:cNvCxnSpPr>
          <p:nvPr/>
        </p:nvCxnSpPr>
        <p:spPr>
          <a:xfrm>
            <a:off x="7232380" y="2428913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21" name="Google Shape;4621;p187"/>
          <p:cNvCxnSpPr>
            <a:stCxn id="4616" idx="6"/>
            <a:endCxn id="4615" idx="2"/>
          </p:cNvCxnSpPr>
          <p:nvPr/>
        </p:nvCxnSpPr>
        <p:spPr>
          <a:xfrm>
            <a:off x="7422580" y="2232713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22" name="Google Shape;4622;p187"/>
          <p:cNvCxnSpPr>
            <a:stCxn id="4615" idx="4"/>
            <a:endCxn id="4614" idx="0"/>
          </p:cNvCxnSpPr>
          <p:nvPr/>
        </p:nvCxnSpPr>
        <p:spPr>
          <a:xfrm>
            <a:off x="7960053" y="2428913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23" name="Google Shape;4623;p187"/>
          <p:cNvCxnSpPr>
            <a:stCxn id="4615" idx="3"/>
            <a:endCxn id="4613" idx="7"/>
          </p:cNvCxnSpPr>
          <p:nvPr/>
        </p:nvCxnSpPr>
        <p:spPr>
          <a:xfrm flipH="1">
            <a:off x="7366862" y="2371447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24" name="Google Shape;4624;p187"/>
          <p:cNvCxnSpPr>
            <a:stCxn id="4614" idx="2"/>
            <a:endCxn id="4613" idx="6"/>
          </p:cNvCxnSpPr>
          <p:nvPr/>
        </p:nvCxnSpPr>
        <p:spPr>
          <a:xfrm rot="10800000">
            <a:off x="7422499" y="2912514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25" name="Google Shape;4625;p187"/>
          <p:cNvCxnSpPr>
            <a:stCxn id="4611" idx="5"/>
            <a:endCxn id="4610" idx="0"/>
          </p:cNvCxnSpPr>
          <p:nvPr/>
        </p:nvCxnSpPr>
        <p:spPr>
          <a:xfrm>
            <a:off x="5489620" y="2397783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26" name="Google Shape;4626;p187"/>
          <p:cNvCxnSpPr>
            <a:stCxn id="4611" idx="3"/>
            <a:endCxn id="4609" idx="0"/>
          </p:cNvCxnSpPr>
          <p:nvPr/>
        </p:nvCxnSpPr>
        <p:spPr>
          <a:xfrm flipH="1">
            <a:off x="4974637" y="2397783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627" name="Google Shape;4627;p187"/>
          <p:cNvSpPr txBox="1"/>
          <p:nvPr/>
        </p:nvSpPr>
        <p:spPr>
          <a:xfrm>
            <a:off x="563975" y="1440150"/>
            <a:ext cx="62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all the vertices from the stack and push them into the reference stack.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28" name="Google Shape;4628;p187"/>
          <p:cNvGraphicFramePr/>
          <p:nvPr/>
        </p:nvGraphicFramePr>
        <p:xfrm>
          <a:off x="809038" y="40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29" name="Google Shape;4629;p187"/>
          <p:cNvSpPr txBox="1"/>
          <p:nvPr/>
        </p:nvSpPr>
        <p:spPr>
          <a:xfrm>
            <a:off x="713875" y="4400325"/>
            <a:ext cx="795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0" name="Google Shape;4630;p187"/>
          <p:cNvSpPr txBox="1"/>
          <p:nvPr/>
        </p:nvSpPr>
        <p:spPr>
          <a:xfrm>
            <a:off x="-424062" y="29371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31" name="Google Shape;4631;p187"/>
          <p:cNvGraphicFramePr/>
          <p:nvPr/>
        </p:nvGraphicFramePr>
        <p:xfrm>
          <a:off x="809038" y="335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32" name="Google Shape;4632;p187"/>
          <p:cNvSpPr txBox="1"/>
          <p:nvPr/>
        </p:nvSpPr>
        <p:spPr>
          <a:xfrm>
            <a:off x="695538" y="29978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3" name="Google Shape;4633;p187"/>
          <p:cNvSpPr txBox="1"/>
          <p:nvPr/>
        </p:nvSpPr>
        <p:spPr>
          <a:xfrm>
            <a:off x="794263" y="36380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34" name="Google Shape;4634;p187"/>
          <p:cNvGraphicFramePr/>
          <p:nvPr/>
        </p:nvGraphicFramePr>
        <p:xfrm>
          <a:off x="4785300" y="409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7  6  5  4  3  2 1 0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35" name="Google Shape;4635;p187"/>
          <p:cNvSpPr txBox="1"/>
          <p:nvPr/>
        </p:nvSpPr>
        <p:spPr>
          <a:xfrm>
            <a:off x="4690150" y="4430525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6" name="Google Shape;4636;p187"/>
          <p:cNvSpPr txBox="1"/>
          <p:nvPr/>
        </p:nvSpPr>
        <p:spPr>
          <a:xfrm>
            <a:off x="3552200" y="2967313"/>
            <a:ext cx="3342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37" name="Google Shape;4637;p187"/>
          <p:cNvGraphicFramePr/>
          <p:nvPr/>
        </p:nvGraphicFramePr>
        <p:xfrm>
          <a:off x="4785300" y="338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38" name="Google Shape;4638;p187"/>
          <p:cNvSpPr txBox="1"/>
          <p:nvPr/>
        </p:nvSpPr>
        <p:spPr>
          <a:xfrm>
            <a:off x="4671800" y="3028038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9" name="Google Shape;4639;p187"/>
          <p:cNvSpPr txBox="1"/>
          <p:nvPr/>
        </p:nvSpPr>
        <p:spPr>
          <a:xfrm>
            <a:off x="4770525" y="3668238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3" name="Shape 4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4" name="Google Shape;4644;p188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645" name="Google Shape;4645;p188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6" name="Google Shape;4646;p188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7" name="Google Shape;4647;p188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8" name="Google Shape;4648;p188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9" name="Google Shape;4649;p188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0" name="Google Shape;4650;p188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1" name="Google Shape;4651;p188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2" name="Google Shape;4652;p188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53" name="Google Shape;4653;p188"/>
          <p:cNvCxnSpPr>
            <a:stCxn id="4645" idx="6"/>
            <a:endCxn id="4646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54" name="Google Shape;4654;p188"/>
          <p:cNvCxnSpPr>
            <a:stCxn id="4646" idx="6"/>
            <a:endCxn id="4648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55" name="Google Shape;4655;p188"/>
          <p:cNvCxnSpPr>
            <a:stCxn id="4648" idx="6"/>
            <a:endCxn id="4649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56" name="Google Shape;4656;p188"/>
          <p:cNvCxnSpPr>
            <a:stCxn id="4652" idx="4"/>
            <a:endCxn id="4649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57" name="Google Shape;4657;p188"/>
          <p:cNvCxnSpPr>
            <a:stCxn id="4652" idx="6"/>
            <a:endCxn id="4651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58" name="Google Shape;4658;p188"/>
          <p:cNvCxnSpPr>
            <a:stCxn id="4651" idx="4"/>
            <a:endCxn id="4650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59" name="Google Shape;4659;p188"/>
          <p:cNvCxnSpPr>
            <a:stCxn id="4651" idx="3"/>
            <a:endCxn id="4649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60" name="Google Shape;4660;p188"/>
          <p:cNvCxnSpPr>
            <a:stCxn id="4650" idx="2"/>
            <a:endCxn id="4649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61" name="Google Shape;4661;p188"/>
          <p:cNvCxnSpPr>
            <a:stCxn id="4647" idx="5"/>
            <a:endCxn id="4646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62" name="Google Shape;4662;p188"/>
          <p:cNvCxnSpPr>
            <a:stCxn id="4647" idx="3"/>
            <a:endCxn id="4645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663" name="Google Shape;4663;p188"/>
          <p:cNvSpPr txBox="1"/>
          <p:nvPr/>
        </p:nvSpPr>
        <p:spPr>
          <a:xfrm>
            <a:off x="563975" y="1440150"/>
            <a:ext cx="62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0 in this case and run DFS starting from 0.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64" name="Google Shape;4664;p188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7  6  5  4  3  2 1 0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65" name="Google Shape;4665;p188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66" name="Google Shape;4666;p188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67" name="Google Shape;4667;p188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8" name="Google Shape;4668;p188"/>
          <p:cNvSpPr txBox="1"/>
          <p:nvPr/>
        </p:nvSpPr>
        <p:spPr>
          <a:xfrm>
            <a:off x="1219400" y="34720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2" name="Shape 4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3" name="Google Shape;4673;p189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674" name="Google Shape;4674;p189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5" name="Google Shape;4675;p189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6" name="Google Shape;4676;p189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7" name="Google Shape;4677;p189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8" name="Google Shape;4678;p189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9" name="Google Shape;4679;p189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0" name="Google Shape;4680;p189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1" name="Google Shape;4681;p189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82" name="Google Shape;4682;p189"/>
          <p:cNvCxnSpPr>
            <a:stCxn id="4674" idx="6"/>
            <a:endCxn id="4675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83" name="Google Shape;4683;p189"/>
          <p:cNvCxnSpPr>
            <a:stCxn id="4675" idx="6"/>
            <a:endCxn id="4677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84" name="Google Shape;4684;p189"/>
          <p:cNvCxnSpPr>
            <a:stCxn id="4677" idx="6"/>
            <a:endCxn id="4678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85" name="Google Shape;4685;p189"/>
          <p:cNvCxnSpPr>
            <a:stCxn id="4681" idx="4"/>
            <a:endCxn id="4678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86" name="Google Shape;4686;p189"/>
          <p:cNvCxnSpPr>
            <a:stCxn id="4681" idx="6"/>
            <a:endCxn id="4680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87" name="Google Shape;4687;p189"/>
          <p:cNvCxnSpPr>
            <a:stCxn id="4680" idx="4"/>
            <a:endCxn id="4679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88" name="Google Shape;4688;p189"/>
          <p:cNvCxnSpPr>
            <a:stCxn id="4680" idx="3"/>
            <a:endCxn id="4678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89" name="Google Shape;4689;p189"/>
          <p:cNvCxnSpPr>
            <a:stCxn id="4679" idx="2"/>
            <a:endCxn id="4678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90" name="Google Shape;4690;p189"/>
          <p:cNvCxnSpPr>
            <a:stCxn id="4676" idx="5"/>
            <a:endCxn id="4675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691" name="Google Shape;4691;p189"/>
          <p:cNvCxnSpPr>
            <a:stCxn id="4676" idx="3"/>
            <a:endCxn id="4674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692" name="Google Shape;4692;p189"/>
          <p:cNvSpPr txBox="1"/>
          <p:nvPr/>
        </p:nvSpPr>
        <p:spPr>
          <a:xfrm>
            <a:off x="563975" y="1440150"/>
            <a:ext cx="62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93" name="Google Shape;4693;p189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7  6  5  4  3  2 1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94" name="Google Shape;4694;p189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95" name="Google Shape;4695;p189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96" name="Google Shape;4696;p189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7" name="Google Shape;4697;p189"/>
          <p:cNvSpPr txBox="1"/>
          <p:nvPr/>
        </p:nvSpPr>
        <p:spPr>
          <a:xfrm>
            <a:off x="1219400" y="34720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8" name="Google Shape;4698;p189"/>
          <p:cNvSpPr txBox="1"/>
          <p:nvPr/>
        </p:nvSpPr>
        <p:spPr>
          <a:xfrm>
            <a:off x="5136600" y="1862775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DFS(0)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2" name="Shape 4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3" name="Google Shape;4703;p190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704" name="Google Shape;4704;p190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5" name="Google Shape;4705;p190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6" name="Google Shape;4706;p190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7" name="Google Shape;4707;p190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8" name="Google Shape;4708;p190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9" name="Google Shape;4709;p190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0" name="Google Shape;4710;p190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1" name="Google Shape;4711;p190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12" name="Google Shape;4712;p190"/>
          <p:cNvCxnSpPr>
            <a:stCxn id="4704" idx="6"/>
            <a:endCxn id="4705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13" name="Google Shape;4713;p190"/>
          <p:cNvCxnSpPr>
            <a:stCxn id="4705" idx="6"/>
            <a:endCxn id="4707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14" name="Google Shape;4714;p190"/>
          <p:cNvCxnSpPr>
            <a:stCxn id="4707" idx="6"/>
            <a:endCxn id="4708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15" name="Google Shape;4715;p190"/>
          <p:cNvCxnSpPr>
            <a:stCxn id="4711" idx="4"/>
            <a:endCxn id="4708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16" name="Google Shape;4716;p190"/>
          <p:cNvCxnSpPr>
            <a:stCxn id="4711" idx="6"/>
            <a:endCxn id="4710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17" name="Google Shape;4717;p190"/>
          <p:cNvCxnSpPr>
            <a:stCxn id="4710" idx="4"/>
            <a:endCxn id="4709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18" name="Google Shape;4718;p190"/>
          <p:cNvCxnSpPr>
            <a:stCxn id="4710" idx="3"/>
            <a:endCxn id="4708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19" name="Google Shape;4719;p190"/>
          <p:cNvCxnSpPr>
            <a:stCxn id="4709" idx="2"/>
            <a:endCxn id="4708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20" name="Google Shape;4720;p190"/>
          <p:cNvCxnSpPr>
            <a:stCxn id="4706" idx="5"/>
            <a:endCxn id="4705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21" name="Google Shape;4721;p190"/>
          <p:cNvCxnSpPr>
            <a:stCxn id="4706" idx="3"/>
            <a:endCxn id="4704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722" name="Google Shape;4722;p190"/>
          <p:cNvSpPr txBox="1"/>
          <p:nvPr/>
        </p:nvSpPr>
        <p:spPr>
          <a:xfrm>
            <a:off x="563975" y="1440150"/>
            <a:ext cx="62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23" name="Google Shape;4723;p190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7  6  5  4  3  2 1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24" name="Google Shape;4724;p190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25" name="Google Shape;4725;p190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26" name="Google Shape;4726;p190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7" name="Google Shape;4727;p190"/>
          <p:cNvSpPr txBox="1"/>
          <p:nvPr/>
        </p:nvSpPr>
        <p:spPr>
          <a:xfrm>
            <a:off x="1219400" y="34720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8" name="Google Shape;4728;p190"/>
          <p:cNvSpPr txBox="1"/>
          <p:nvPr/>
        </p:nvSpPr>
        <p:spPr>
          <a:xfrm>
            <a:off x="5136600" y="1862775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DFS(0) -&gt; DFS(2)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2" name="Shape 4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3" name="Google Shape;4733;p191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734" name="Google Shape;4734;p191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5" name="Google Shape;4735;p191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6" name="Google Shape;4736;p191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7" name="Google Shape;4737;p191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8" name="Google Shape;4738;p191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9" name="Google Shape;4739;p191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0" name="Google Shape;4740;p191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1" name="Google Shape;4741;p191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2" name="Google Shape;4742;p191"/>
          <p:cNvCxnSpPr>
            <a:stCxn id="4734" idx="6"/>
            <a:endCxn id="4735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43" name="Google Shape;4743;p191"/>
          <p:cNvCxnSpPr>
            <a:stCxn id="4735" idx="6"/>
            <a:endCxn id="4737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44" name="Google Shape;4744;p191"/>
          <p:cNvCxnSpPr>
            <a:stCxn id="4737" idx="6"/>
            <a:endCxn id="4738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45" name="Google Shape;4745;p191"/>
          <p:cNvCxnSpPr>
            <a:stCxn id="4741" idx="4"/>
            <a:endCxn id="4738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46" name="Google Shape;4746;p191"/>
          <p:cNvCxnSpPr>
            <a:stCxn id="4741" idx="6"/>
            <a:endCxn id="4740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47" name="Google Shape;4747;p191"/>
          <p:cNvCxnSpPr>
            <a:stCxn id="4740" idx="4"/>
            <a:endCxn id="4739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48" name="Google Shape;4748;p191"/>
          <p:cNvCxnSpPr>
            <a:stCxn id="4740" idx="3"/>
            <a:endCxn id="4738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49" name="Google Shape;4749;p191"/>
          <p:cNvCxnSpPr>
            <a:stCxn id="4739" idx="2"/>
            <a:endCxn id="4738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50" name="Google Shape;4750;p191"/>
          <p:cNvCxnSpPr>
            <a:stCxn id="4736" idx="5"/>
            <a:endCxn id="4735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51" name="Google Shape;4751;p191"/>
          <p:cNvCxnSpPr>
            <a:stCxn id="4736" idx="3"/>
            <a:endCxn id="4734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752" name="Google Shape;4752;p191"/>
          <p:cNvSpPr txBox="1"/>
          <p:nvPr/>
        </p:nvSpPr>
        <p:spPr>
          <a:xfrm>
            <a:off x="563975" y="1440150"/>
            <a:ext cx="62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53" name="Google Shape;4753;p191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7  6  5  4  3  2 1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54" name="Google Shape;4754;p191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55" name="Google Shape;4755;p191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56" name="Google Shape;4756;p191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7" name="Google Shape;4757;p191"/>
          <p:cNvSpPr txBox="1"/>
          <p:nvPr/>
        </p:nvSpPr>
        <p:spPr>
          <a:xfrm>
            <a:off x="1219400" y="34720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8" name="Google Shape;4758;p191"/>
          <p:cNvSpPr txBox="1"/>
          <p:nvPr/>
        </p:nvSpPr>
        <p:spPr>
          <a:xfrm>
            <a:off x="5136600" y="1862775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DFS(0) -&gt; DFS(2) -&gt; DFS(1)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2" name="Shape 4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3" name="Google Shape;4763;p192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764" name="Google Shape;4764;p192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5" name="Google Shape;4765;p192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6" name="Google Shape;4766;p192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7" name="Google Shape;4767;p192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8" name="Google Shape;4768;p192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9" name="Google Shape;4769;p192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0" name="Google Shape;4770;p192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1" name="Google Shape;4771;p192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2" name="Google Shape;4772;p192"/>
          <p:cNvCxnSpPr>
            <a:stCxn id="4764" idx="6"/>
            <a:endCxn id="4765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73" name="Google Shape;4773;p192"/>
          <p:cNvCxnSpPr>
            <a:stCxn id="4765" idx="6"/>
            <a:endCxn id="4767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74" name="Google Shape;4774;p192"/>
          <p:cNvCxnSpPr>
            <a:stCxn id="4767" idx="6"/>
            <a:endCxn id="4768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75" name="Google Shape;4775;p192"/>
          <p:cNvCxnSpPr>
            <a:stCxn id="4771" idx="4"/>
            <a:endCxn id="4768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76" name="Google Shape;4776;p192"/>
          <p:cNvCxnSpPr>
            <a:stCxn id="4771" idx="6"/>
            <a:endCxn id="4770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77" name="Google Shape;4777;p192"/>
          <p:cNvCxnSpPr>
            <a:stCxn id="4770" idx="4"/>
            <a:endCxn id="4769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78" name="Google Shape;4778;p192"/>
          <p:cNvCxnSpPr>
            <a:stCxn id="4770" idx="3"/>
            <a:endCxn id="4768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79" name="Google Shape;4779;p192"/>
          <p:cNvCxnSpPr>
            <a:stCxn id="4769" idx="2"/>
            <a:endCxn id="4768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80" name="Google Shape;4780;p192"/>
          <p:cNvCxnSpPr>
            <a:stCxn id="4766" idx="5"/>
            <a:endCxn id="4765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81" name="Google Shape;4781;p192"/>
          <p:cNvCxnSpPr>
            <a:stCxn id="4766" idx="3"/>
            <a:endCxn id="4764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782" name="Google Shape;4782;p192"/>
          <p:cNvSpPr txBox="1"/>
          <p:nvPr/>
        </p:nvSpPr>
        <p:spPr>
          <a:xfrm>
            <a:off x="563975" y="1440150"/>
            <a:ext cx="62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83" name="Google Shape;4783;p192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7  6  5  4  3  2 1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84" name="Google Shape;4784;p192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85" name="Google Shape;4785;p192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86" name="Google Shape;4786;p192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7" name="Google Shape;4787;p192"/>
          <p:cNvSpPr txBox="1"/>
          <p:nvPr/>
        </p:nvSpPr>
        <p:spPr>
          <a:xfrm>
            <a:off x="1219400" y="34720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8" name="Google Shape;4788;p192"/>
          <p:cNvSpPr txBox="1"/>
          <p:nvPr/>
        </p:nvSpPr>
        <p:spPr>
          <a:xfrm>
            <a:off x="5136600" y="1862775"/>
            <a:ext cx="3214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DFS(0) -&gt; DFS(2) -&gt; DFS(1)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Now, from 1 we can go to 0 however it is already visited. Since there are no unvisited vertex, we’ll backtrack to 2 and from 2, we’ll backtrack to 0. Therefore, [0, 2, 1] is our first SCC.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9" name="Google Shape;4789;p192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3" name="Shape 4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4" name="Google Shape;4794;p193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795" name="Google Shape;4795;p193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6" name="Google Shape;4796;p193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7" name="Google Shape;4797;p193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8" name="Google Shape;4798;p193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9" name="Google Shape;4799;p193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0" name="Google Shape;4800;p193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1" name="Google Shape;4801;p193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2" name="Google Shape;4802;p193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03" name="Google Shape;4803;p193"/>
          <p:cNvCxnSpPr>
            <a:stCxn id="4795" idx="6"/>
            <a:endCxn id="4796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04" name="Google Shape;4804;p193"/>
          <p:cNvCxnSpPr>
            <a:stCxn id="4796" idx="6"/>
            <a:endCxn id="4798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05" name="Google Shape;4805;p193"/>
          <p:cNvCxnSpPr>
            <a:stCxn id="4798" idx="6"/>
            <a:endCxn id="4799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06" name="Google Shape;4806;p193"/>
          <p:cNvCxnSpPr>
            <a:stCxn id="4802" idx="4"/>
            <a:endCxn id="4799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07" name="Google Shape;4807;p193"/>
          <p:cNvCxnSpPr>
            <a:stCxn id="4802" idx="6"/>
            <a:endCxn id="4801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08" name="Google Shape;4808;p193"/>
          <p:cNvCxnSpPr>
            <a:stCxn id="4801" idx="4"/>
            <a:endCxn id="4800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09" name="Google Shape;4809;p193"/>
          <p:cNvCxnSpPr>
            <a:stCxn id="4801" idx="3"/>
            <a:endCxn id="4799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10" name="Google Shape;4810;p193"/>
          <p:cNvCxnSpPr>
            <a:stCxn id="4800" idx="2"/>
            <a:endCxn id="4799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11" name="Google Shape;4811;p193"/>
          <p:cNvCxnSpPr>
            <a:stCxn id="4797" idx="5"/>
            <a:endCxn id="4796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12" name="Google Shape;4812;p193"/>
          <p:cNvCxnSpPr>
            <a:stCxn id="4797" idx="3"/>
            <a:endCxn id="4795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13" name="Google Shape;4813;p193"/>
          <p:cNvSpPr txBox="1"/>
          <p:nvPr/>
        </p:nvSpPr>
        <p:spPr>
          <a:xfrm>
            <a:off x="747600" y="1355225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1 in this case. However, 1 is already visited.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14" name="Google Shape;4814;p193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7  6  5  4  3  2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815" name="Google Shape;4815;p193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16" name="Google Shape;4816;p193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817" name="Google Shape;4817;p193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8" name="Google Shape;4818;p193"/>
          <p:cNvSpPr txBox="1"/>
          <p:nvPr/>
        </p:nvSpPr>
        <p:spPr>
          <a:xfrm>
            <a:off x="1219400" y="34720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9" name="Google Shape;4819;p193"/>
          <p:cNvSpPr txBox="1"/>
          <p:nvPr/>
        </p:nvSpPr>
        <p:spPr>
          <a:xfrm>
            <a:off x="5136600" y="1862775"/>
            <a:ext cx="3214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0" name="Google Shape;4820;p193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4" name="Shape 4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5" name="Google Shape;4825;p194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826" name="Google Shape;4826;p194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7" name="Google Shape;4827;p194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8" name="Google Shape;4828;p194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9" name="Google Shape;4829;p194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0" name="Google Shape;4830;p194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1" name="Google Shape;4831;p194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2" name="Google Shape;4832;p194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3" name="Google Shape;4833;p194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34" name="Google Shape;4834;p194"/>
          <p:cNvCxnSpPr>
            <a:stCxn id="4826" idx="6"/>
            <a:endCxn id="4827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35" name="Google Shape;4835;p194"/>
          <p:cNvCxnSpPr>
            <a:stCxn id="4827" idx="6"/>
            <a:endCxn id="4829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36" name="Google Shape;4836;p194"/>
          <p:cNvCxnSpPr>
            <a:stCxn id="4829" idx="6"/>
            <a:endCxn id="4830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37" name="Google Shape;4837;p194"/>
          <p:cNvCxnSpPr>
            <a:stCxn id="4833" idx="4"/>
            <a:endCxn id="4830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38" name="Google Shape;4838;p194"/>
          <p:cNvCxnSpPr>
            <a:stCxn id="4833" idx="6"/>
            <a:endCxn id="4832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39" name="Google Shape;4839;p194"/>
          <p:cNvCxnSpPr>
            <a:stCxn id="4832" idx="4"/>
            <a:endCxn id="4831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40" name="Google Shape;4840;p194"/>
          <p:cNvCxnSpPr>
            <a:stCxn id="4832" idx="3"/>
            <a:endCxn id="4830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41" name="Google Shape;4841;p194"/>
          <p:cNvCxnSpPr>
            <a:stCxn id="4831" idx="2"/>
            <a:endCxn id="4830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42" name="Google Shape;4842;p194"/>
          <p:cNvCxnSpPr>
            <a:stCxn id="4828" idx="5"/>
            <a:endCxn id="4827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43" name="Google Shape;4843;p194"/>
          <p:cNvCxnSpPr>
            <a:stCxn id="4828" idx="3"/>
            <a:endCxn id="4826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44" name="Google Shape;4844;p194"/>
          <p:cNvSpPr txBox="1"/>
          <p:nvPr/>
        </p:nvSpPr>
        <p:spPr>
          <a:xfrm>
            <a:off x="747600" y="1355225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2 in this case. However, 2 is already visited.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45" name="Google Shape;4845;p194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7  6  5  4  3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846" name="Google Shape;4846;p194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47" name="Google Shape;4847;p194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848" name="Google Shape;4848;p194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9" name="Google Shape;4849;p194"/>
          <p:cNvSpPr txBox="1"/>
          <p:nvPr/>
        </p:nvSpPr>
        <p:spPr>
          <a:xfrm>
            <a:off x="1219400" y="34720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0" name="Google Shape;4850;p194"/>
          <p:cNvSpPr txBox="1"/>
          <p:nvPr/>
        </p:nvSpPr>
        <p:spPr>
          <a:xfrm>
            <a:off x="5136600" y="1862775"/>
            <a:ext cx="3214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1" name="Google Shape;4851;p194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5" name="Shape 4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6" name="Google Shape;4856;p195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857" name="Google Shape;4857;p195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8" name="Google Shape;4858;p195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9" name="Google Shape;4859;p195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0" name="Google Shape;4860;p195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1" name="Google Shape;4861;p195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2" name="Google Shape;4862;p195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3" name="Google Shape;4863;p195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4" name="Google Shape;4864;p195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5" name="Google Shape;4865;p195"/>
          <p:cNvCxnSpPr>
            <a:stCxn id="4857" idx="6"/>
            <a:endCxn id="4858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66" name="Google Shape;4866;p195"/>
          <p:cNvCxnSpPr>
            <a:stCxn id="4858" idx="6"/>
            <a:endCxn id="4860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67" name="Google Shape;4867;p195"/>
          <p:cNvCxnSpPr>
            <a:stCxn id="4860" idx="6"/>
            <a:endCxn id="4861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68" name="Google Shape;4868;p195"/>
          <p:cNvCxnSpPr>
            <a:stCxn id="4864" idx="4"/>
            <a:endCxn id="4861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69" name="Google Shape;4869;p195"/>
          <p:cNvCxnSpPr>
            <a:stCxn id="4864" idx="6"/>
            <a:endCxn id="4863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70" name="Google Shape;4870;p195"/>
          <p:cNvCxnSpPr>
            <a:stCxn id="4863" idx="4"/>
            <a:endCxn id="4862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71" name="Google Shape;4871;p195"/>
          <p:cNvCxnSpPr>
            <a:stCxn id="4863" idx="3"/>
            <a:endCxn id="4861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72" name="Google Shape;4872;p195"/>
          <p:cNvCxnSpPr>
            <a:stCxn id="4862" idx="2"/>
            <a:endCxn id="4861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73" name="Google Shape;4873;p195"/>
          <p:cNvCxnSpPr>
            <a:stCxn id="4859" idx="5"/>
            <a:endCxn id="4858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74" name="Google Shape;4874;p195"/>
          <p:cNvCxnSpPr>
            <a:stCxn id="4859" idx="3"/>
            <a:endCxn id="4857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75" name="Google Shape;4875;p195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3 in this case. Run DFS from 3.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76" name="Google Shape;4876;p195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7  6  5  4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877" name="Google Shape;4877;p195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78" name="Google Shape;4878;p195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879" name="Google Shape;4879;p195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0" name="Google Shape;4880;p195"/>
          <p:cNvSpPr txBox="1"/>
          <p:nvPr/>
        </p:nvSpPr>
        <p:spPr>
          <a:xfrm>
            <a:off x="1219400" y="34720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1" name="Google Shape;4881;p195"/>
          <p:cNvSpPr txBox="1"/>
          <p:nvPr/>
        </p:nvSpPr>
        <p:spPr>
          <a:xfrm>
            <a:off x="5136600" y="1862775"/>
            <a:ext cx="3214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DFS(3) </a:t>
            </a:r>
            <a:b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3, we can go to 1. However, 1 is already visited. As we don’t have any other adjacent vertices, 3 is our second SCC.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2" name="Google Shape;4882;p195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3" name="Google Shape;4883;p195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7" name="Shape 4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8" name="Google Shape;4888;p196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889" name="Google Shape;4889;p196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0" name="Google Shape;4890;p196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1" name="Google Shape;4891;p196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2" name="Google Shape;4892;p196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3" name="Google Shape;4893;p196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4" name="Google Shape;4894;p196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5" name="Google Shape;4895;p196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6" name="Google Shape;4896;p196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97" name="Google Shape;4897;p196"/>
          <p:cNvCxnSpPr>
            <a:stCxn id="4889" idx="6"/>
            <a:endCxn id="4890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98" name="Google Shape;4898;p196"/>
          <p:cNvCxnSpPr>
            <a:stCxn id="4890" idx="6"/>
            <a:endCxn id="4892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99" name="Google Shape;4899;p196"/>
          <p:cNvCxnSpPr>
            <a:stCxn id="4892" idx="6"/>
            <a:endCxn id="4893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00" name="Google Shape;4900;p196"/>
          <p:cNvCxnSpPr>
            <a:stCxn id="4896" idx="4"/>
            <a:endCxn id="4893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01" name="Google Shape;4901;p196"/>
          <p:cNvCxnSpPr>
            <a:stCxn id="4896" idx="6"/>
            <a:endCxn id="4895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02" name="Google Shape;4902;p196"/>
          <p:cNvCxnSpPr>
            <a:stCxn id="4895" idx="4"/>
            <a:endCxn id="4894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03" name="Google Shape;4903;p196"/>
          <p:cNvCxnSpPr>
            <a:stCxn id="4895" idx="3"/>
            <a:endCxn id="4893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04" name="Google Shape;4904;p196"/>
          <p:cNvCxnSpPr>
            <a:stCxn id="4894" idx="2"/>
            <a:endCxn id="4893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05" name="Google Shape;4905;p196"/>
          <p:cNvCxnSpPr>
            <a:stCxn id="4891" idx="5"/>
            <a:endCxn id="4890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06" name="Google Shape;4906;p196"/>
          <p:cNvCxnSpPr>
            <a:stCxn id="4891" idx="3"/>
            <a:endCxn id="4889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907" name="Google Shape;4907;p196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4 in this case. Run DFS from 4.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08" name="Google Shape;4908;p196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09" name="Google Shape;4909;p196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10" name="Google Shape;4910;p196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11" name="Google Shape;4911;p196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2" name="Google Shape;4912;p196"/>
          <p:cNvSpPr txBox="1"/>
          <p:nvPr/>
        </p:nvSpPr>
        <p:spPr>
          <a:xfrm>
            <a:off x="1234175" y="34759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3" name="Google Shape;4913;p196"/>
          <p:cNvSpPr txBox="1"/>
          <p:nvPr/>
        </p:nvSpPr>
        <p:spPr>
          <a:xfrm>
            <a:off x="5136600" y="1862775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DFS(4)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4" name="Google Shape;4914;p196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5" name="Google Shape;4915;p196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9" name="Shape 4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0" name="Google Shape;4920;p197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921" name="Google Shape;4921;p197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2" name="Google Shape;4922;p197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3" name="Google Shape;4923;p197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4" name="Google Shape;4924;p197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5" name="Google Shape;4925;p197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6" name="Google Shape;4926;p197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7" name="Google Shape;4927;p197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8" name="Google Shape;4928;p197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29" name="Google Shape;4929;p197"/>
          <p:cNvCxnSpPr>
            <a:stCxn id="4921" idx="6"/>
            <a:endCxn id="4922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30" name="Google Shape;4930;p197"/>
          <p:cNvCxnSpPr>
            <a:stCxn id="4922" idx="6"/>
            <a:endCxn id="4924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31" name="Google Shape;4931;p197"/>
          <p:cNvCxnSpPr>
            <a:stCxn id="4924" idx="6"/>
            <a:endCxn id="4925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32" name="Google Shape;4932;p197"/>
          <p:cNvCxnSpPr>
            <a:stCxn id="4928" idx="4"/>
            <a:endCxn id="4925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33" name="Google Shape;4933;p197"/>
          <p:cNvCxnSpPr>
            <a:stCxn id="4928" idx="6"/>
            <a:endCxn id="4927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34" name="Google Shape;4934;p197"/>
          <p:cNvCxnSpPr>
            <a:stCxn id="4927" idx="4"/>
            <a:endCxn id="4926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35" name="Google Shape;4935;p197"/>
          <p:cNvCxnSpPr>
            <a:stCxn id="4927" idx="3"/>
            <a:endCxn id="4925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36" name="Google Shape;4936;p197"/>
          <p:cNvCxnSpPr>
            <a:stCxn id="4926" idx="2"/>
            <a:endCxn id="4925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37" name="Google Shape;4937;p197"/>
          <p:cNvCxnSpPr>
            <a:stCxn id="4923" idx="5"/>
            <a:endCxn id="4922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38" name="Google Shape;4938;p197"/>
          <p:cNvCxnSpPr>
            <a:stCxn id="4923" idx="3"/>
            <a:endCxn id="4921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939" name="Google Shape;4939;p197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40" name="Google Shape;4940;p197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41" name="Google Shape;4941;p197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42" name="Google Shape;4942;p197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43" name="Google Shape;4943;p197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4" name="Google Shape;4944;p197"/>
          <p:cNvSpPr txBox="1"/>
          <p:nvPr/>
        </p:nvSpPr>
        <p:spPr>
          <a:xfrm>
            <a:off x="1234175" y="34759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5" name="Google Shape;4945;p197"/>
          <p:cNvSpPr txBox="1"/>
          <p:nvPr/>
        </p:nvSpPr>
        <p:spPr>
          <a:xfrm>
            <a:off x="5136600" y="1862775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DFS(4) -&gt; DFS(6)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6" name="Google Shape;4946;p197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7" name="Google Shape;4947;p197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1" name="Shape 4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2" name="Google Shape;4952;p198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953" name="Google Shape;4953;p198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4" name="Google Shape;4954;p198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5" name="Google Shape;4955;p198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6" name="Google Shape;4956;p198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7" name="Google Shape;4957;p198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8" name="Google Shape;4958;p198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9" name="Google Shape;4959;p198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0" name="Google Shape;4960;p198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61" name="Google Shape;4961;p198"/>
          <p:cNvCxnSpPr>
            <a:stCxn id="4953" idx="6"/>
            <a:endCxn id="4954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62" name="Google Shape;4962;p198"/>
          <p:cNvCxnSpPr>
            <a:stCxn id="4954" idx="6"/>
            <a:endCxn id="4956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63" name="Google Shape;4963;p198"/>
          <p:cNvCxnSpPr>
            <a:stCxn id="4956" idx="6"/>
            <a:endCxn id="4957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64" name="Google Shape;4964;p198"/>
          <p:cNvCxnSpPr>
            <a:stCxn id="4960" idx="4"/>
            <a:endCxn id="4957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65" name="Google Shape;4965;p198"/>
          <p:cNvCxnSpPr>
            <a:stCxn id="4960" idx="6"/>
            <a:endCxn id="4959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66" name="Google Shape;4966;p198"/>
          <p:cNvCxnSpPr>
            <a:stCxn id="4959" idx="4"/>
            <a:endCxn id="4958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67" name="Google Shape;4967;p198"/>
          <p:cNvCxnSpPr>
            <a:stCxn id="4959" idx="3"/>
            <a:endCxn id="4957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68" name="Google Shape;4968;p198"/>
          <p:cNvCxnSpPr>
            <a:stCxn id="4958" idx="2"/>
            <a:endCxn id="4957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69" name="Google Shape;4969;p198"/>
          <p:cNvCxnSpPr>
            <a:stCxn id="4955" idx="5"/>
            <a:endCxn id="4954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70" name="Google Shape;4970;p198"/>
          <p:cNvCxnSpPr>
            <a:stCxn id="4955" idx="3"/>
            <a:endCxn id="4953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971" name="Google Shape;4971;p198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72" name="Google Shape;4972;p198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73" name="Google Shape;4973;p198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74" name="Google Shape;4974;p198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75" name="Google Shape;4975;p198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6" name="Google Shape;4976;p198"/>
          <p:cNvSpPr txBox="1"/>
          <p:nvPr/>
        </p:nvSpPr>
        <p:spPr>
          <a:xfrm>
            <a:off x="1234175" y="34759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7" name="Google Shape;4977;p198"/>
          <p:cNvSpPr txBox="1"/>
          <p:nvPr/>
        </p:nvSpPr>
        <p:spPr>
          <a:xfrm>
            <a:off x="5136600" y="1862775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DFS(4) -&gt; DFS(6) -&gt; DFS(5)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8" name="Google Shape;4978;p198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9" name="Google Shape;4979;p198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3" name="Shape 4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4" name="Google Shape;4984;p199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4985" name="Google Shape;4985;p199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6" name="Google Shape;4986;p199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7" name="Google Shape;4987;p199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8" name="Google Shape;4988;p199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9" name="Google Shape;4989;p199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0" name="Google Shape;4990;p199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1" name="Google Shape;4991;p199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2" name="Google Shape;4992;p199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93" name="Google Shape;4993;p199"/>
          <p:cNvCxnSpPr>
            <a:stCxn id="4985" idx="6"/>
            <a:endCxn id="4986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94" name="Google Shape;4994;p199"/>
          <p:cNvCxnSpPr>
            <a:stCxn id="4986" idx="6"/>
            <a:endCxn id="4988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95" name="Google Shape;4995;p199"/>
          <p:cNvCxnSpPr>
            <a:stCxn id="4988" idx="6"/>
            <a:endCxn id="4989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96" name="Google Shape;4996;p199"/>
          <p:cNvCxnSpPr>
            <a:stCxn id="4992" idx="4"/>
            <a:endCxn id="4989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97" name="Google Shape;4997;p199"/>
          <p:cNvCxnSpPr>
            <a:stCxn id="4992" idx="6"/>
            <a:endCxn id="4991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98" name="Google Shape;4998;p199"/>
          <p:cNvCxnSpPr>
            <a:stCxn id="4991" idx="4"/>
            <a:endCxn id="4990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99" name="Google Shape;4999;p199"/>
          <p:cNvCxnSpPr>
            <a:stCxn id="4991" idx="3"/>
            <a:endCxn id="4989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00" name="Google Shape;5000;p199"/>
          <p:cNvCxnSpPr>
            <a:stCxn id="4990" idx="2"/>
            <a:endCxn id="4989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01" name="Google Shape;5001;p199"/>
          <p:cNvCxnSpPr>
            <a:stCxn id="4987" idx="5"/>
            <a:endCxn id="4986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02" name="Google Shape;5002;p199"/>
          <p:cNvCxnSpPr>
            <a:stCxn id="4987" idx="3"/>
            <a:endCxn id="4985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003" name="Google Shape;5003;p199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04" name="Google Shape;5004;p199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7  6  5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005" name="Google Shape;5005;p199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06" name="Google Shape;5006;p199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007" name="Google Shape;5007;p199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8" name="Google Shape;5008;p199"/>
          <p:cNvSpPr txBox="1"/>
          <p:nvPr/>
        </p:nvSpPr>
        <p:spPr>
          <a:xfrm>
            <a:off x="1234175" y="34759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9" name="Google Shape;5009;p199"/>
          <p:cNvSpPr txBox="1"/>
          <p:nvPr/>
        </p:nvSpPr>
        <p:spPr>
          <a:xfrm>
            <a:off x="5136600" y="1862775"/>
            <a:ext cx="3214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DFS(4) -&gt; DFS(6) -&gt; DFS(5)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5 we can go to 4. However, it is already visited. So, we’ll backtrack from 5 to 6, and then 6 to 4. Since 4 doesn’t any adjacent vertices, therefore, [4, 6, 5] is our third SCC.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0" name="Google Shape;5010;p199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1" name="Google Shape;5011;p199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2" name="Google Shape;5012;p199"/>
          <p:cNvSpPr/>
          <p:nvPr/>
        </p:nvSpPr>
        <p:spPr>
          <a:xfrm rot="5400000">
            <a:off x="3463300" y="1772075"/>
            <a:ext cx="1351500" cy="1380900"/>
          </a:xfrm>
          <a:prstGeom prst="rtTriangl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6" name="Shape 5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" name="Google Shape;5017;p200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5018" name="Google Shape;5018;p200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9" name="Google Shape;5019;p200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0" name="Google Shape;5020;p200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1" name="Google Shape;5021;p200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2" name="Google Shape;5022;p200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3" name="Google Shape;5023;p200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4" name="Google Shape;5024;p200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5" name="Google Shape;5025;p200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6" name="Google Shape;5026;p200"/>
          <p:cNvCxnSpPr>
            <a:stCxn id="5018" idx="6"/>
            <a:endCxn id="5019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27" name="Google Shape;5027;p200"/>
          <p:cNvCxnSpPr>
            <a:stCxn id="5019" idx="6"/>
            <a:endCxn id="5021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28" name="Google Shape;5028;p200"/>
          <p:cNvCxnSpPr>
            <a:stCxn id="5021" idx="6"/>
            <a:endCxn id="5022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29" name="Google Shape;5029;p200"/>
          <p:cNvCxnSpPr>
            <a:stCxn id="5025" idx="4"/>
            <a:endCxn id="5022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30" name="Google Shape;5030;p200"/>
          <p:cNvCxnSpPr>
            <a:stCxn id="5025" idx="6"/>
            <a:endCxn id="5024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31" name="Google Shape;5031;p200"/>
          <p:cNvCxnSpPr>
            <a:stCxn id="5024" idx="4"/>
            <a:endCxn id="5023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32" name="Google Shape;5032;p200"/>
          <p:cNvCxnSpPr>
            <a:stCxn id="5024" idx="3"/>
            <a:endCxn id="5022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33" name="Google Shape;5033;p200"/>
          <p:cNvCxnSpPr>
            <a:stCxn id="5023" idx="2"/>
            <a:endCxn id="5022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34" name="Google Shape;5034;p200"/>
          <p:cNvCxnSpPr>
            <a:stCxn id="5020" idx="5"/>
            <a:endCxn id="5019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35" name="Google Shape;5035;p200"/>
          <p:cNvCxnSpPr>
            <a:stCxn id="5020" idx="3"/>
            <a:endCxn id="5018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036" name="Google Shape;5036;p200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37" name="Google Shape;5037;p200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7  6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038" name="Google Shape;5038;p200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39" name="Google Shape;5039;p200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040" name="Google Shape;5040;p200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1" name="Google Shape;5041;p200"/>
          <p:cNvSpPr txBox="1"/>
          <p:nvPr/>
        </p:nvSpPr>
        <p:spPr>
          <a:xfrm>
            <a:off x="1234175" y="34759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2" name="Google Shape;5042;p200"/>
          <p:cNvSpPr txBox="1"/>
          <p:nvPr/>
        </p:nvSpPr>
        <p:spPr>
          <a:xfrm>
            <a:off x="5186825" y="1865400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3" name="Google Shape;5043;p200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4" name="Google Shape;5044;p200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5" name="Google Shape;5045;p200"/>
          <p:cNvSpPr/>
          <p:nvPr/>
        </p:nvSpPr>
        <p:spPr>
          <a:xfrm rot="5400000">
            <a:off x="3463300" y="1772075"/>
            <a:ext cx="1351500" cy="1380900"/>
          </a:xfrm>
          <a:prstGeom prst="rtTriangl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6" name="Google Shape;5046;p200"/>
          <p:cNvSpPr txBox="1"/>
          <p:nvPr/>
        </p:nvSpPr>
        <p:spPr>
          <a:xfrm>
            <a:off x="759625" y="1328425"/>
            <a:ext cx="657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5 in this case. However, 5 is already visited.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0" name="Shape 5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1" name="Google Shape;5051;p201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5052" name="Google Shape;5052;p201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3" name="Google Shape;5053;p201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4" name="Google Shape;5054;p201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5" name="Google Shape;5055;p201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6" name="Google Shape;5056;p201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7" name="Google Shape;5057;p201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8" name="Google Shape;5058;p201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9" name="Google Shape;5059;p201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60" name="Google Shape;5060;p201"/>
          <p:cNvCxnSpPr>
            <a:stCxn id="5052" idx="6"/>
            <a:endCxn id="5053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61" name="Google Shape;5061;p201"/>
          <p:cNvCxnSpPr>
            <a:stCxn id="5053" idx="6"/>
            <a:endCxn id="5055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62" name="Google Shape;5062;p201"/>
          <p:cNvCxnSpPr>
            <a:stCxn id="5055" idx="6"/>
            <a:endCxn id="5056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63" name="Google Shape;5063;p201"/>
          <p:cNvCxnSpPr>
            <a:stCxn id="5059" idx="4"/>
            <a:endCxn id="5056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64" name="Google Shape;5064;p201"/>
          <p:cNvCxnSpPr>
            <a:stCxn id="5059" idx="6"/>
            <a:endCxn id="5058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65" name="Google Shape;5065;p201"/>
          <p:cNvCxnSpPr>
            <a:stCxn id="5058" idx="4"/>
            <a:endCxn id="5057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66" name="Google Shape;5066;p201"/>
          <p:cNvCxnSpPr>
            <a:stCxn id="5058" idx="3"/>
            <a:endCxn id="5056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67" name="Google Shape;5067;p201"/>
          <p:cNvCxnSpPr>
            <a:stCxn id="5057" idx="2"/>
            <a:endCxn id="5056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68" name="Google Shape;5068;p201"/>
          <p:cNvCxnSpPr>
            <a:stCxn id="5054" idx="5"/>
            <a:endCxn id="5053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69" name="Google Shape;5069;p201"/>
          <p:cNvCxnSpPr>
            <a:stCxn id="5054" idx="3"/>
            <a:endCxn id="5052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070" name="Google Shape;5070;p201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71" name="Google Shape;5071;p201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072" name="Google Shape;5072;p201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73" name="Google Shape;5073;p201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074" name="Google Shape;5074;p201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5" name="Google Shape;5075;p201"/>
          <p:cNvSpPr txBox="1"/>
          <p:nvPr/>
        </p:nvSpPr>
        <p:spPr>
          <a:xfrm>
            <a:off x="1234175" y="34759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6" name="Google Shape;5076;p201"/>
          <p:cNvSpPr txBox="1"/>
          <p:nvPr/>
        </p:nvSpPr>
        <p:spPr>
          <a:xfrm>
            <a:off x="5186825" y="1865400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7" name="Google Shape;5077;p201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8" name="Google Shape;5078;p201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9" name="Google Shape;5079;p201"/>
          <p:cNvSpPr/>
          <p:nvPr/>
        </p:nvSpPr>
        <p:spPr>
          <a:xfrm rot="5400000">
            <a:off x="3463300" y="1772075"/>
            <a:ext cx="1351500" cy="1380900"/>
          </a:xfrm>
          <a:prstGeom prst="rtTriangl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0" name="Google Shape;5080;p201"/>
          <p:cNvSpPr txBox="1"/>
          <p:nvPr/>
        </p:nvSpPr>
        <p:spPr>
          <a:xfrm>
            <a:off x="759625" y="1328425"/>
            <a:ext cx="657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6 in this case. However, 6 is already visited.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4" name="Shape 5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5" name="Google Shape;5085;p202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5086" name="Google Shape;5086;p202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7" name="Google Shape;5087;p202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8" name="Google Shape;5088;p202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9" name="Google Shape;5089;p202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0" name="Google Shape;5090;p202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1" name="Google Shape;5091;p202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2" name="Google Shape;5092;p202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3" name="Google Shape;5093;p202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94" name="Google Shape;5094;p202"/>
          <p:cNvCxnSpPr>
            <a:stCxn id="5086" idx="6"/>
            <a:endCxn id="5087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95" name="Google Shape;5095;p202"/>
          <p:cNvCxnSpPr>
            <a:stCxn id="5087" idx="6"/>
            <a:endCxn id="5089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96" name="Google Shape;5096;p202"/>
          <p:cNvCxnSpPr>
            <a:stCxn id="5089" idx="6"/>
            <a:endCxn id="5090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97" name="Google Shape;5097;p202"/>
          <p:cNvCxnSpPr>
            <a:stCxn id="5093" idx="4"/>
            <a:endCxn id="5090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98" name="Google Shape;5098;p202"/>
          <p:cNvCxnSpPr>
            <a:stCxn id="5093" idx="6"/>
            <a:endCxn id="5092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99" name="Google Shape;5099;p202"/>
          <p:cNvCxnSpPr>
            <a:stCxn id="5092" idx="4"/>
            <a:endCxn id="5091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100" name="Google Shape;5100;p202"/>
          <p:cNvCxnSpPr>
            <a:stCxn id="5092" idx="3"/>
            <a:endCxn id="5090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101" name="Google Shape;5101;p202"/>
          <p:cNvCxnSpPr>
            <a:stCxn id="5091" idx="2"/>
            <a:endCxn id="5090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02" name="Google Shape;5102;p202"/>
          <p:cNvCxnSpPr>
            <a:stCxn id="5088" idx="5"/>
            <a:endCxn id="5087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103" name="Google Shape;5103;p202"/>
          <p:cNvCxnSpPr>
            <a:stCxn id="5088" idx="3"/>
            <a:endCxn id="5086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104" name="Google Shape;5104;p202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05" name="Google Shape;5105;p202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106" name="Google Shape;5106;p202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07" name="Google Shape;5107;p202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108" name="Google Shape;5108;p202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9" name="Google Shape;5109;p202"/>
          <p:cNvSpPr txBox="1"/>
          <p:nvPr/>
        </p:nvSpPr>
        <p:spPr>
          <a:xfrm>
            <a:off x="1234175" y="34759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0" name="Google Shape;5110;p202"/>
          <p:cNvSpPr txBox="1"/>
          <p:nvPr/>
        </p:nvSpPr>
        <p:spPr>
          <a:xfrm>
            <a:off x="5164400" y="1786775"/>
            <a:ext cx="32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DFS(7)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1" name="Google Shape;5111;p202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2" name="Google Shape;5112;p202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3" name="Google Shape;5113;p202"/>
          <p:cNvSpPr/>
          <p:nvPr/>
        </p:nvSpPr>
        <p:spPr>
          <a:xfrm rot="5400000">
            <a:off x="3463300" y="1772075"/>
            <a:ext cx="1351500" cy="1380900"/>
          </a:xfrm>
          <a:prstGeom prst="rtTriangl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4" name="Google Shape;5114;p202"/>
          <p:cNvSpPr txBox="1"/>
          <p:nvPr/>
        </p:nvSpPr>
        <p:spPr>
          <a:xfrm>
            <a:off x="759625" y="1328425"/>
            <a:ext cx="657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7 in this case. Run DFS from 7.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8" name="Shape 5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9" name="Google Shape;5119;p203"/>
          <p:cNvSpPr txBox="1"/>
          <p:nvPr>
            <p:ph type="title"/>
          </p:nvPr>
        </p:nvSpPr>
        <p:spPr>
          <a:xfrm>
            <a:off x="747600" y="762375"/>
            <a:ext cx="4224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Kosaraju’s Algorithm</a:t>
            </a:r>
            <a:endParaRPr/>
          </a:p>
        </p:txBody>
      </p:sp>
      <p:sp>
        <p:nvSpPr>
          <p:cNvPr id="5120" name="Google Shape;5120;p203"/>
          <p:cNvSpPr/>
          <p:nvPr/>
        </p:nvSpPr>
        <p:spPr>
          <a:xfrm>
            <a:off x="1233300" y="2506077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1" name="Google Shape;5121;p203"/>
          <p:cNvSpPr/>
          <p:nvPr/>
        </p:nvSpPr>
        <p:spPr>
          <a:xfrm>
            <a:off x="1902280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2" name="Google Shape;5122;p203"/>
          <p:cNvSpPr/>
          <p:nvPr/>
        </p:nvSpPr>
        <p:spPr>
          <a:xfrm>
            <a:off x="1613803" y="1866674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3" name="Google Shape;5123;p203"/>
          <p:cNvSpPr/>
          <p:nvPr/>
        </p:nvSpPr>
        <p:spPr>
          <a:xfrm>
            <a:off x="2635603" y="25202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4" name="Google Shape;5124;p203"/>
          <p:cNvSpPr/>
          <p:nvPr/>
        </p:nvSpPr>
        <p:spPr>
          <a:xfrm>
            <a:off x="3491055" y="25202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5" name="Google Shape;5125;p203"/>
          <p:cNvSpPr/>
          <p:nvPr/>
        </p:nvSpPr>
        <p:spPr>
          <a:xfrm>
            <a:off x="4224474" y="2544739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6" name="Google Shape;5126;p203"/>
          <p:cNvSpPr/>
          <p:nvPr/>
        </p:nvSpPr>
        <p:spPr>
          <a:xfrm>
            <a:off x="4218728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7" name="Google Shape;5127;p203"/>
          <p:cNvSpPr/>
          <p:nvPr/>
        </p:nvSpPr>
        <p:spPr>
          <a:xfrm>
            <a:off x="3491055" y="1840338"/>
            <a:ext cx="380400" cy="392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8" name="Google Shape;5128;p203"/>
          <p:cNvCxnSpPr>
            <a:stCxn id="5120" idx="6"/>
            <a:endCxn id="5121" idx="2"/>
          </p:cNvCxnSpPr>
          <p:nvPr/>
        </p:nvCxnSpPr>
        <p:spPr>
          <a:xfrm>
            <a:off x="1613700" y="2702277"/>
            <a:ext cx="288600" cy="1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29" name="Google Shape;5129;p203"/>
          <p:cNvCxnSpPr>
            <a:stCxn id="5121" idx="6"/>
            <a:endCxn id="5123" idx="2"/>
          </p:cNvCxnSpPr>
          <p:nvPr/>
        </p:nvCxnSpPr>
        <p:spPr>
          <a:xfrm>
            <a:off x="2282680" y="2716438"/>
            <a:ext cx="35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130" name="Google Shape;5130;p203"/>
          <p:cNvCxnSpPr>
            <a:stCxn id="5123" idx="6"/>
            <a:endCxn id="5124" idx="2"/>
          </p:cNvCxnSpPr>
          <p:nvPr/>
        </p:nvCxnSpPr>
        <p:spPr>
          <a:xfrm>
            <a:off x="3016003" y="2716438"/>
            <a:ext cx="4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131" name="Google Shape;5131;p203"/>
          <p:cNvCxnSpPr>
            <a:stCxn id="5127" idx="4"/>
            <a:endCxn id="5124" idx="0"/>
          </p:cNvCxnSpPr>
          <p:nvPr/>
        </p:nvCxnSpPr>
        <p:spPr>
          <a:xfrm>
            <a:off x="3681255" y="2232738"/>
            <a:ext cx="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32" name="Google Shape;5132;p203"/>
          <p:cNvCxnSpPr>
            <a:stCxn id="5127" idx="6"/>
            <a:endCxn id="5126" idx="2"/>
          </p:cNvCxnSpPr>
          <p:nvPr/>
        </p:nvCxnSpPr>
        <p:spPr>
          <a:xfrm>
            <a:off x="3871455" y="2036538"/>
            <a:ext cx="3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133" name="Google Shape;5133;p203"/>
          <p:cNvCxnSpPr>
            <a:stCxn id="5126" idx="4"/>
            <a:endCxn id="5125" idx="0"/>
          </p:cNvCxnSpPr>
          <p:nvPr/>
        </p:nvCxnSpPr>
        <p:spPr>
          <a:xfrm>
            <a:off x="4408928" y="2232738"/>
            <a:ext cx="5700" cy="3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134" name="Google Shape;5134;p203"/>
          <p:cNvCxnSpPr>
            <a:stCxn id="5126" idx="3"/>
            <a:endCxn id="5124" idx="7"/>
          </p:cNvCxnSpPr>
          <p:nvPr/>
        </p:nvCxnSpPr>
        <p:spPr>
          <a:xfrm flipH="1">
            <a:off x="3815737" y="2175272"/>
            <a:ext cx="458700" cy="40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135" name="Google Shape;5135;p203"/>
          <p:cNvCxnSpPr>
            <a:stCxn id="5125" idx="2"/>
            <a:endCxn id="5124" idx="6"/>
          </p:cNvCxnSpPr>
          <p:nvPr/>
        </p:nvCxnSpPr>
        <p:spPr>
          <a:xfrm rot="10800000">
            <a:off x="3871374" y="2716339"/>
            <a:ext cx="353100" cy="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36" name="Google Shape;5136;p203"/>
          <p:cNvCxnSpPr>
            <a:stCxn id="5122" idx="5"/>
            <a:endCxn id="5121" idx="0"/>
          </p:cNvCxnSpPr>
          <p:nvPr/>
        </p:nvCxnSpPr>
        <p:spPr>
          <a:xfrm>
            <a:off x="1938495" y="2201608"/>
            <a:ext cx="153900" cy="31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137" name="Google Shape;5137;p203"/>
          <p:cNvCxnSpPr>
            <a:stCxn id="5122" idx="3"/>
            <a:endCxn id="5120" idx="0"/>
          </p:cNvCxnSpPr>
          <p:nvPr/>
        </p:nvCxnSpPr>
        <p:spPr>
          <a:xfrm flipH="1">
            <a:off x="1423512" y="2201608"/>
            <a:ext cx="24600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138" name="Google Shape;5138;p203"/>
          <p:cNvSpPr txBox="1"/>
          <p:nvPr/>
        </p:nvSpPr>
        <p:spPr>
          <a:xfrm>
            <a:off x="747600" y="1355213"/>
            <a:ext cx="709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39" name="Google Shape;5139;p203"/>
          <p:cNvGraphicFramePr/>
          <p:nvPr/>
        </p:nvGraphicFramePr>
        <p:xfrm>
          <a:off x="1234175" y="38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27404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140" name="Google Shape;5140;p203"/>
          <p:cNvSpPr txBox="1"/>
          <p:nvPr/>
        </p:nvSpPr>
        <p:spPr>
          <a:xfrm>
            <a:off x="1139025" y="4234350"/>
            <a:ext cx="153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Reference Stack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41" name="Google Shape;5141;p203"/>
          <p:cNvGraphicFramePr/>
          <p:nvPr/>
        </p:nvGraphicFramePr>
        <p:xfrm>
          <a:off x="1234175" y="319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{A8E1ACA5-DD12-43B5-BF0A-29AC8E577874}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142" name="Google Shape;5142;p203"/>
          <p:cNvSpPr txBox="1"/>
          <p:nvPr/>
        </p:nvSpPr>
        <p:spPr>
          <a:xfrm>
            <a:off x="1120675" y="2831863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3" name="Google Shape;5143;p203"/>
          <p:cNvSpPr txBox="1"/>
          <p:nvPr/>
        </p:nvSpPr>
        <p:spPr>
          <a:xfrm>
            <a:off x="1234175" y="3475963"/>
            <a:ext cx="430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0       1       2       3       4        5       6        7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4" name="Google Shape;5144;p203"/>
          <p:cNvSpPr txBox="1"/>
          <p:nvPr/>
        </p:nvSpPr>
        <p:spPr>
          <a:xfrm>
            <a:off x="5074150" y="1755425"/>
            <a:ext cx="3214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DFS(7)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has two adjacent vertices 4 and 6, however, both are already visited. Therefore, 7 is our fourth SCC.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[0, 2, 1]: SCC1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[3]: SCC2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[4, 6, 5]: SCC3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[7]: SCC4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Kosaraju’s Algorithm!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5" name="Google Shape;5145;p203"/>
          <p:cNvSpPr/>
          <p:nvPr/>
        </p:nvSpPr>
        <p:spPr>
          <a:xfrm>
            <a:off x="1143825" y="1734425"/>
            <a:ext cx="1239000" cy="12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6" name="Google Shape;5146;p203"/>
          <p:cNvSpPr/>
          <p:nvPr/>
        </p:nvSpPr>
        <p:spPr>
          <a:xfrm>
            <a:off x="2492163" y="2356650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7" name="Google Shape;5147;p203"/>
          <p:cNvSpPr/>
          <p:nvPr/>
        </p:nvSpPr>
        <p:spPr>
          <a:xfrm rot="5400000">
            <a:off x="3463300" y="1772075"/>
            <a:ext cx="1351500" cy="1380900"/>
          </a:xfrm>
          <a:prstGeom prst="rtTriangl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8" name="Google Shape;5148;p203"/>
          <p:cNvSpPr txBox="1"/>
          <p:nvPr/>
        </p:nvSpPr>
        <p:spPr>
          <a:xfrm>
            <a:off x="759625" y="1328425"/>
            <a:ext cx="657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the vertex from the stack i.e. 7 in this case. Run DFS from 7.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9" name="Google Shape;5149;p203"/>
          <p:cNvSpPr/>
          <p:nvPr/>
        </p:nvSpPr>
        <p:spPr>
          <a:xfrm>
            <a:off x="4173238" y="2466013"/>
            <a:ext cx="599100" cy="58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3" name="Shape 5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4" name="Google Shape;5154;p204"/>
          <p:cNvSpPr txBox="1"/>
          <p:nvPr>
            <p:ph type="title"/>
          </p:nvPr>
        </p:nvSpPr>
        <p:spPr>
          <a:xfrm>
            <a:off x="740006" y="762375"/>
            <a:ext cx="498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5155" name="Google Shape;5155;p204"/>
          <p:cNvSpPr txBox="1"/>
          <p:nvPr>
            <p:ph idx="1" type="body"/>
          </p:nvPr>
        </p:nvSpPr>
        <p:spPr>
          <a:xfrm>
            <a:off x="739999" y="1499200"/>
            <a:ext cx="7214400" cy="12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Mumit sir’s slide - </a:t>
            </a:r>
            <a:r>
              <a:rPr lang="en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https://drive.google.com/file/d/1OkLO91GV4M23e-1EtvFr9yeGWgk6V91q/view</a:t>
            </a:r>
            <a:endParaRPr>
              <a:solidFill>
                <a:srgbClr val="0000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PNP sir’s slide - </a:t>
            </a:r>
            <a:r>
              <a:rPr lang="en" u="sng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https://docs.google.com/presentation/d/1bKKT_3Mnlp0cV509k7E8hBWEKQ_YfV0cfek10LDCo6Y/edit?slide=id.g26e6291b7d8_0_183#slide=id.g26e6291b7d8_0_183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