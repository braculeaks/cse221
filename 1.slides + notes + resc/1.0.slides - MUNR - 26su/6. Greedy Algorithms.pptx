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Tahom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Tahoma-bold.fntdata"/><Relationship Id="rId9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6149059de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26149059de_4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6149059de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6149059de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4" y="744425"/>
            <a:ext cx="4943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Greedy Approach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41525" y="1391401"/>
            <a:ext cx="786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