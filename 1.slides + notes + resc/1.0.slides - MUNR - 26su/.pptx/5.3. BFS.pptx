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5143500" cx="9144000"/>
  <p:notesSz cx="6858000" cy="9144000"/>
  <p:embeddedFontLst>
    <p:embeddedFont>
      <p:font typeface="Tahoma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F0B42A-D84D-4AD7-8603-9375C178765A}">
  <a:tblStyle styleId="{3EF0B42A-D84D-4AD7-8603-9375C17876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Tahoma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0" Type="http://schemas.openxmlformats.org/officeDocument/2006/relationships/font" Target="fonts/Tahoma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f30f9c572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4f30f9c572_2_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f30f9c572_2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4f30f9c572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4f30f9c572_2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4f30f9c572_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f30f9c572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4f30f9c572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f30f9c572_2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f30f9c572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f30f9c572_2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4f30f9c572_2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4f30f9c572_2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4f30f9c572_2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f30f9c572_2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4f30f9c572_2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4f30f9c572_2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4f30f9c572_2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4f30f9c572_2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4f30f9c572_2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4f30f9c572_2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4f30f9c572_2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4f30f9c572_2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4f30f9c572_2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4f30f9c572_2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4f30f9c572_2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4f30f9c572_2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4f30f9c572_2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4f30f9c572_2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4f30f9c572_2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4f30f9c572_2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4f30f9c572_2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4f30f9c572_2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4f30f9c572_2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4f30f9c572_2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4f30f9c572_2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4f30f9c572_2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4f30f9c572_2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4f30f9c572_2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4f30f9c572_2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4f30f9c572_2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4f30f9c572_2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7996"/>
                </a:lnTo>
                <a:lnTo>
                  <a:pt x="12192000" y="6857996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6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6" name="Google Shape;66;p14"/>
          <p:cNvSpPr txBox="1"/>
          <p:nvPr>
            <p:ph type="ctrTitle"/>
          </p:nvPr>
        </p:nvSpPr>
        <p:spPr>
          <a:xfrm>
            <a:off x="1252628" y="552068"/>
            <a:ext cx="6638742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1929978" y="2074847"/>
            <a:ext cx="5278279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641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12191999" y="0"/>
                </a:moveTo>
                <a:lnTo>
                  <a:pt x="0" y="0"/>
                </a:lnTo>
                <a:lnTo>
                  <a:pt x="0" y="6857996"/>
                </a:lnTo>
                <a:lnTo>
                  <a:pt x="12191999" y="6857996"/>
                </a:lnTo>
                <a:lnTo>
                  <a:pt x="12191999" y="0"/>
                </a:lnTo>
                <a:close/>
              </a:path>
            </a:pathLst>
          </a:custGeom>
          <a:solidFill>
            <a:srgbClr val="F8F6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2" name="Google Shape;52;p13"/>
          <p:cNvSpPr/>
          <p:nvPr/>
        </p:nvSpPr>
        <p:spPr>
          <a:xfrm>
            <a:off x="1250" y="4707530"/>
            <a:ext cx="9142571" cy="0"/>
          </a:xfrm>
          <a:custGeom>
            <a:rect b="b" l="l" r="r" t="t"/>
            <a:pathLst>
              <a:path extrusionOk="0" h="120000" w="12190095">
                <a:moveTo>
                  <a:pt x="0" y="0"/>
                </a:moveTo>
                <a:lnTo>
                  <a:pt x="12189811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3" name="Google Shape;53;p13"/>
          <p:cNvSpPr/>
          <p:nvPr/>
        </p:nvSpPr>
        <p:spPr>
          <a:xfrm>
            <a:off x="429" y="435657"/>
            <a:ext cx="9144000" cy="0"/>
          </a:xfrm>
          <a:custGeom>
            <a:rect b="b" l="l" r="r" t="t"/>
            <a:pathLst>
              <a:path extrusionOk="0" h="120000"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4" name="Google Shape;54;p13"/>
          <p:cNvSpPr/>
          <p:nvPr/>
        </p:nvSpPr>
        <p:spPr>
          <a:xfrm>
            <a:off x="8672460" y="0"/>
            <a:ext cx="0" cy="5143500"/>
          </a:xfrm>
          <a:custGeom>
            <a:rect b="b" l="l" r="r" t="t"/>
            <a:pathLst>
              <a:path extrusionOk="0" h="6858000" w="120000">
                <a:moveTo>
                  <a:pt x="0" y="685791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5" name="Google Shape;55;p13"/>
          <p:cNvSpPr/>
          <p:nvPr/>
        </p:nvSpPr>
        <p:spPr>
          <a:xfrm>
            <a:off x="476021" y="0"/>
            <a:ext cx="0" cy="5143500"/>
          </a:xfrm>
          <a:custGeom>
            <a:rect b="b" l="l" r="r" t="t"/>
            <a:pathLst>
              <a:path extrusionOk="0" h="6858000" w="120000">
                <a:moveTo>
                  <a:pt x="0" y="685791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6" name="Google Shape;56;p13"/>
          <p:cNvSpPr/>
          <p:nvPr/>
        </p:nvSpPr>
        <p:spPr>
          <a:xfrm>
            <a:off x="3207762" y="0"/>
            <a:ext cx="2728913" cy="435769"/>
          </a:xfrm>
          <a:custGeom>
            <a:rect b="b" l="l" r="r" t="t"/>
            <a:pathLst>
              <a:path extrusionOk="0" h="581025" w="3638550">
                <a:moveTo>
                  <a:pt x="0" y="6615"/>
                </a:moveTo>
                <a:lnTo>
                  <a:pt x="38929" y="34030"/>
                </a:lnTo>
                <a:lnTo>
                  <a:pt x="78348" y="60862"/>
                </a:lnTo>
                <a:lnTo>
                  <a:pt x="118250" y="87104"/>
                </a:lnTo>
                <a:lnTo>
                  <a:pt x="158627" y="112749"/>
                </a:lnTo>
                <a:lnTo>
                  <a:pt x="199472" y="137790"/>
                </a:lnTo>
                <a:lnTo>
                  <a:pt x="240778" y="162222"/>
                </a:lnTo>
                <a:lnTo>
                  <a:pt x="282538" y="186035"/>
                </a:lnTo>
                <a:lnTo>
                  <a:pt x="324743" y="209224"/>
                </a:lnTo>
                <a:lnTo>
                  <a:pt x="367387" y="231783"/>
                </a:lnTo>
                <a:lnTo>
                  <a:pt x="410463" y="253703"/>
                </a:lnTo>
                <a:lnTo>
                  <a:pt x="453962" y="274978"/>
                </a:lnTo>
                <a:lnTo>
                  <a:pt x="497879" y="295601"/>
                </a:lnTo>
                <a:lnTo>
                  <a:pt x="542205" y="315566"/>
                </a:lnTo>
                <a:lnTo>
                  <a:pt x="586933" y="334864"/>
                </a:lnTo>
                <a:lnTo>
                  <a:pt x="632055" y="353491"/>
                </a:lnTo>
                <a:lnTo>
                  <a:pt x="677566" y="371438"/>
                </a:lnTo>
                <a:lnTo>
                  <a:pt x="723456" y="388699"/>
                </a:lnTo>
                <a:lnTo>
                  <a:pt x="769719" y="405266"/>
                </a:lnTo>
                <a:lnTo>
                  <a:pt x="816348" y="421134"/>
                </a:lnTo>
                <a:lnTo>
                  <a:pt x="863334" y="436294"/>
                </a:lnTo>
                <a:lnTo>
                  <a:pt x="910672" y="450741"/>
                </a:lnTo>
                <a:lnTo>
                  <a:pt x="958353" y="464467"/>
                </a:lnTo>
                <a:lnTo>
                  <a:pt x="1006370" y="477466"/>
                </a:lnTo>
                <a:lnTo>
                  <a:pt x="1054717" y="489730"/>
                </a:lnTo>
                <a:lnTo>
                  <a:pt x="1103384" y="501253"/>
                </a:lnTo>
                <a:lnTo>
                  <a:pt x="1152366" y="512027"/>
                </a:lnTo>
                <a:lnTo>
                  <a:pt x="1201655" y="522047"/>
                </a:lnTo>
                <a:lnTo>
                  <a:pt x="1251244" y="531304"/>
                </a:lnTo>
                <a:lnTo>
                  <a:pt x="1301124" y="539793"/>
                </a:lnTo>
                <a:lnTo>
                  <a:pt x="1351290" y="547506"/>
                </a:lnTo>
                <a:lnTo>
                  <a:pt x="1401733" y="554436"/>
                </a:lnTo>
                <a:lnTo>
                  <a:pt x="1452447" y="560577"/>
                </a:lnTo>
                <a:lnTo>
                  <a:pt x="1503423" y="565921"/>
                </a:lnTo>
                <a:lnTo>
                  <a:pt x="1554655" y="570462"/>
                </a:lnTo>
                <a:lnTo>
                  <a:pt x="1606136" y="574192"/>
                </a:lnTo>
                <a:lnTo>
                  <a:pt x="1657857" y="577106"/>
                </a:lnTo>
                <a:lnTo>
                  <a:pt x="1709812" y="579196"/>
                </a:lnTo>
                <a:lnTo>
                  <a:pt x="1761993" y="580455"/>
                </a:lnTo>
                <a:lnTo>
                  <a:pt x="1814394" y="580876"/>
                </a:lnTo>
                <a:lnTo>
                  <a:pt x="1867101" y="580450"/>
                </a:lnTo>
                <a:lnTo>
                  <a:pt x="1919589" y="579176"/>
                </a:lnTo>
                <a:lnTo>
                  <a:pt x="1971848" y="577061"/>
                </a:lnTo>
                <a:lnTo>
                  <a:pt x="2023871" y="574113"/>
                </a:lnTo>
                <a:lnTo>
                  <a:pt x="2075651" y="570338"/>
                </a:lnTo>
                <a:lnTo>
                  <a:pt x="2127181" y="565744"/>
                </a:lnTo>
                <a:lnTo>
                  <a:pt x="2178452" y="560337"/>
                </a:lnTo>
                <a:lnTo>
                  <a:pt x="2229457" y="554123"/>
                </a:lnTo>
                <a:lnTo>
                  <a:pt x="2280190" y="547112"/>
                </a:lnTo>
                <a:lnTo>
                  <a:pt x="2330642" y="539308"/>
                </a:lnTo>
                <a:lnTo>
                  <a:pt x="2380805" y="530720"/>
                </a:lnTo>
                <a:lnTo>
                  <a:pt x="2430673" y="521354"/>
                </a:lnTo>
                <a:lnTo>
                  <a:pt x="2480238" y="511217"/>
                </a:lnTo>
                <a:lnTo>
                  <a:pt x="2529492" y="500316"/>
                </a:lnTo>
                <a:lnTo>
                  <a:pt x="2578428" y="488659"/>
                </a:lnTo>
                <a:lnTo>
                  <a:pt x="2627039" y="476252"/>
                </a:lnTo>
                <a:lnTo>
                  <a:pt x="2675316" y="463101"/>
                </a:lnTo>
                <a:lnTo>
                  <a:pt x="2723253" y="449215"/>
                </a:lnTo>
                <a:lnTo>
                  <a:pt x="2770841" y="434600"/>
                </a:lnTo>
                <a:lnTo>
                  <a:pt x="2818074" y="419264"/>
                </a:lnTo>
                <a:lnTo>
                  <a:pt x="2864944" y="403212"/>
                </a:lnTo>
                <a:lnTo>
                  <a:pt x="2911443" y="386452"/>
                </a:lnTo>
                <a:lnTo>
                  <a:pt x="2957565" y="368992"/>
                </a:lnTo>
                <a:lnTo>
                  <a:pt x="3003300" y="350837"/>
                </a:lnTo>
                <a:lnTo>
                  <a:pt x="3048643" y="331996"/>
                </a:lnTo>
                <a:lnTo>
                  <a:pt x="3093585" y="312475"/>
                </a:lnTo>
                <a:lnTo>
                  <a:pt x="3138119" y="292280"/>
                </a:lnTo>
                <a:lnTo>
                  <a:pt x="3182237" y="271420"/>
                </a:lnTo>
                <a:lnTo>
                  <a:pt x="3225932" y="249901"/>
                </a:lnTo>
                <a:lnTo>
                  <a:pt x="3269197" y="227729"/>
                </a:lnTo>
                <a:lnTo>
                  <a:pt x="3312024" y="204913"/>
                </a:lnTo>
                <a:lnTo>
                  <a:pt x="3354405" y="181458"/>
                </a:lnTo>
                <a:lnTo>
                  <a:pt x="3396333" y="157373"/>
                </a:lnTo>
                <a:lnTo>
                  <a:pt x="3437801" y="132663"/>
                </a:lnTo>
                <a:lnTo>
                  <a:pt x="3478800" y="107337"/>
                </a:lnTo>
                <a:lnTo>
                  <a:pt x="3519324" y="81400"/>
                </a:lnTo>
                <a:lnTo>
                  <a:pt x="3559365" y="54860"/>
                </a:lnTo>
                <a:lnTo>
                  <a:pt x="3598916" y="27725"/>
                </a:lnTo>
                <a:lnTo>
                  <a:pt x="3637969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7" name="Google Shape;57;p13"/>
          <p:cNvSpPr/>
          <p:nvPr/>
        </p:nvSpPr>
        <p:spPr>
          <a:xfrm>
            <a:off x="3228815" y="4707527"/>
            <a:ext cx="2686526" cy="436245"/>
          </a:xfrm>
          <a:custGeom>
            <a:rect b="b" l="l" r="r" t="t"/>
            <a:pathLst>
              <a:path extrusionOk="0" h="581659" w="3582034">
                <a:moveTo>
                  <a:pt x="3581825" y="574671"/>
                </a:moveTo>
                <a:lnTo>
                  <a:pt x="3542481" y="546522"/>
                </a:lnTo>
                <a:lnTo>
                  <a:pt x="3502629" y="518988"/>
                </a:lnTo>
                <a:lnTo>
                  <a:pt x="3462278" y="492077"/>
                </a:lnTo>
                <a:lnTo>
                  <a:pt x="3421433" y="465794"/>
                </a:lnTo>
                <a:lnTo>
                  <a:pt x="3380105" y="440149"/>
                </a:lnTo>
                <a:lnTo>
                  <a:pt x="3338299" y="415149"/>
                </a:lnTo>
                <a:lnTo>
                  <a:pt x="3296025" y="390800"/>
                </a:lnTo>
                <a:lnTo>
                  <a:pt x="3253289" y="367111"/>
                </a:lnTo>
                <a:lnTo>
                  <a:pt x="3210100" y="344089"/>
                </a:lnTo>
                <a:lnTo>
                  <a:pt x="3166465" y="321741"/>
                </a:lnTo>
                <a:lnTo>
                  <a:pt x="3122393" y="300075"/>
                </a:lnTo>
                <a:lnTo>
                  <a:pt x="3077891" y="279098"/>
                </a:lnTo>
                <a:lnTo>
                  <a:pt x="3032966" y="258817"/>
                </a:lnTo>
                <a:lnTo>
                  <a:pt x="2987627" y="239241"/>
                </a:lnTo>
                <a:lnTo>
                  <a:pt x="2941881" y="220376"/>
                </a:lnTo>
                <a:lnTo>
                  <a:pt x="2895736" y="202230"/>
                </a:lnTo>
                <a:lnTo>
                  <a:pt x="2849201" y="184811"/>
                </a:lnTo>
                <a:lnTo>
                  <a:pt x="2802282" y="168125"/>
                </a:lnTo>
                <a:lnTo>
                  <a:pt x="2754988" y="152181"/>
                </a:lnTo>
                <a:lnTo>
                  <a:pt x="2707326" y="136986"/>
                </a:lnTo>
                <a:lnTo>
                  <a:pt x="2659304" y="122547"/>
                </a:lnTo>
                <a:lnTo>
                  <a:pt x="2610930" y="108871"/>
                </a:lnTo>
                <a:lnTo>
                  <a:pt x="2562212" y="95967"/>
                </a:lnTo>
                <a:lnTo>
                  <a:pt x="2513158" y="83841"/>
                </a:lnTo>
                <a:lnTo>
                  <a:pt x="2463775" y="72501"/>
                </a:lnTo>
                <a:lnTo>
                  <a:pt x="2414071" y="61955"/>
                </a:lnTo>
                <a:lnTo>
                  <a:pt x="2364053" y="52209"/>
                </a:lnTo>
                <a:lnTo>
                  <a:pt x="2313731" y="43272"/>
                </a:lnTo>
                <a:lnTo>
                  <a:pt x="2263111" y="35151"/>
                </a:lnTo>
                <a:lnTo>
                  <a:pt x="2212202" y="27853"/>
                </a:lnTo>
                <a:lnTo>
                  <a:pt x="2161010" y="21386"/>
                </a:lnTo>
                <a:lnTo>
                  <a:pt x="2109545" y="15756"/>
                </a:lnTo>
                <a:lnTo>
                  <a:pt x="2057813" y="10973"/>
                </a:lnTo>
                <a:lnTo>
                  <a:pt x="2005822" y="7042"/>
                </a:lnTo>
                <a:lnTo>
                  <a:pt x="1953581" y="3972"/>
                </a:lnTo>
                <a:lnTo>
                  <a:pt x="1901097" y="1770"/>
                </a:lnTo>
                <a:lnTo>
                  <a:pt x="1848378" y="443"/>
                </a:lnTo>
                <a:lnTo>
                  <a:pt x="1795432" y="0"/>
                </a:lnTo>
                <a:lnTo>
                  <a:pt x="1742174" y="449"/>
                </a:lnTo>
                <a:lnTo>
                  <a:pt x="1689146" y="1791"/>
                </a:lnTo>
                <a:lnTo>
                  <a:pt x="1636355" y="4019"/>
                </a:lnTo>
                <a:lnTo>
                  <a:pt x="1583809" y="7126"/>
                </a:lnTo>
                <a:lnTo>
                  <a:pt x="1531516" y="11103"/>
                </a:lnTo>
                <a:lnTo>
                  <a:pt x="1479484" y="15943"/>
                </a:lnTo>
                <a:lnTo>
                  <a:pt x="1427721" y="21638"/>
                </a:lnTo>
                <a:lnTo>
                  <a:pt x="1376235" y="28182"/>
                </a:lnTo>
                <a:lnTo>
                  <a:pt x="1325034" y="35566"/>
                </a:lnTo>
                <a:lnTo>
                  <a:pt x="1274126" y="43783"/>
                </a:lnTo>
                <a:lnTo>
                  <a:pt x="1223518" y="52825"/>
                </a:lnTo>
                <a:lnTo>
                  <a:pt x="1173220" y="62684"/>
                </a:lnTo>
                <a:lnTo>
                  <a:pt x="1123238" y="73354"/>
                </a:lnTo>
                <a:lnTo>
                  <a:pt x="1073581" y="84827"/>
                </a:lnTo>
                <a:lnTo>
                  <a:pt x="1024257" y="97094"/>
                </a:lnTo>
                <a:lnTo>
                  <a:pt x="975274" y="110149"/>
                </a:lnTo>
                <a:lnTo>
                  <a:pt x="926639" y="123984"/>
                </a:lnTo>
                <a:lnTo>
                  <a:pt x="878362" y="138591"/>
                </a:lnTo>
                <a:lnTo>
                  <a:pt x="830448" y="153963"/>
                </a:lnTo>
                <a:lnTo>
                  <a:pt x="782908" y="170093"/>
                </a:lnTo>
                <a:lnTo>
                  <a:pt x="735748" y="186972"/>
                </a:lnTo>
                <a:lnTo>
                  <a:pt x="688977" y="204593"/>
                </a:lnTo>
                <a:lnTo>
                  <a:pt x="642602" y="222948"/>
                </a:lnTo>
                <a:lnTo>
                  <a:pt x="596632" y="242031"/>
                </a:lnTo>
                <a:lnTo>
                  <a:pt x="551075" y="261833"/>
                </a:lnTo>
                <a:lnTo>
                  <a:pt x="505938" y="282347"/>
                </a:lnTo>
                <a:lnTo>
                  <a:pt x="461230" y="303566"/>
                </a:lnTo>
                <a:lnTo>
                  <a:pt x="416958" y="325481"/>
                </a:lnTo>
                <a:lnTo>
                  <a:pt x="373130" y="348085"/>
                </a:lnTo>
                <a:lnTo>
                  <a:pt x="329755" y="371371"/>
                </a:lnTo>
                <a:lnTo>
                  <a:pt x="286840" y="395331"/>
                </a:lnTo>
                <a:lnTo>
                  <a:pt x="244394" y="419957"/>
                </a:lnTo>
                <a:lnTo>
                  <a:pt x="202424" y="445243"/>
                </a:lnTo>
                <a:lnTo>
                  <a:pt x="160939" y="471180"/>
                </a:lnTo>
                <a:lnTo>
                  <a:pt x="119946" y="497761"/>
                </a:lnTo>
                <a:lnTo>
                  <a:pt x="79453" y="524978"/>
                </a:lnTo>
                <a:lnTo>
                  <a:pt x="39468" y="552824"/>
                </a:lnTo>
                <a:lnTo>
                  <a:pt x="0" y="581291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8" name="Google Shape;58;p13"/>
          <p:cNvSpPr/>
          <p:nvPr/>
        </p:nvSpPr>
        <p:spPr>
          <a:xfrm>
            <a:off x="740421" y="1323048"/>
            <a:ext cx="4946332" cy="0"/>
          </a:xfrm>
          <a:custGeom>
            <a:rect b="b" l="l" r="r" t="t"/>
            <a:pathLst>
              <a:path extrusionOk="0" h="120000" w="6595109">
                <a:moveTo>
                  <a:pt x="0" y="0"/>
                </a:moveTo>
                <a:lnTo>
                  <a:pt x="6595009" y="0"/>
                </a:lnTo>
              </a:path>
            </a:pathLst>
          </a:custGeom>
          <a:noFill/>
          <a:ln cap="flat" cmpd="sng" w="38100">
            <a:solidFill>
              <a:srgbClr val="C25D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9" name="Google Shape;59;p13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1929978" y="2074847"/>
            <a:ext cx="5278279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ctrTitle"/>
          </p:nvPr>
        </p:nvSpPr>
        <p:spPr>
          <a:xfrm>
            <a:off x="1028175" y="564750"/>
            <a:ext cx="7263600" cy="17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CSE221: Algorithms</a:t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 First Search (BFS)</a:t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Prepared by: A B M Muntasir Rahman [MUNR]</a:t>
            </a:r>
            <a:endParaRPr sz="1500"/>
          </a:p>
        </p:txBody>
      </p:sp>
      <p:grpSp>
        <p:nvGrpSpPr>
          <p:cNvPr id="98" name="Google Shape;98;p19"/>
          <p:cNvGrpSpPr/>
          <p:nvPr/>
        </p:nvGrpSpPr>
        <p:grpSpPr>
          <a:xfrm>
            <a:off x="3283" y="2791955"/>
            <a:ext cx="9141143" cy="2351759"/>
            <a:chOff x="4377" y="3722607"/>
            <a:chExt cx="12188190" cy="3135678"/>
          </a:xfrm>
        </p:grpSpPr>
        <p:sp>
          <p:nvSpPr>
            <p:cNvPr id="99" name="Google Shape;99;p19"/>
            <p:cNvSpPr/>
            <p:nvPr/>
          </p:nvSpPr>
          <p:spPr>
            <a:xfrm>
              <a:off x="634693" y="5270374"/>
              <a:ext cx="10926445" cy="0"/>
            </a:xfrm>
            <a:custGeom>
              <a:rect b="b" l="l" r="r" t="t"/>
              <a:pathLst>
                <a:path extrusionOk="0" h="120000" w="10926445">
                  <a:moveTo>
                    <a:pt x="0" y="0"/>
                  </a:moveTo>
                  <a:lnTo>
                    <a:pt x="10926296" y="0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0" name="Google Shape;100;p19"/>
            <p:cNvSpPr/>
            <p:nvPr/>
          </p:nvSpPr>
          <p:spPr>
            <a:xfrm>
              <a:off x="3375418" y="3723252"/>
              <a:ext cx="5436870" cy="3134995"/>
            </a:xfrm>
            <a:custGeom>
              <a:rect b="b" l="l" r="r" t="t"/>
              <a:pathLst>
                <a:path extrusionOk="0" h="3134995" w="5436870">
                  <a:moveTo>
                    <a:pt x="3854265" y="0"/>
                  </a:moveTo>
                  <a:lnTo>
                    <a:pt x="1582517" y="0"/>
                  </a:lnTo>
                  <a:lnTo>
                    <a:pt x="1534135" y="718"/>
                  </a:lnTo>
                  <a:lnTo>
                    <a:pt x="1486115" y="2860"/>
                  </a:lnTo>
                  <a:lnTo>
                    <a:pt x="1438476" y="6405"/>
                  </a:lnTo>
                  <a:lnTo>
                    <a:pt x="1391240" y="11332"/>
                  </a:lnTo>
                  <a:lnTo>
                    <a:pt x="1344427" y="17621"/>
                  </a:lnTo>
                  <a:lnTo>
                    <a:pt x="1298057" y="25252"/>
                  </a:lnTo>
                  <a:lnTo>
                    <a:pt x="1252153" y="34204"/>
                  </a:lnTo>
                  <a:lnTo>
                    <a:pt x="1206734" y="44456"/>
                  </a:lnTo>
                  <a:lnTo>
                    <a:pt x="1161821" y="55988"/>
                  </a:lnTo>
                  <a:lnTo>
                    <a:pt x="1117435" y="68779"/>
                  </a:lnTo>
                  <a:lnTo>
                    <a:pt x="1073596" y="82809"/>
                  </a:lnTo>
                  <a:lnTo>
                    <a:pt x="1030325" y="98058"/>
                  </a:lnTo>
                  <a:lnTo>
                    <a:pt x="987643" y="114505"/>
                  </a:lnTo>
                  <a:lnTo>
                    <a:pt x="945571" y="132130"/>
                  </a:lnTo>
                  <a:lnTo>
                    <a:pt x="904129" y="150911"/>
                  </a:lnTo>
                  <a:lnTo>
                    <a:pt x="863337" y="170829"/>
                  </a:lnTo>
                  <a:lnTo>
                    <a:pt x="823217" y="191863"/>
                  </a:lnTo>
                  <a:lnTo>
                    <a:pt x="783790" y="213992"/>
                  </a:lnTo>
                  <a:lnTo>
                    <a:pt x="745075" y="237196"/>
                  </a:lnTo>
                  <a:lnTo>
                    <a:pt x="707094" y="261455"/>
                  </a:lnTo>
                  <a:lnTo>
                    <a:pt x="669868" y="286748"/>
                  </a:lnTo>
                  <a:lnTo>
                    <a:pt x="633416" y="313055"/>
                  </a:lnTo>
                  <a:lnTo>
                    <a:pt x="597760" y="340354"/>
                  </a:lnTo>
                  <a:lnTo>
                    <a:pt x="562921" y="368626"/>
                  </a:lnTo>
                  <a:lnTo>
                    <a:pt x="528919" y="397850"/>
                  </a:lnTo>
                  <a:lnTo>
                    <a:pt x="495774" y="428006"/>
                  </a:lnTo>
                  <a:lnTo>
                    <a:pt x="463508" y="459073"/>
                  </a:lnTo>
                  <a:lnTo>
                    <a:pt x="432141" y="491030"/>
                  </a:lnTo>
                  <a:lnTo>
                    <a:pt x="401694" y="523857"/>
                  </a:lnTo>
                  <a:lnTo>
                    <a:pt x="372188" y="557534"/>
                  </a:lnTo>
                  <a:lnTo>
                    <a:pt x="343642" y="592040"/>
                  </a:lnTo>
                  <a:lnTo>
                    <a:pt x="316079" y="627355"/>
                  </a:lnTo>
                  <a:lnTo>
                    <a:pt x="289518" y="663458"/>
                  </a:lnTo>
                  <a:lnTo>
                    <a:pt x="263981" y="700328"/>
                  </a:lnTo>
                  <a:lnTo>
                    <a:pt x="239488" y="737945"/>
                  </a:lnTo>
                  <a:lnTo>
                    <a:pt x="216059" y="776290"/>
                  </a:lnTo>
                  <a:lnTo>
                    <a:pt x="193716" y="815340"/>
                  </a:lnTo>
                  <a:lnTo>
                    <a:pt x="172479" y="855076"/>
                  </a:lnTo>
                  <a:lnTo>
                    <a:pt x="152369" y="895477"/>
                  </a:lnTo>
                  <a:lnTo>
                    <a:pt x="133406" y="936522"/>
                  </a:lnTo>
                  <a:lnTo>
                    <a:pt x="115611" y="978192"/>
                  </a:lnTo>
                  <a:lnTo>
                    <a:pt x="99006" y="1020465"/>
                  </a:lnTo>
                  <a:lnTo>
                    <a:pt x="83610" y="1063322"/>
                  </a:lnTo>
                  <a:lnTo>
                    <a:pt x="69444" y="1106741"/>
                  </a:lnTo>
                  <a:lnTo>
                    <a:pt x="56529" y="1150703"/>
                  </a:lnTo>
                  <a:lnTo>
                    <a:pt x="44885" y="1195186"/>
                  </a:lnTo>
                  <a:lnTo>
                    <a:pt x="34534" y="1240170"/>
                  </a:lnTo>
                  <a:lnTo>
                    <a:pt x="25496" y="1285635"/>
                  </a:lnTo>
                  <a:lnTo>
                    <a:pt x="17792" y="1331561"/>
                  </a:lnTo>
                  <a:lnTo>
                    <a:pt x="11442" y="1377926"/>
                  </a:lnTo>
                  <a:lnTo>
                    <a:pt x="6467" y="1424710"/>
                  </a:lnTo>
                  <a:lnTo>
                    <a:pt x="2888" y="1471893"/>
                  </a:lnTo>
                  <a:lnTo>
                    <a:pt x="725" y="1519454"/>
                  </a:lnTo>
                  <a:lnTo>
                    <a:pt x="0" y="1567373"/>
                  </a:lnTo>
                  <a:lnTo>
                    <a:pt x="725" y="1615291"/>
                  </a:lnTo>
                  <a:lnTo>
                    <a:pt x="2888" y="1662853"/>
                  </a:lnTo>
                  <a:lnTo>
                    <a:pt x="6467" y="1710036"/>
                  </a:lnTo>
                  <a:lnTo>
                    <a:pt x="11442" y="1756820"/>
                  </a:lnTo>
                  <a:lnTo>
                    <a:pt x="17792" y="1803185"/>
                  </a:lnTo>
                  <a:lnTo>
                    <a:pt x="25496" y="1849110"/>
                  </a:lnTo>
                  <a:lnTo>
                    <a:pt x="34534" y="1894575"/>
                  </a:lnTo>
                  <a:lnTo>
                    <a:pt x="44885" y="1939560"/>
                  </a:lnTo>
                  <a:lnTo>
                    <a:pt x="56529" y="1984043"/>
                  </a:lnTo>
                  <a:lnTo>
                    <a:pt x="69444" y="2028004"/>
                  </a:lnTo>
                  <a:lnTo>
                    <a:pt x="83610" y="2071424"/>
                  </a:lnTo>
                  <a:lnTo>
                    <a:pt x="99006" y="2114280"/>
                  </a:lnTo>
                  <a:lnTo>
                    <a:pt x="115611" y="2156554"/>
                  </a:lnTo>
                  <a:lnTo>
                    <a:pt x="133406" y="2198224"/>
                  </a:lnTo>
                  <a:lnTo>
                    <a:pt x="152369" y="2239269"/>
                  </a:lnTo>
                  <a:lnTo>
                    <a:pt x="172479" y="2279670"/>
                  </a:lnTo>
                  <a:lnTo>
                    <a:pt x="193716" y="2319406"/>
                  </a:lnTo>
                  <a:lnTo>
                    <a:pt x="216059" y="2358456"/>
                  </a:lnTo>
                  <a:lnTo>
                    <a:pt x="239488" y="2396801"/>
                  </a:lnTo>
                  <a:lnTo>
                    <a:pt x="263981" y="2434418"/>
                  </a:lnTo>
                  <a:lnTo>
                    <a:pt x="289518" y="2471288"/>
                  </a:lnTo>
                  <a:lnTo>
                    <a:pt x="316079" y="2507391"/>
                  </a:lnTo>
                  <a:lnTo>
                    <a:pt x="343642" y="2542706"/>
                  </a:lnTo>
                  <a:lnTo>
                    <a:pt x="372188" y="2577212"/>
                  </a:lnTo>
                  <a:lnTo>
                    <a:pt x="401694" y="2610889"/>
                  </a:lnTo>
                  <a:lnTo>
                    <a:pt x="432141" y="2643716"/>
                  </a:lnTo>
                  <a:lnTo>
                    <a:pt x="463508" y="2675674"/>
                  </a:lnTo>
                  <a:lnTo>
                    <a:pt x="495774" y="2706740"/>
                  </a:lnTo>
                  <a:lnTo>
                    <a:pt x="528919" y="2736896"/>
                  </a:lnTo>
                  <a:lnTo>
                    <a:pt x="562921" y="2766120"/>
                  </a:lnTo>
                  <a:lnTo>
                    <a:pt x="597760" y="2794392"/>
                  </a:lnTo>
                  <a:lnTo>
                    <a:pt x="633416" y="2821692"/>
                  </a:lnTo>
                  <a:lnTo>
                    <a:pt x="669868" y="2847998"/>
                  </a:lnTo>
                  <a:lnTo>
                    <a:pt x="707094" y="2873291"/>
                  </a:lnTo>
                  <a:lnTo>
                    <a:pt x="745075" y="2897550"/>
                  </a:lnTo>
                  <a:lnTo>
                    <a:pt x="783790" y="2920754"/>
                  </a:lnTo>
                  <a:lnTo>
                    <a:pt x="823217" y="2942884"/>
                  </a:lnTo>
                  <a:lnTo>
                    <a:pt x="863337" y="2963917"/>
                  </a:lnTo>
                  <a:lnTo>
                    <a:pt x="904129" y="2983835"/>
                  </a:lnTo>
                  <a:lnTo>
                    <a:pt x="945571" y="3002617"/>
                  </a:lnTo>
                  <a:lnTo>
                    <a:pt x="987643" y="3020241"/>
                  </a:lnTo>
                  <a:lnTo>
                    <a:pt x="1030325" y="3036688"/>
                  </a:lnTo>
                  <a:lnTo>
                    <a:pt x="1073596" y="3051937"/>
                  </a:lnTo>
                  <a:lnTo>
                    <a:pt x="1117435" y="3065967"/>
                  </a:lnTo>
                  <a:lnTo>
                    <a:pt x="1161821" y="3078759"/>
                  </a:lnTo>
                  <a:lnTo>
                    <a:pt x="1206734" y="3090291"/>
                  </a:lnTo>
                  <a:lnTo>
                    <a:pt x="1252153" y="3100543"/>
                  </a:lnTo>
                  <a:lnTo>
                    <a:pt x="1298057" y="3109494"/>
                  </a:lnTo>
                  <a:lnTo>
                    <a:pt x="1344427" y="3117125"/>
                  </a:lnTo>
                  <a:lnTo>
                    <a:pt x="1391240" y="3123414"/>
                  </a:lnTo>
                  <a:lnTo>
                    <a:pt x="1438476" y="3128341"/>
                  </a:lnTo>
                  <a:lnTo>
                    <a:pt x="1486115" y="3131886"/>
                  </a:lnTo>
                  <a:lnTo>
                    <a:pt x="1534135" y="3134028"/>
                  </a:lnTo>
                  <a:lnTo>
                    <a:pt x="1582517" y="3134747"/>
                  </a:lnTo>
                  <a:lnTo>
                    <a:pt x="3854265" y="3134747"/>
                  </a:lnTo>
                  <a:lnTo>
                    <a:pt x="3902647" y="3134028"/>
                  </a:lnTo>
                  <a:lnTo>
                    <a:pt x="3950668" y="3131886"/>
                  </a:lnTo>
                  <a:lnTo>
                    <a:pt x="3998307" y="3128341"/>
                  </a:lnTo>
                  <a:lnTo>
                    <a:pt x="4045543" y="3123414"/>
                  </a:lnTo>
                  <a:lnTo>
                    <a:pt x="4092356" y="3117125"/>
                  </a:lnTo>
                  <a:lnTo>
                    <a:pt x="4138725" y="3109494"/>
                  </a:lnTo>
                  <a:lnTo>
                    <a:pt x="4184629" y="3100543"/>
                  </a:lnTo>
                  <a:lnTo>
                    <a:pt x="4230048" y="3090291"/>
                  </a:lnTo>
                  <a:lnTo>
                    <a:pt x="4274961" y="3078759"/>
                  </a:lnTo>
                  <a:lnTo>
                    <a:pt x="4319347" y="3065967"/>
                  </a:lnTo>
                  <a:lnTo>
                    <a:pt x="4363186" y="3051937"/>
                  </a:lnTo>
                  <a:lnTo>
                    <a:pt x="4406457" y="3036688"/>
                  </a:lnTo>
                  <a:lnTo>
                    <a:pt x="4449139" y="3020241"/>
                  </a:lnTo>
                  <a:lnTo>
                    <a:pt x="4491211" y="3002617"/>
                  </a:lnTo>
                  <a:lnTo>
                    <a:pt x="4532653" y="2983835"/>
                  </a:lnTo>
                  <a:lnTo>
                    <a:pt x="4573445" y="2963917"/>
                  </a:lnTo>
                  <a:lnTo>
                    <a:pt x="4613564" y="2942884"/>
                  </a:lnTo>
                  <a:lnTo>
                    <a:pt x="4652992" y="2920754"/>
                  </a:lnTo>
                  <a:lnTo>
                    <a:pt x="4691706" y="2897550"/>
                  </a:lnTo>
                  <a:lnTo>
                    <a:pt x="4729687" y="2873291"/>
                  </a:lnTo>
                  <a:lnTo>
                    <a:pt x="4766914" y="2847998"/>
                  </a:lnTo>
                  <a:lnTo>
                    <a:pt x="4803365" y="2821692"/>
                  </a:lnTo>
                  <a:lnTo>
                    <a:pt x="4839021" y="2794392"/>
                  </a:lnTo>
                  <a:lnTo>
                    <a:pt x="4873861" y="2766120"/>
                  </a:lnTo>
                  <a:lnTo>
                    <a:pt x="4907863" y="2736896"/>
                  </a:lnTo>
                  <a:lnTo>
                    <a:pt x="4941008" y="2706740"/>
                  </a:lnTo>
                  <a:lnTo>
                    <a:pt x="4973274" y="2675674"/>
                  </a:lnTo>
                  <a:lnTo>
                    <a:pt x="5004640" y="2643716"/>
                  </a:lnTo>
                  <a:lnTo>
                    <a:pt x="5035087" y="2610889"/>
                  </a:lnTo>
                  <a:lnTo>
                    <a:pt x="5064594" y="2577212"/>
                  </a:lnTo>
                  <a:lnTo>
                    <a:pt x="5093139" y="2542706"/>
                  </a:lnTo>
                  <a:lnTo>
                    <a:pt x="5120702" y="2507391"/>
                  </a:lnTo>
                  <a:lnTo>
                    <a:pt x="5147263" y="2471288"/>
                  </a:lnTo>
                  <a:lnTo>
                    <a:pt x="5172800" y="2434418"/>
                  </a:lnTo>
                  <a:lnTo>
                    <a:pt x="5197293" y="2396801"/>
                  </a:lnTo>
                  <a:lnTo>
                    <a:pt x="5220722" y="2358456"/>
                  </a:lnTo>
                  <a:lnTo>
                    <a:pt x="5243065" y="2319406"/>
                  </a:lnTo>
                  <a:lnTo>
                    <a:pt x="5264302" y="2279670"/>
                  </a:lnTo>
                  <a:lnTo>
                    <a:pt x="5284413" y="2239269"/>
                  </a:lnTo>
                  <a:lnTo>
                    <a:pt x="5303375" y="2198224"/>
                  </a:lnTo>
                  <a:lnTo>
                    <a:pt x="5321170" y="2156554"/>
                  </a:lnTo>
                  <a:lnTo>
                    <a:pt x="5337776" y="2114280"/>
                  </a:lnTo>
                  <a:lnTo>
                    <a:pt x="5353172" y="2071424"/>
                  </a:lnTo>
                  <a:lnTo>
                    <a:pt x="5367338" y="2028004"/>
                  </a:lnTo>
                  <a:lnTo>
                    <a:pt x="5380253" y="1984043"/>
                  </a:lnTo>
                  <a:lnTo>
                    <a:pt x="5391896" y="1939560"/>
                  </a:lnTo>
                  <a:lnTo>
                    <a:pt x="5402247" y="1894575"/>
                  </a:lnTo>
                  <a:lnTo>
                    <a:pt x="5411285" y="1849110"/>
                  </a:lnTo>
                  <a:lnTo>
                    <a:pt x="5418990" y="1803185"/>
                  </a:lnTo>
                  <a:lnTo>
                    <a:pt x="5425340" y="1756820"/>
                  </a:lnTo>
                  <a:lnTo>
                    <a:pt x="5430315" y="1710036"/>
                  </a:lnTo>
                  <a:lnTo>
                    <a:pt x="5433894" y="1662853"/>
                  </a:lnTo>
                  <a:lnTo>
                    <a:pt x="5436056" y="1615291"/>
                  </a:lnTo>
                  <a:lnTo>
                    <a:pt x="5436782" y="1567373"/>
                  </a:lnTo>
                  <a:lnTo>
                    <a:pt x="5436056" y="1519454"/>
                  </a:lnTo>
                  <a:lnTo>
                    <a:pt x="5433894" y="1471893"/>
                  </a:lnTo>
                  <a:lnTo>
                    <a:pt x="5430315" y="1424710"/>
                  </a:lnTo>
                  <a:lnTo>
                    <a:pt x="5425340" y="1377926"/>
                  </a:lnTo>
                  <a:lnTo>
                    <a:pt x="5418990" y="1331561"/>
                  </a:lnTo>
                  <a:lnTo>
                    <a:pt x="5411285" y="1285635"/>
                  </a:lnTo>
                  <a:lnTo>
                    <a:pt x="5402247" y="1240170"/>
                  </a:lnTo>
                  <a:lnTo>
                    <a:pt x="5391896" y="1195186"/>
                  </a:lnTo>
                  <a:lnTo>
                    <a:pt x="5380253" y="1150703"/>
                  </a:lnTo>
                  <a:lnTo>
                    <a:pt x="5367338" y="1106741"/>
                  </a:lnTo>
                  <a:lnTo>
                    <a:pt x="5353172" y="1063322"/>
                  </a:lnTo>
                  <a:lnTo>
                    <a:pt x="5337776" y="1020465"/>
                  </a:lnTo>
                  <a:lnTo>
                    <a:pt x="5321170" y="978192"/>
                  </a:lnTo>
                  <a:lnTo>
                    <a:pt x="5303375" y="936522"/>
                  </a:lnTo>
                  <a:lnTo>
                    <a:pt x="5284413" y="895477"/>
                  </a:lnTo>
                  <a:lnTo>
                    <a:pt x="5264302" y="855076"/>
                  </a:lnTo>
                  <a:lnTo>
                    <a:pt x="5243065" y="815340"/>
                  </a:lnTo>
                  <a:lnTo>
                    <a:pt x="5220722" y="776290"/>
                  </a:lnTo>
                  <a:lnTo>
                    <a:pt x="5197293" y="737945"/>
                  </a:lnTo>
                  <a:lnTo>
                    <a:pt x="5172800" y="700328"/>
                  </a:lnTo>
                  <a:lnTo>
                    <a:pt x="5147263" y="663458"/>
                  </a:lnTo>
                  <a:lnTo>
                    <a:pt x="5120702" y="627355"/>
                  </a:lnTo>
                  <a:lnTo>
                    <a:pt x="5093139" y="592040"/>
                  </a:lnTo>
                  <a:lnTo>
                    <a:pt x="5064594" y="557534"/>
                  </a:lnTo>
                  <a:lnTo>
                    <a:pt x="5035087" y="523857"/>
                  </a:lnTo>
                  <a:lnTo>
                    <a:pt x="5004640" y="491030"/>
                  </a:lnTo>
                  <a:lnTo>
                    <a:pt x="4973274" y="459073"/>
                  </a:lnTo>
                  <a:lnTo>
                    <a:pt x="4941008" y="428006"/>
                  </a:lnTo>
                  <a:lnTo>
                    <a:pt x="4907863" y="397850"/>
                  </a:lnTo>
                  <a:lnTo>
                    <a:pt x="4873861" y="368626"/>
                  </a:lnTo>
                  <a:lnTo>
                    <a:pt x="4839021" y="340354"/>
                  </a:lnTo>
                  <a:lnTo>
                    <a:pt x="4803365" y="313055"/>
                  </a:lnTo>
                  <a:lnTo>
                    <a:pt x="4766914" y="286748"/>
                  </a:lnTo>
                  <a:lnTo>
                    <a:pt x="4729687" y="261455"/>
                  </a:lnTo>
                  <a:lnTo>
                    <a:pt x="4691706" y="237196"/>
                  </a:lnTo>
                  <a:lnTo>
                    <a:pt x="4652992" y="213992"/>
                  </a:lnTo>
                  <a:lnTo>
                    <a:pt x="4613564" y="191863"/>
                  </a:lnTo>
                  <a:lnTo>
                    <a:pt x="4573445" y="170829"/>
                  </a:lnTo>
                  <a:lnTo>
                    <a:pt x="4532653" y="150911"/>
                  </a:lnTo>
                  <a:lnTo>
                    <a:pt x="4491211" y="132130"/>
                  </a:lnTo>
                  <a:lnTo>
                    <a:pt x="4449139" y="114505"/>
                  </a:lnTo>
                  <a:lnTo>
                    <a:pt x="4406457" y="98058"/>
                  </a:lnTo>
                  <a:lnTo>
                    <a:pt x="4363186" y="82809"/>
                  </a:lnTo>
                  <a:lnTo>
                    <a:pt x="4319347" y="68779"/>
                  </a:lnTo>
                  <a:lnTo>
                    <a:pt x="4274961" y="55988"/>
                  </a:lnTo>
                  <a:lnTo>
                    <a:pt x="4230048" y="44456"/>
                  </a:lnTo>
                  <a:lnTo>
                    <a:pt x="4184629" y="34204"/>
                  </a:lnTo>
                  <a:lnTo>
                    <a:pt x="4138725" y="25252"/>
                  </a:lnTo>
                  <a:lnTo>
                    <a:pt x="4092356" y="17621"/>
                  </a:lnTo>
                  <a:lnTo>
                    <a:pt x="4045543" y="11332"/>
                  </a:lnTo>
                  <a:lnTo>
                    <a:pt x="3998307" y="6405"/>
                  </a:lnTo>
                  <a:lnTo>
                    <a:pt x="3950668" y="2860"/>
                  </a:lnTo>
                  <a:lnTo>
                    <a:pt x="3902647" y="718"/>
                  </a:lnTo>
                  <a:lnTo>
                    <a:pt x="3854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1" name="Google Shape;101;p19"/>
            <p:cNvSpPr/>
            <p:nvPr/>
          </p:nvSpPr>
          <p:spPr>
            <a:xfrm>
              <a:off x="3375418" y="3723252"/>
              <a:ext cx="5436870" cy="3134995"/>
            </a:xfrm>
            <a:custGeom>
              <a:rect b="b" l="l" r="r" t="t"/>
              <a:pathLst>
                <a:path extrusionOk="0" h="3134995" w="5436870">
                  <a:moveTo>
                    <a:pt x="0" y="1567374"/>
                  </a:moveTo>
                  <a:lnTo>
                    <a:pt x="725" y="1519455"/>
                  </a:lnTo>
                  <a:lnTo>
                    <a:pt x="2888" y="1471893"/>
                  </a:lnTo>
                  <a:lnTo>
                    <a:pt x="6467" y="1424710"/>
                  </a:lnTo>
                  <a:lnTo>
                    <a:pt x="11442" y="1377926"/>
                  </a:lnTo>
                  <a:lnTo>
                    <a:pt x="17792" y="1331561"/>
                  </a:lnTo>
                  <a:lnTo>
                    <a:pt x="25496" y="1285636"/>
                  </a:lnTo>
                  <a:lnTo>
                    <a:pt x="34534" y="1240171"/>
                  </a:lnTo>
                  <a:lnTo>
                    <a:pt x="44885" y="1195186"/>
                  </a:lnTo>
                  <a:lnTo>
                    <a:pt x="56529" y="1150703"/>
                  </a:lnTo>
                  <a:lnTo>
                    <a:pt x="69444" y="1106742"/>
                  </a:lnTo>
                  <a:lnTo>
                    <a:pt x="83610" y="1063322"/>
                  </a:lnTo>
                  <a:lnTo>
                    <a:pt x="99006" y="1020466"/>
                  </a:lnTo>
                  <a:lnTo>
                    <a:pt x="115612" y="978192"/>
                  </a:lnTo>
                  <a:lnTo>
                    <a:pt x="133406" y="936522"/>
                  </a:lnTo>
                  <a:lnTo>
                    <a:pt x="152369" y="895477"/>
                  </a:lnTo>
                  <a:lnTo>
                    <a:pt x="172479" y="855076"/>
                  </a:lnTo>
                  <a:lnTo>
                    <a:pt x="193716" y="815340"/>
                  </a:lnTo>
                  <a:lnTo>
                    <a:pt x="216059" y="776290"/>
                  </a:lnTo>
                  <a:lnTo>
                    <a:pt x="239488" y="737946"/>
                  </a:lnTo>
                  <a:lnTo>
                    <a:pt x="263981" y="700328"/>
                  </a:lnTo>
                  <a:lnTo>
                    <a:pt x="289519" y="663458"/>
                  </a:lnTo>
                  <a:lnTo>
                    <a:pt x="316079" y="627355"/>
                  </a:lnTo>
                  <a:lnTo>
                    <a:pt x="343642" y="592040"/>
                  </a:lnTo>
                  <a:lnTo>
                    <a:pt x="372188" y="557534"/>
                  </a:lnTo>
                  <a:lnTo>
                    <a:pt x="401694" y="523857"/>
                  </a:lnTo>
                  <a:lnTo>
                    <a:pt x="432141" y="491030"/>
                  </a:lnTo>
                  <a:lnTo>
                    <a:pt x="463508" y="459073"/>
                  </a:lnTo>
                  <a:lnTo>
                    <a:pt x="495774" y="428006"/>
                  </a:lnTo>
                  <a:lnTo>
                    <a:pt x="528919" y="397850"/>
                  </a:lnTo>
                  <a:lnTo>
                    <a:pt x="562921" y="368626"/>
                  </a:lnTo>
                  <a:lnTo>
                    <a:pt x="597760" y="340354"/>
                  </a:lnTo>
                  <a:lnTo>
                    <a:pt x="633416" y="313055"/>
                  </a:lnTo>
                  <a:lnTo>
                    <a:pt x="669868" y="286748"/>
                  </a:lnTo>
                  <a:lnTo>
                    <a:pt x="707094" y="261455"/>
                  </a:lnTo>
                  <a:lnTo>
                    <a:pt x="745075" y="237196"/>
                  </a:lnTo>
                  <a:lnTo>
                    <a:pt x="783790" y="213992"/>
                  </a:lnTo>
                  <a:lnTo>
                    <a:pt x="823217" y="191863"/>
                  </a:lnTo>
                  <a:lnTo>
                    <a:pt x="863337" y="170829"/>
                  </a:lnTo>
                  <a:lnTo>
                    <a:pt x="904129" y="150911"/>
                  </a:lnTo>
                  <a:lnTo>
                    <a:pt x="945571" y="132130"/>
                  </a:lnTo>
                  <a:lnTo>
                    <a:pt x="987643" y="114505"/>
                  </a:lnTo>
                  <a:lnTo>
                    <a:pt x="1030325" y="98058"/>
                  </a:lnTo>
                  <a:lnTo>
                    <a:pt x="1073596" y="82809"/>
                  </a:lnTo>
                  <a:lnTo>
                    <a:pt x="1117435" y="68779"/>
                  </a:lnTo>
                  <a:lnTo>
                    <a:pt x="1161821" y="55988"/>
                  </a:lnTo>
                  <a:lnTo>
                    <a:pt x="1206734" y="44456"/>
                  </a:lnTo>
                  <a:lnTo>
                    <a:pt x="1252153" y="34204"/>
                  </a:lnTo>
                  <a:lnTo>
                    <a:pt x="1298057" y="25252"/>
                  </a:lnTo>
                  <a:lnTo>
                    <a:pt x="1344426" y="17621"/>
                  </a:lnTo>
                  <a:lnTo>
                    <a:pt x="1391239" y="11332"/>
                  </a:lnTo>
                  <a:lnTo>
                    <a:pt x="1438475" y="6405"/>
                  </a:lnTo>
                  <a:lnTo>
                    <a:pt x="1486114" y="2860"/>
                  </a:lnTo>
                  <a:lnTo>
                    <a:pt x="1534135" y="718"/>
                  </a:lnTo>
                  <a:lnTo>
                    <a:pt x="1582517" y="0"/>
                  </a:lnTo>
                  <a:lnTo>
                    <a:pt x="2145485" y="0"/>
                  </a:lnTo>
                  <a:lnTo>
                    <a:pt x="3854266" y="0"/>
                  </a:lnTo>
                  <a:lnTo>
                    <a:pt x="3902647" y="718"/>
                  </a:lnTo>
                  <a:lnTo>
                    <a:pt x="3950668" y="2860"/>
                  </a:lnTo>
                  <a:lnTo>
                    <a:pt x="3998307" y="6405"/>
                  </a:lnTo>
                  <a:lnTo>
                    <a:pt x="4045543" y="11332"/>
                  </a:lnTo>
                  <a:lnTo>
                    <a:pt x="4092356" y="17621"/>
                  </a:lnTo>
                  <a:lnTo>
                    <a:pt x="4138725" y="25252"/>
                  </a:lnTo>
                  <a:lnTo>
                    <a:pt x="4184629" y="34204"/>
                  </a:lnTo>
                  <a:lnTo>
                    <a:pt x="4230048" y="44456"/>
                  </a:lnTo>
                  <a:lnTo>
                    <a:pt x="4274961" y="55988"/>
                  </a:lnTo>
                  <a:lnTo>
                    <a:pt x="4319348" y="68779"/>
                  </a:lnTo>
                  <a:lnTo>
                    <a:pt x="4363186" y="82809"/>
                  </a:lnTo>
                  <a:lnTo>
                    <a:pt x="4406457" y="98058"/>
                  </a:lnTo>
                  <a:lnTo>
                    <a:pt x="4449139" y="114505"/>
                  </a:lnTo>
                  <a:lnTo>
                    <a:pt x="4491211" y="132130"/>
                  </a:lnTo>
                  <a:lnTo>
                    <a:pt x="4532654" y="150911"/>
                  </a:lnTo>
                  <a:lnTo>
                    <a:pt x="4573445" y="170829"/>
                  </a:lnTo>
                  <a:lnTo>
                    <a:pt x="4613565" y="191863"/>
                  </a:lnTo>
                  <a:lnTo>
                    <a:pt x="4652992" y="213992"/>
                  </a:lnTo>
                  <a:lnTo>
                    <a:pt x="4691707" y="237196"/>
                  </a:lnTo>
                  <a:lnTo>
                    <a:pt x="4729688" y="261455"/>
                  </a:lnTo>
                  <a:lnTo>
                    <a:pt x="4766914" y="286748"/>
                  </a:lnTo>
                  <a:lnTo>
                    <a:pt x="4803366" y="313054"/>
                  </a:lnTo>
                  <a:lnTo>
                    <a:pt x="4839022" y="340354"/>
                  </a:lnTo>
                  <a:lnTo>
                    <a:pt x="4873861" y="368626"/>
                  </a:lnTo>
                  <a:lnTo>
                    <a:pt x="4907864" y="397850"/>
                  </a:lnTo>
                  <a:lnTo>
                    <a:pt x="4941008" y="428006"/>
                  </a:lnTo>
                  <a:lnTo>
                    <a:pt x="4973274" y="459072"/>
                  </a:lnTo>
                  <a:lnTo>
                    <a:pt x="5004641" y="491030"/>
                  </a:lnTo>
                  <a:lnTo>
                    <a:pt x="5035088" y="523857"/>
                  </a:lnTo>
                  <a:lnTo>
                    <a:pt x="5064594" y="557534"/>
                  </a:lnTo>
                  <a:lnTo>
                    <a:pt x="5093140" y="592040"/>
                  </a:lnTo>
                  <a:lnTo>
                    <a:pt x="5120703" y="627355"/>
                  </a:lnTo>
                  <a:lnTo>
                    <a:pt x="5147264" y="663457"/>
                  </a:lnTo>
                  <a:lnTo>
                    <a:pt x="5172801" y="700328"/>
                  </a:lnTo>
                  <a:lnTo>
                    <a:pt x="5197294" y="737945"/>
                  </a:lnTo>
                  <a:lnTo>
                    <a:pt x="5220723" y="776289"/>
                  </a:lnTo>
                  <a:lnTo>
                    <a:pt x="5243066" y="815340"/>
                  </a:lnTo>
                  <a:lnTo>
                    <a:pt x="5264303" y="855075"/>
                  </a:lnTo>
                  <a:lnTo>
                    <a:pt x="5284413" y="895476"/>
                  </a:lnTo>
                  <a:lnTo>
                    <a:pt x="5303376" y="936522"/>
                  </a:lnTo>
                  <a:lnTo>
                    <a:pt x="5321171" y="978192"/>
                  </a:lnTo>
                  <a:lnTo>
                    <a:pt x="5337776" y="1020465"/>
                  </a:lnTo>
                  <a:lnTo>
                    <a:pt x="5353173" y="1063322"/>
                  </a:lnTo>
                  <a:lnTo>
                    <a:pt x="5367339" y="1106741"/>
                  </a:lnTo>
                  <a:lnTo>
                    <a:pt x="5380254" y="1150703"/>
                  </a:lnTo>
                  <a:lnTo>
                    <a:pt x="5391897" y="1195186"/>
                  </a:lnTo>
                  <a:lnTo>
                    <a:pt x="5402248" y="1240170"/>
                  </a:lnTo>
                  <a:lnTo>
                    <a:pt x="5411286" y="1285635"/>
                  </a:lnTo>
                  <a:lnTo>
                    <a:pt x="5418990" y="1331560"/>
                  </a:lnTo>
                  <a:lnTo>
                    <a:pt x="5425340" y="1377925"/>
                  </a:lnTo>
                  <a:lnTo>
                    <a:pt x="5430315" y="1424710"/>
                  </a:lnTo>
                  <a:lnTo>
                    <a:pt x="5433894" y="1471893"/>
                  </a:lnTo>
                  <a:lnTo>
                    <a:pt x="5436057" y="1519454"/>
                  </a:lnTo>
                  <a:lnTo>
                    <a:pt x="5436783" y="1567373"/>
                  </a:lnTo>
                  <a:lnTo>
                    <a:pt x="5436057" y="1615291"/>
                  </a:lnTo>
                  <a:lnTo>
                    <a:pt x="5433894" y="1662853"/>
                  </a:lnTo>
                  <a:lnTo>
                    <a:pt x="5430315" y="1710036"/>
                  </a:lnTo>
                  <a:lnTo>
                    <a:pt x="5425340" y="1756820"/>
                  </a:lnTo>
                  <a:lnTo>
                    <a:pt x="5418990" y="1803185"/>
                  </a:lnTo>
                  <a:lnTo>
                    <a:pt x="5411286" y="1849110"/>
                  </a:lnTo>
                  <a:lnTo>
                    <a:pt x="5402248" y="1894575"/>
                  </a:lnTo>
                  <a:lnTo>
                    <a:pt x="5391897" y="1939560"/>
                  </a:lnTo>
                  <a:lnTo>
                    <a:pt x="5380254" y="1984043"/>
                  </a:lnTo>
                  <a:lnTo>
                    <a:pt x="5367339" y="2028004"/>
                  </a:lnTo>
                  <a:lnTo>
                    <a:pt x="5353173" y="2071424"/>
                  </a:lnTo>
                  <a:lnTo>
                    <a:pt x="5337776" y="2114280"/>
                  </a:lnTo>
                  <a:lnTo>
                    <a:pt x="5321171" y="2156554"/>
                  </a:lnTo>
                  <a:lnTo>
                    <a:pt x="5303376" y="2198224"/>
                  </a:lnTo>
                  <a:lnTo>
                    <a:pt x="5284413" y="2239269"/>
                  </a:lnTo>
                  <a:lnTo>
                    <a:pt x="5264303" y="2279670"/>
                  </a:lnTo>
                  <a:lnTo>
                    <a:pt x="5243066" y="2319406"/>
                  </a:lnTo>
                  <a:lnTo>
                    <a:pt x="5220723" y="2358456"/>
                  </a:lnTo>
                  <a:lnTo>
                    <a:pt x="5197294" y="2396800"/>
                  </a:lnTo>
                  <a:lnTo>
                    <a:pt x="5172801" y="2434418"/>
                  </a:lnTo>
                  <a:lnTo>
                    <a:pt x="5147264" y="2471288"/>
                  </a:lnTo>
                  <a:lnTo>
                    <a:pt x="5120703" y="2507391"/>
                  </a:lnTo>
                  <a:lnTo>
                    <a:pt x="5093140" y="2542706"/>
                  </a:lnTo>
                  <a:lnTo>
                    <a:pt x="5064594" y="2577212"/>
                  </a:lnTo>
                  <a:lnTo>
                    <a:pt x="5035088" y="2610889"/>
                  </a:lnTo>
                  <a:lnTo>
                    <a:pt x="5004641" y="2643716"/>
                  </a:lnTo>
                  <a:lnTo>
                    <a:pt x="4973274" y="2675673"/>
                  </a:lnTo>
                  <a:lnTo>
                    <a:pt x="4941008" y="2706740"/>
                  </a:lnTo>
                  <a:lnTo>
                    <a:pt x="4907864" y="2736896"/>
                  </a:lnTo>
                  <a:lnTo>
                    <a:pt x="4873861" y="2766120"/>
                  </a:lnTo>
                  <a:lnTo>
                    <a:pt x="4839022" y="2794392"/>
                  </a:lnTo>
                  <a:lnTo>
                    <a:pt x="4803366" y="2821691"/>
                  </a:lnTo>
                  <a:lnTo>
                    <a:pt x="4766914" y="2847998"/>
                  </a:lnTo>
                  <a:lnTo>
                    <a:pt x="4729688" y="2873291"/>
                  </a:lnTo>
                  <a:lnTo>
                    <a:pt x="4691707" y="2897550"/>
                  </a:lnTo>
                  <a:lnTo>
                    <a:pt x="4652992" y="2920754"/>
                  </a:lnTo>
                  <a:lnTo>
                    <a:pt x="4613565" y="2942883"/>
                  </a:lnTo>
                  <a:lnTo>
                    <a:pt x="4573445" y="2963917"/>
                  </a:lnTo>
                  <a:lnTo>
                    <a:pt x="4532654" y="2983835"/>
                  </a:lnTo>
                  <a:lnTo>
                    <a:pt x="4491211" y="3002616"/>
                  </a:lnTo>
                  <a:lnTo>
                    <a:pt x="4449139" y="3020241"/>
                  </a:lnTo>
                  <a:lnTo>
                    <a:pt x="4406457" y="3036688"/>
                  </a:lnTo>
                  <a:lnTo>
                    <a:pt x="4363186" y="3051937"/>
                  </a:lnTo>
                  <a:lnTo>
                    <a:pt x="4319348" y="3065967"/>
                  </a:lnTo>
                  <a:lnTo>
                    <a:pt x="4274961" y="3078758"/>
                  </a:lnTo>
                  <a:lnTo>
                    <a:pt x="4230048" y="3090290"/>
                  </a:lnTo>
                  <a:lnTo>
                    <a:pt x="4184629" y="3100542"/>
                  </a:lnTo>
                  <a:lnTo>
                    <a:pt x="4138725" y="3109494"/>
                  </a:lnTo>
                  <a:lnTo>
                    <a:pt x="4092356" y="3117125"/>
                  </a:lnTo>
                  <a:lnTo>
                    <a:pt x="4045543" y="3123414"/>
                  </a:lnTo>
                  <a:lnTo>
                    <a:pt x="3998307" y="3128341"/>
                  </a:lnTo>
                  <a:lnTo>
                    <a:pt x="3950668" y="3131886"/>
                  </a:lnTo>
                  <a:lnTo>
                    <a:pt x="3902647" y="3134028"/>
                  </a:lnTo>
                  <a:lnTo>
                    <a:pt x="3854266" y="3134747"/>
                  </a:lnTo>
                  <a:lnTo>
                    <a:pt x="3291298" y="3134747"/>
                  </a:lnTo>
                  <a:lnTo>
                    <a:pt x="1582517" y="3134747"/>
                  </a:lnTo>
                  <a:lnTo>
                    <a:pt x="1534135" y="3134028"/>
                  </a:lnTo>
                  <a:lnTo>
                    <a:pt x="1486114" y="3131886"/>
                  </a:lnTo>
                  <a:lnTo>
                    <a:pt x="1438475" y="3128341"/>
                  </a:lnTo>
                  <a:lnTo>
                    <a:pt x="1391239" y="3123414"/>
                  </a:lnTo>
                  <a:lnTo>
                    <a:pt x="1344426" y="3117125"/>
                  </a:lnTo>
                  <a:lnTo>
                    <a:pt x="1298057" y="3109494"/>
                  </a:lnTo>
                  <a:lnTo>
                    <a:pt x="1252153" y="3100542"/>
                  </a:lnTo>
                  <a:lnTo>
                    <a:pt x="1206734" y="3090290"/>
                  </a:lnTo>
                  <a:lnTo>
                    <a:pt x="1161821" y="3078758"/>
                  </a:lnTo>
                  <a:lnTo>
                    <a:pt x="1117435" y="3065967"/>
                  </a:lnTo>
                  <a:lnTo>
                    <a:pt x="1073596" y="3051937"/>
                  </a:lnTo>
                  <a:lnTo>
                    <a:pt x="1030325" y="3036688"/>
                  </a:lnTo>
                  <a:lnTo>
                    <a:pt x="987643" y="3020241"/>
                  </a:lnTo>
                  <a:lnTo>
                    <a:pt x="945571" y="3002616"/>
                  </a:lnTo>
                  <a:lnTo>
                    <a:pt x="904129" y="2983835"/>
                  </a:lnTo>
                  <a:lnTo>
                    <a:pt x="863337" y="2963917"/>
                  </a:lnTo>
                  <a:lnTo>
                    <a:pt x="823217" y="2942883"/>
                  </a:lnTo>
                  <a:lnTo>
                    <a:pt x="783790" y="2920754"/>
                  </a:lnTo>
                  <a:lnTo>
                    <a:pt x="745075" y="2897550"/>
                  </a:lnTo>
                  <a:lnTo>
                    <a:pt x="707094" y="2873291"/>
                  </a:lnTo>
                  <a:lnTo>
                    <a:pt x="669868" y="2847998"/>
                  </a:lnTo>
                  <a:lnTo>
                    <a:pt x="633416" y="2821692"/>
                  </a:lnTo>
                  <a:lnTo>
                    <a:pt x="597760" y="2794392"/>
                  </a:lnTo>
                  <a:lnTo>
                    <a:pt x="562921" y="2766120"/>
                  </a:lnTo>
                  <a:lnTo>
                    <a:pt x="528919" y="2736896"/>
                  </a:lnTo>
                  <a:lnTo>
                    <a:pt x="495774" y="2706740"/>
                  </a:lnTo>
                  <a:lnTo>
                    <a:pt x="463508" y="2675674"/>
                  </a:lnTo>
                  <a:lnTo>
                    <a:pt x="432141" y="2643716"/>
                  </a:lnTo>
                  <a:lnTo>
                    <a:pt x="401694" y="2610889"/>
                  </a:lnTo>
                  <a:lnTo>
                    <a:pt x="372188" y="2577212"/>
                  </a:lnTo>
                  <a:lnTo>
                    <a:pt x="343642" y="2542706"/>
                  </a:lnTo>
                  <a:lnTo>
                    <a:pt x="316079" y="2507391"/>
                  </a:lnTo>
                  <a:lnTo>
                    <a:pt x="289519" y="2471289"/>
                  </a:lnTo>
                  <a:lnTo>
                    <a:pt x="263981" y="2434418"/>
                  </a:lnTo>
                  <a:lnTo>
                    <a:pt x="239488" y="2396801"/>
                  </a:lnTo>
                  <a:lnTo>
                    <a:pt x="216059" y="2358457"/>
                  </a:lnTo>
                  <a:lnTo>
                    <a:pt x="193716" y="2319406"/>
                  </a:lnTo>
                  <a:lnTo>
                    <a:pt x="172479" y="2279671"/>
                  </a:lnTo>
                  <a:lnTo>
                    <a:pt x="152369" y="2239270"/>
                  </a:lnTo>
                  <a:lnTo>
                    <a:pt x="133406" y="2198224"/>
                  </a:lnTo>
                  <a:lnTo>
                    <a:pt x="115612" y="2156554"/>
                  </a:lnTo>
                  <a:lnTo>
                    <a:pt x="99006" y="2114281"/>
                  </a:lnTo>
                  <a:lnTo>
                    <a:pt x="83610" y="2071424"/>
                  </a:lnTo>
                  <a:lnTo>
                    <a:pt x="69444" y="2028005"/>
                  </a:lnTo>
                  <a:lnTo>
                    <a:pt x="56529" y="1984043"/>
                  </a:lnTo>
                  <a:lnTo>
                    <a:pt x="44885" y="1939560"/>
                  </a:lnTo>
                  <a:lnTo>
                    <a:pt x="34534" y="1894576"/>
                  </a:lnTo>
                  <a:lnTo>
                    <a:pt x="25496" y="1849111"/>
                  </a:lnTo>
                  <a:lnTo>
                    <a:pt x="17792" y="1803186"/>
                  </a:lnTo>
                  <a:lnTo>
                    <a:pt x="11442" y="1756821"/>
                  </a:lnTo>
                  <a:lnTo>
                    <a:pt x="6467" y="1710036"/>
                  </a:lnTo>
                  <a:lnTo>
                    <a:pt x="2888" y="1662853"/>
                  </a:lnTo>
                  <a:lnTo>
                    <a:pt x="725" y="1615292"/>
                  </a:lnTo>
                  <a:lnTo>
                    <a:pt x="0" y="1567374"/>
                  </a:lnTo>
                  <a:close/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2" name="Google Shape;102;p19"/>
            <p:cNvSpPr/>
            <p:nvPr/>
          </p:nvSpPr>
          <p:spPr>
            <a:xfrm>
              <a:off x="4377" y="3723254"/>
              <a:ext cx="12188190" cy="0"/>
            </a:xfrm>
            <a:custGeom>
              <a:rect b="b" l="l" r="r" t="t"/>
              <a:pathLst>
                <a:path extrusionOk="0" h="120000" w="12188190">
                  <a:moveTo>
                    <a:pt x="0" y="0"/>
                  </a:moveTo>
                  <a:lnTo>
                    <a:pt x="12187623" y="0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3" name="Google Shape;103;p19"/>
            <p:cNvSpPr/>
            <p:nvPr/>
          </p:nvSpPr>
          <p:spPr>
            <a:xfrm>
              <a:off x="8881325" y="3722607"/>
              <a:ext cx="2681605" cy="3135630"/>
            </a:xfrm>
            <a:custGeom>
              <a:rect b="b" l="l" r="r" t="t"/>
              <a:pathLst>
                <a:path extrusionOk="0" h="3135629" w="2681604">
                  <a:moveTo>
                    <a:pt x="2681207" y="3135442"/>
                  </a:moveTo>
                  <a:lnTo>
                    <a:pt x="2681207" y="0"/>
                  </a:lnTo>
                  <a:lnTo>
                    <a:pt x="1560862" y="0"/>
                  </a:lnTo>
                  <a:lnTo>
                    <a:pt x="1513138" y="718"/>
                  </a:lnTo>
                  <a:lnTo>
                    <a:pt x="1465771" y="2861"/>
                  </a:lnTo>
                  <a:lnTo>
                    <a:pt x="1418781" y="6407"/>
                  </a:lnTo>
                  <a:lnTo>
                    <a:pt x="1372189" y="11335"/>
                  </a:lnTo>
                  <a:lnTo>
                    <a:pt x="1326014" y="17626"/>
                  </a:lnTo>
                  <a:lnTo>
                    <a:pt x="1280277" y="25259"/>
                  </a:lnTo>
                  <a:lnTo>
                    <a:pt x="1234999" y="34213"/>
                  </a:lnTo>
                  <a:lnTo>
                    <a:pt x="1190199" y="44468"/>
                  </a:lnTo>
                  <a:lnTo>
                    <a:pt x="1145899" y="56003"/>
                  </a:lnTo>
                  <a:lnTo>
                    <a:pt x="1102119" y="68798"/>
                  </a:lnTo>
                  <a:lnTo>
                    <a:pt x="1058879" y="82832"/>
                  </a:lnTo>
                  <a:lnTo>
                    <a:pt x="1016199" y="98085"/>
                  </a:lnTo>
                  <a:lnTo>
                    <a:pt x="974101" y="114536"/>
                  </a:lnTo>
                  <a:lnTo>
                    <a:pt x="932603" y="132165"/>
                  </a:lnTo>
                  <a:lnTo>
                    <a:pt x="891728" y="150951"/>
                  </a:lnTo>
                  <a:lnTo>
                    <a:pt x="851494" y="170874"/>
                  </a:lnTo>
                  <a:lnTo>
                    <a:pt x="811923" y="191913"/>
                  </a:lnTo>
                  <a:lnTo>
                    <a:pt x="773035" y="214048"/>
                  </a:lnTo>
                  <a:lnTo>
                    <a:pt x="734850" y="237258"/>
                  </a:lnTo>
                  <a:lnTo>
                    <a:pt x="697389" y="261523"/>
                  </a:lnTo>
                  <a:lnTo>
                    <a:pt x="660672" y="286822"/>
                  </a:lnTo>
                  <a:lnTo>
                    <a:pt x="624720" y="313135"/>
                  </a:lnTo>
                  <a:lnTo>
                    <a:pt x="589553" y="340442"/>
                  </a:lnTo>
                  <a:lnTo>
                    <a:pt x="555191" y="368721"/>
                  </a:lnTo>
                  <a:lnTo>
                    <a:pt x="521654" y="397952"/>
                  </a:lnTo>
                  <a:lnTo>
                    <a:pt x="488964" y="428115"/>
                  </a:lnTo>
                  <a:lnTo>
                    <a:pt x="457140" y="459189"/>
                  </a:lnTo>
                  <a:lnTo>
                    <a:pt x="426204" y="491154"/>
                  </a:lnTo>
                  <a:lnTo>
                    <a:pt x="396174" y="523989"/>
                  </a:lnTo>
                  <a:lnTo>
                    <a:pt x="367073" y="557674"/>
                  </a:lnTo>
                  <a:lnTo>
                    <a:pt x="338919" y="592188"/>
                  </a:lnTo>
                  <a:lnTo>
                    <a:pt x="311734" y="627511"/>
                  </a:lnTo>
                  <a:lnTo>
                    <a:pt x="285538" y="663622"/>
                  </a:lnTo>
                  <a:lnTo>
                    <a:pt x="260352" y="700501"/>
                  </a:lnTo>
                  <a:lnTo>
                    <a:pt x="236195" y="738126"/>
                  </a:lnTo>
                  <a:lnTo>
                    <a:pt x="213088" y="776479"/>
                  </a:lnTo>
                  <a:lnTo>
                    <a:pt x="191052" y="815538"/>
                  </a:lnTo>
                  <a:lnTo>
                    <a:pt x="170107" y="855283"/>
                  </a:lnTo>
                  <a:lnTo>
                    <a:pt x="150273" y="895692"/>
                  </a:lnTo>
                  <a:lnTo>
                    <a:pt x="131571" y="936747"/>
                  </a:lnTo>
                  <a:lnTo>
                    <a:pt x="114021" y="978426"/>
                  </a:lnTo>
                  <a:lnTo>
                    <a:pt x="97643" y="1020708"/>
                  </a:lnTo>
                  <a:lnTo>
                    <a:pt x="82459" y="1063573"/>
                  </a:lnTo>
                  <a:lnTo>
                    <a:pt x="68488" y="1107002"/>
                  </a:lnTo>
                  <a:lnTo>
                    <a:pt x="55750" y="1150972"/>
                  </a:lnTo>
                  <a:lnTo>
                    <a:pt x="44267" y="1195464"/>
                  </a:lnTo>
                  <a:lnTo>
                    <a:pt x="34059" y="1240458"/>
                  </a:lnTo>
                  <a:lnTo>
                    <a:pt x="25145" y="1285932"/>
                  </a:lnTo>
                  <a:lnTo>
                    <a:pt x="17547" y="1331866"/>
                  </a:lnTo>
                  <a:lnTo>
                    <a:pt x="11284" y="1378240"/>
                  </a:lnTo>
                  <a:lnTo>
                    <a:pt x="6378" y="1425033"/>
                  </a:lnTo>
                  <a:lnTo>
                    <a:pt x="2848" y="1472224"/>
                  </a:lnTo>
                  <a:lnTo>
                    <a:pt x="715" y="1519794"/>
                  </a:lnTo>
                  <a:lnTo>
                    <a:pt x="0" y="1567722"/>
                  </a:lnTo>
                  <a:lnTo>
                    <a:pt x="715" y="1615649"/>
                  </a:lnTo>
                  <a:lnTo>
                    <a:pt x="2848" y="1663219"/>
                  </a:lnTo>
                  <a:lnTo>
                    <a:pt x="6379" y="1710410"/>
                  </a:lnTo>
                  <a:lnTo>
                    <a:pt x="11286" y="1757203"/>
                  </a:lnTo>
                  <a:lnTo>
                    <a:pt x="17550" y="1803577"/>
                  </a:lnTo>
                  <a:lnTo>
                    <a:pt x="25149" y="1849511"/>
                  </a:lnTo>
                  <a:lnTo>
                    <a:pt x="34064" y="1894985"/>
                  </a:lnTo>
                  <a:lnTo>
                    <a:pt x="44274" y="1939978"/>
                  </a:lnTo>
                  <a:lnTo>
                    <a:pt x="55759" y="1984470"/>
                  </a:lnTo>
                  <a:lnTo>
                    <a:pt x="68498" y="2028441"/>
                  </a:lnTo>
                  <a:lnTo>
                    <a:pt x="82471" y="2071869"/>
                  </a:lnTo>
                  <a:lnTo>
                    <a:pt x="97658" y="2114735"/>
                  </a:lnTo>
                  <a:lnTo>
                    <a:pt x="114037" y="2157017"/>
                  </a:lnTo>
                  <a:lnTo>
                    <a:pt x="131589" y="2198696"/>
                  </a:lnTo>
                  <a:lnTo>
                    <a:pt x="150294" y="2239750"/>
                  </a:lnTo>
                  <a:lnTo>
                    <a:pt x="170130" y="2280160"/>
                  </a:lnTo>
                  <a:lnTo>
                    <a:pt x="191078" y="2319904"/>
                  </a:lnTo>
                  <a:lnTo>
                    <a:pt x="213116" y="2358963"/>
                  </a:lnTo>
                  <a:lnTo>
                    <a:pt x="236225" y="2397316"/>
                  </a:lnTo>
                  <a:lnTo>
                    <a:pt x="260384" y="2434942"/>
                  </a:lnTo>
                  <a:lnTo>
                    <a:pt x="285573" y="2471820"/>
                  </a:lnTo>
                  <a:lnTo>
                    <a:pt x="311771" y="2507931"/>
                  </a:lnTo>
                  <a:lnTo>
                    <a:pt x="338959" y="2543254"/>
                  </a:lnTo>
                  <a:lnTo>
                    <a:pt x="367114" y="2577768"/>
                  </a:lnTo>
                  <a:lnTo>
                    <a:pt x="396218" y="2611453"/>
                  </a:lnTo>
                  <a:lnTo>
                    <a:pt x="426249" y="2644288"/>
                  </a:lnTo>
                  <a:lnTo>
                    <a:pt x="457188" y="2676253"/>
                  </a:lnTo>
                  <a:lnTo>
                    <a:pt x="489013" y="2707327"/>
                  </a:lnTo>
                  <a:lnTo>
                    <a:pt x="521705" y="2737490"/>
                  </a:lnTo>
                  <a:lnTo>
                    <a:pt x="555242" y="2766721"/>
                  </a:lnTo>
                  <a:lnTo>
                    <a:pt x="589606" y="2795000"/>
                  </a:lnTo>
                  <a:lnTo>
                    <a:pt x="624774" y="2822306"/>
                  </a:lnTo>
                  <a:lnTo>
                    <a:pt x="660727" y="2848619"/>
                  </a:lnTo>
                  <a:lnTo>
                    <a:pt x="697445" y="2873918"/>
                  </a:lnTo>
                  <a:lnTo>
                    <a:pt x="734906" y="2898183"/>
                  </a:lnTo>
                  <a:lnTo>
                    <a:pt x="773091" y="2921393"/>
                  </a:lnTo>
                  <a:lnTo>
                    <a:pt x="811979" y="2943528"/>
                  </a:lnTo>
                  <a:lnTo>
                    <a:pt x="851549" y="2964568"/>
                  </a:lnTo>
                  <a:lnTo>
                    <a:pt x="891782" y="2984490"/>
                  </a:lnTo>
                  <a:lnTo>
                    <a:pt x="932657" y="3003277"/>
                  </a:lnTo>
                  <a:lnTo>
                    <a:pt x="974153" y="3020906"/>
                  </a:lnTo>
                  <a:lnTo>
                    <a:pt x="1016250" y="3037357"/>
                  </a:lnTo>
                  <a:lnTo>
                    <a:pt x="1058928" y="3052610"/>
                  </a:lnTo>
                  <a:lnTo>
                    <a:pt x="1102166" y="3066644"/>
                  </a:lnTo>
                  <a:lnTo>
                    <a:pt x="1145943" y="3079438"/>
                  </a:lnTo>
                  <a:lnTo>
                    <a:pt x="1190240" y="3090973"/>
                  </a:lnTo>
                  <a:lnTo>
                    <a:pt x="1235036" y="3101228"/>
                  </a:lnTo>
                  <a:lnTo>
                    <a:pt x="1280310" y="3110182"/>
                  </a:lnTo>
                  <a:lnTo>
                    <a:pt x="1326043" y="3117815"/>
                  </a:lnTo>
                  <a:lnTo>
                    <a:pt x="1372213" y="3124106"/>
                  </a:lnTo>
                  <a:lnTo>
                    <a:pt x="1418800" y="3129034"/>
                  </a:lnTo>
                  <a:lnTo>
                    <a:pt x="1465784" y="3132580"/>
                  </a:lnTo>
                  <a:lnTo>
                    <a:pt x="1513145" y="3134723"/>
                  </a:lnTo>
                  <a:lnTo>
                    <a:pt x="1560862" y="3135442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4" name="Google Shape;104;p19"/>
            <p:cNvSpPr/>
            <p:nvPr/>
          </p:nvSpPr>
          <p:spPr>
            <a:xfrm>
              <a:off x="629468" y="3722655"/>
              <a:ext cx="2681605" cy="3135630"/>
            </a:xfrm>
            <a:custGeom>
              <a:rect b="b" l="l" r="r" t="t"/>
              <a:pathLst>
                <a:path extrusionOk="0" h="3135629" w="2681604">
                  <a:moveTo>
                    <a:pt x="0" y="3135442"/>
                  </a:moveTo>
                  <a:lnTo>
                    <a:pt x="0" y="0"/>
                  </a:lnTo>
                  <a:lnTo>
                    <a:pt x="1120345" y="0"/>
                  </a:lnTo>
                  <a:lnTo>
                    <a:pt x="1168068" y="718"/>
                  </a:lnTo>
                  <a:lnTo>
                    <a:pt x="1215435" y="2861"/>
                  </a:lnTo>
                  <a:lnTo>
                    <a:pt x="1262425" y="6407"/>
                  </a:lnTo>
                  <a:lnTo>
                    <a:pt x="1309017" y="11335"/>
                  </a:lnTo>
                  <a:lnTo>
                    <a:pt x="1355192" y="17626"/>
                  </a:lnTo>
                  <a:lnTo>
                    <a:pt x="1400929" y="25259"/>
                  </a:lnTo>
                  <a:lnTo>
                    <a:pt x="1446207" y="34213"/>
                  </a:lnTo>
                  <a:lnTo>
                    <a:pt x="1491007" y="44468"/>
                  </a:lnTo>
                  <a:lnTo>
                    <a:pt x="1535307" y="56003"/>
                  </a:lnTo>
                  <a:lnTo>
                    <a:pt x="1579087" y="68798"/>
                  </a:lnTo>
                  <a:lnTo>
                    <a:pt x="1622327" y="82832"/>
                  </a:lnTo>
                  <a:lnTo>
                    <a:pt x="1665007" y="98085"/>
                  </a:lnTo>
                  <a:lnTo>
                    <a:pt x="1707105" y="114536"/>
                  </a:lnTo>
                  <a:lnTo>
                    <a:pt x="1748603" y="132165"/>
                  </a:lnTo>
                  <a:lnTo>
                    <a:pt x="1789479" y="150951"/>
                  </a:lnTo>
                  <a:lnTo>
                    <a:pt x="1829712" y="170874"/>
                  </a:lnTo>
                  <a:lnTo>
                    <a:pt x="1869283" y="191913"/>
                  </a:lnTo>
                  <a:lnTo>
                    <a:pt x="1908171" y="214048"/>
                  </a:lnTo>
                  <a:lnTo>
                    <a:pt x="1946356" y="237258"/>
                  </a:lnTo>
                  <a:lnTo>
                    <a:pt x="1983817" y="261523"/>
                  </a:lnTo>
                  <a:lnTo>
                    <a:pt x="2020534" y="286822"/>
                  </a:lnTo>
                  <a:lnTo>
                    <a:pt x="2056486" y="313135"/>
                  </a:lnTo>
                  <a:lnTo>
                    <a:pt x="2091653" y="340442"/>
                  </a:lnTo>
                  <a:lnTo>
                    <a:pt x="2126016" y="368721"/>
                  </a:lnTo>
                  <a:lnTo>
                    <a:pt x="2159552" y="397952"/>
                  </a:lnTo>
                  <a:lnTo>
                    <a:pt x="2192242" y="428115"/>
                  </a:lnTo>
                  <a:lnTo>
                    <a:pt x="2224066" y="459189"/>
                  </a:lnTo>
                  <a:lnTo>
                    <a:pt x="2255002" y="491154"/>
                  </a:lnTo>
                  <a:lnTo>
                    <a:pt x="2285032" y="523989"/>
                  </a:lnTo>
                  <a:lnTo>
                    <a:pt x="2314133" y="557674"/>
                  </a:lnTo>
                  <a:lnTo>
                    <a:pt x="2342287" y="592188"/>
                  </a:lnTo>
                  <a:lnTo>
                    <a:pt x="2369472" y="627511"/>
                  </a:lnTo>
                  <a:lnTo>
                    <a:pt x="2395668" y="663622"/>
                  </a:lnTo>
                  <a:lnTo>
                    <a:pt x="2420854" y="700501"/>
                  </a:lnTo>
                  <a:lnTo>
                    <a:pt x="2445011" y="738126"/>
                  </a:lnTo>
                  <a:lnTo>
                    <a:pt x="2468118" y="776479"/>
                  </a:lnTo>
                  <a:lnTo>
                    <a:pt x="2490154" y="815538"/>
                  </a:lnTo>
                  <a:lnTo>
                    <a:pt x="2511099" y="855283"/>
                  </a:lnTo>
                  <a:lnTo>
                    <a:pt x="2530933" y="895692"/>
                  </a:lnTo>
                  <a:lnTo>
                    <a:pt x="2549635" y="936747"/>
                  </a:lnTo>
                  <a:lnTo>
                    <a:pt x="2567185" y="978426"/>
                  </a:lnTo>
                  <a:lnTo>
                    <a:pt x="2583563" y="1020708"/>
                  </a:lnTo>
                  <a:lnTo>
                    <a:pt x="2598747" y="1063573"/>
                  </a:lnTo>
                  <a:lnTo>
                    <a:pt x="2612718" y="1107002"/>
                  </a:lnTo>
                  <a:lnTo>
                    <a:pt x="2625456" y="1150972"/>
                  </a:lnTo>
                  <a:lnTo>
                    <a:pt x="2636939" y="1195464"/>
                  </a:lnTo>
                  <a:lnTo>
                    <a:pt x="2647147" y="1240458"/>
                  </a:lnTo>
                  <a:lnTo>
                    <a:pt x="2656061" y="1285932"/>
                  </a:lnTo>
                  <a:lnTo>
                    <a:pt x="2663659" y="1331866"/>
                  </a:lnTo>
                  <a:lnTo>
                    <a:pt x="2669922" y="1378240"/>
                  </a:lnTo>
                  <a:lnTo>
                    <a:pt x="2674828" y="1425033"/>
                  </a:lnTo>
                  <a:lnTo>
                    <a:pt x="2678358" y="1472224"/>
                  </a:lnTo>
                  <a:lnTo>
                    <a:pt x="2680491" y="1519794"/>
                  </a:lnTo>
                  <a:lnTo>
                    <a:pt x="2681207" y="1567722"/>
                  </a:lnTo>
                  <a:lnTo>
                    <a:pt x="2680491" y="1615649"/>
                  </a:lnTo>
                  <a:lnTo>
                    <a:pt x="2678358" y="1663219"/>
                  </a:lnTo>
                  <a:lnTo>
                    <a:pt x="2674827" y="1710410"/>
                  </a:lnTo>
                  <a:lnTo>
                    <a:pt x="2669920" y="1757203"/>
                  </a:lnTo>
                  <a:lnTo>
                    <a:pt x="2663657" y="1803577"/>
                  </a:lnTo>
                  <a:lnTo>
                    <a:pt x="2656057" y="1849511"/>
                  </a:lnTo>
                  <a:lnTo>
                    <a:pt x="2647142" y="1894985"/>
                  </a:lnTo>
                  <a:lnTo>
                    <a:pt x="2636932" y="1939978"/>
                  </a:lnTo>
                  <a:lnTo>
                    <a:pt x="2625447" y="1984470"/>
                  </a:lnTo>
                  <a:lnTo>
                    <a:pt x="2612708" y="2028441"/>
                  </a:lnTo>
                  <a:lnTo>
                    <a:pt x="2598735" y="2071869"/>
                  </a:lnTo>
                  <a:lnTo>
                    <a:pt x="2583548" y="2114735"/>
                  </a:lnTo>
                  <a:lnTo>
                    <a:pt x="2567169" y="2157017"/>
                  </a:lnTo>
                  <a:lnTo>
                    <a:pt x="2549617" y="2198696"/>
                  </a:lnTo>
                  <a:lnTo>
                    <a:pt x="2530912" y="2239750"/>
                  </a:lnTo>
                  <a:lnTo>
                    <a:pt x="2511076" y="2280160"/>
                  </a:lnTo>
                  <a:lnTo>
                    <a:pt x="2490128" y="2319904"/>
                  </a:lnTo>
                  <a:lnTo>
                    <a:pt x="2468090" y="2358963"/>
                  </a:lnTo>
                  <a:lnTo>
                    <a:pt x="2444981" y="2397316"/>
                  </a:lnTo>
                  <a:lnTo>
                    <a:pt x="2420822" y="2434942"/>
                  </a:lnTo>
                  <a:lnTo>
                    <a:pt x="2395633" y="2471820"/>
                  </a:lnTo>
                  <a:lnTo>
                    <a:pt x="2369435" y="2507931"/>
                  </a:lnTo>
                  <a:lnTo>
                    <a:pt x="2342247" y="2543254"/>
                  </a:lnTo>
                  <a:lnTo>
                    <a:pt x="2314092" y="2577768"/>
                  </a:lnTo>
                  <a:lnTo>
                    <a:pt x="2284988" y="2611453"/>
                  </a:lnTo>
                  <a:lnTo>
                    <a:pt x="2254957" y="2644288"/>
                  </a:lnTo>
                  <a:lnTo>
                    <a:pt x="2224018" y="2676253"/>
                  </a:lnTo>
                  <a:lnTo>
                    <a:pt x="2192193" y="2707327"/>
                  </a:lnTo>
                  <a:lnTo>
                    <a:pt x="2159501" y="2737490"/>
                  </a:lnTo>
                  <a:lnTo>
                    <a:pt x="2125964" y="2766721"/>
                  </a:lnTo>
                  <a:lnTo>
                    <a:pt x="2091600" y="2795000"/>
                  </a:lnTo>
                  <a:lnTo>
                    <a:pt x="2056432" y="2822306"/>
                  </a:lnTo>
                  <a:lnTo>
                    <a:pt x="2020479" y="2848619"/>
                  </a:lnTo>
                  <a:lnTo>
                    <a:pt x="1983761" y="2873918"/>
                  </a:lnTo>
                  <a:lnTo>
                    <a:pt x="1946300" y="2898183"/>
                  </a:lnTo>
                  <a:lnTo>
                    <a:pt x="1908115" y="2921393"/>
                  </a:lnTo>
                  <a:lnTo>
                    <a:pt x="1869227" y="2943528"/>
                  </a:lnTo>
                  <a:lnTo>
                    <a:pt x="1829657" y="2964568"/>
                  </a:lnTo>
                  <a:lnTo>
                    <a:pt x="1789424" y="2984490"/>
                  </a:lnTo>
                  <a:lnTo>
                    <a:pt x="1748549" y="3003277"/>
                  </a:lnTo>
                  <a:lnTo>
                    <a:pt x="1707053" y="3020906"/>
                  </a:lnTo>
                  <a:lnTo>
                    <a:pt x="1664956" y="3037357"/>
                  </a:lnTo>
                  <a:lnTo>
                    <a:pt x="1622278" y="3052610"/>
                  </a:lnTo>
                  <a:lnTo>
                    <a:pt x="1579040" y="3066644"/>
                  </a:lnTo>
                  <a:lnTo>
                    <a:pt x="1535263" y="3079438"/>
                  </a:lnTo>
                  <a:lnTo>
                    <a:pt x="1490966" y="3090973"/>
                  </a:lnTo>
                  <a:lnTo>
                    <a:pt x="1446170" y="3101228"/>
                  </a:lnTo>
                  <a:lnTo>
                    <a:pt x="1400896" y="3110182"/>
                  </a:lnTo>
                  <a:lnTo>
                    <a:pt x="1355163" y="3117815"/>
                  </a:lnTo>
                  <a:lnTo>
                    <a:pt x="1308993" y="3124106"/>
                  </a:lnTo>
                  <a:lnTo>
                    <a:pt x="1262406" y="3129034"/>
                  </a:lnTo>
                  <a:lnTo>
                    <a:pt x="1215422" y="3132580"/>
                  </a:lnTo>
                  <a:lnTo>
                    <a:pt x="1168061" y="3134723"/>
                  </a:lnTo>
                  <a:lnTo>
                    <a:pt x="1120345" y="3135442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pic>
          <p:nvPicPr>
            <p:cNvPr id="105" name="Google Shape;105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17853" y="3923596"/>
              <a:ext cx="2979896" cy="27340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9"/>
          <p:cNvSpPr txBox="1"/>
          <p:nvPr/>
        </p:nvSpPr>
        <p:spPr>
          <a:xfrm>
            <a:off x="3872419" y="1996058"/>
            <a:ext cx="13146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687649" y="762375"/>
            <a:ext cx="5439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Traversal</a:t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768050" y="1477125"/>
            <a:ext cx="6259500" cy="123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ahoma"/>
              <a:buChar char="●"/>
            </a:pPr>
            <a:r>
              <a:rPr b="1" lang="en" sz="1600">
                <a:latin typeface="Tahoma"/>
                <a:ea typeface="Tahoma"/>
                <a:cs typeface="Tahoma"/>
                <a:sym typeface="Tahoma"/>
              </a:rPr>
              <a:t>Given a graph G = (V, E), and a source vertex s, we want to visit all the vertices </a:t>
            </a:r>
            <a:r>
              <a:rPr b="1" lang="en" sz="1600">
                <a:latin typeface="Tahoma"/>
                <a:ea typeface="Tahoma"/>
                <a:cs typeface="Tahoma"/>
                <a:sym typeface="Tahoma"/>
              </a:rPr>
              <a:t>Є V exactly once!</a:t>
            </a:r>
            <a:endParaRPr b="1" sz="1600"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latin typeface="Tahoma"/>
                <a:ea typeface="Tahoma"/>
                <a:cs typeface="Tahoma"/>
                <a:sym typeface="Tahoma"/>
              </a:rPr>
              <a:t>We will discuss two graph traversal algorithms: </a:t>
            </a:r>
            <a:r>
              <a:rPr b="1" lang="en" sz="16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Breadth First Search (BFS) and Depth First Search (DFS)</a:t>
            </a:r>
            <a:endParaRPr b="1" sz="1600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734831" y="754525"/>
            <a:ext cx="49671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 First Search (BFS)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734828" y="1563622"/>
            <a:ext cx="52782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latin typeface="Tahoma"/>
                <a:ea typeface="Tahoma"/>
                <a:cs typeface="Tahoma"/>
                <a:sym typeface="Tahoma"/>
              </a:rPr>
              <a:t>Traverses the entire graph 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level-wise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.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Uses </a:t>
            </a:r>
            <a:r>
              <a:rPr b="1"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Queue</a:t>
            </a:r>
            <a:r>
              <a:rPr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 for traversal.</a:t>
            </a:r>
            <a:endParaRPr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9" name="Google Shape;119;p21"/>
          <p:cNvSpPr txBox="1"/>
          <p:nvPr/>
        </p:nvSpPr>
        <p:spPr>
          <a:xfrm>
            <a:off x="1108925" y="2249300"/>
            <a:ext cx="45300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we start from source vertex s,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first level vertices are 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r, w</a:t>
            </a:r>
            <a:endParaRPr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second level vertices are 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v, t, x</a:t>
            </a:r>
            <a:endParaRPr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third level vertices are 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u, y</a:t>
            </a:r>
            <a:endParaRPr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So, 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BFS traversal 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order will be,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s, r, w, v, t, x, u, y</a:t>
            </a:r>
            <a:endParaRPr b="1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906501"/>
            <a:ext cx="3848025" cy="214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773731" y="770225"/>
            <a:ext cx="50064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725" y="2075400"/>
            <a:ext cx="3529775" cy="1864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7" name="Google Shape;127;p22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8" name="Google Shape;128;p22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9" name="Google Shape;129;p22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0" name="Google Shape;130;p22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4373625" y="3540000"/>
            <a:ext cx="76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33" name="Google Shape;133;p22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2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35" name="Google Shape;135;p22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750556" y="762375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graphicFrame>
        <p:nvGraphicFramePr>
          <p:cNvPr id="141" name="Google Shape;141;p23"/>
          <p:cNvGraphicFramePr/>
          <p:nvPr/>
        </p:nvGraphicFramePr>
        <p:xfrm>
          <a:off x="4452300" y="183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2" name="Google Shape;142;p23"/>
          <p:cNvGraphicFramePr/>
          <p:nvPr/>
        </p:nvGraphicFramePr>
        <p:xfrm>
          <a:off x="4452300" y="28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3" name="Google Shape;143;p23"/>
          <p:cNvGraphicFramePr/>
          <p:nvPr/>
        </p:nvGraphicFramePr>
        <p:xfrm>
          <a:off x="4452300" y="389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4" name="Google Shape;144;p23"/>
          <p:cNvSpPr txBox="1"/>
          <p:nvPr/>
        </p:nvSpPr>
        <p:spPr>
          <a:xfrm>
            <a:off x="4389375" y="14235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4342200" y="2545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4373625" y="3540000"/>
            <a:ext cx="76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4452300" y="21598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4452350" y="32215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9" name="Google Shape;149;p23"/>
          <p:cNvSpPr txBox="1"/>
          <p:nvPr/>
        </p:nvSpPr>
        <p:spPr>
          <a:xfrm>
            <a:off x="4452350" y="42365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150" name="Google Shape;15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550" y="1642875"/>
            <a:ext cx="3495675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0550" y="3690475"/>
            <a:ext cx="790575" cy="65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title"/>
          </p:nvPr>
        </p:nvSpPr>
        <p:spPr>
          <a:xfrm>
            <a:off x="687656" y="762375"/>
            <a:ext cx="4990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graphicFrame>
        <p:nvGraphicFramePr>
          <p:cNvPr id="157" name="Google Shape;157;p24"/>
          <p:cNvGraphicFramePr/>
          <p:nvPr/>
        </p:nvGraphicFramePr>
        <p:xfrm>
          <a:off x="4443550" y="179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58" name="Google Shape;158;p24"/>
          <p:cNvGraphicFramePr/>
          <p:nvPr/>
        </p:nvGraphicFramePr>
        <p:xfrm>
          <a:off x="4443550" y="286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59" name="Google Shape;159;p24"/>
          <p:cNvGraphicFramePr/>
          <p:nvPr/>
        </p:nvGraphicFramePr>
        <p:xfrm>
          <a:off x="4443550" y="386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0" name="Google Shape;160;p24"/>
          <p:cNvSpPr txBox="1"/>
          <p:nvPr/>
        </p:nvSpPr>
        <p:spPr>
          <a:xfrm>
            <a:off x="4380625" y="139205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4333450" y="2514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4364875" y="3508550"/>
            <a:ext cx="76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4443550" y="212840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4"/>
          <p:cNvSpPr txBox="1"/>
          <p:nvPr/>
        </p:nvSpPr>
        <p:spPr>
          <a:xfrm>
            <a:off x="4443600" y="319012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65" name="Google Shape;165;p24"/>
          <p:cNvSpPr txBox="1"/>
          <p:nvPr/>
        </p:nvSpPr>
        <p:spPr>
          <a:xfrm>
            <a:off x="4443600" y="420505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166" name="Google Shape;16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100" y="1576388"/>
            <a:ext cx="3562350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100" y="3730850"/>
            <a:ext cx="925761" cy="56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750131" y="778100"/>
            <a:ext cx="4990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pic>
        <p:nvPicPr>
          <p:cNvPr id="173" name="Google Shape;17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125" y="1564250"/>
            <a:ext cx="3524250" cy="1924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4" name="Google Shape;174;p25"/>
          <p:cNvGraphicFramePr/>
          <p:nvPr/>
        </p:nvGraphicFramePr>
        <p:xfrm>
          <a:off x="4443550" y="179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75" name="Google Shape;175;p25"/>
          <p:cNvGraphicFramePr/>
          <p:nvPr/>
        </p:nvGraphicFramePr>
        <p:xfrm>
          <a:off x="4443550" y="286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76" name="Google Shape;176;p25"/>
          <p:cNvGraphicFramePr/>
          <p:nvPr/>
        </p:nvGraphicFramePr>
        <p:xfrm>
          <a:off x="4443550" y="386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7" name="Google Shape;177;p25"/>
          <p:cNvSpPr txBox="1"/>
          <p:nvPr/>
        </p:nvSpPr>
        <p:spPr>
          <a:xfrm>
            <a:off x="4380625" y="139205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5"/>
          <p:cNvSpPr txBox="1"/>
          <p:nvPr/>
        </p:nvSpPr>
        <p:spPr>
          <a:xfrm>
            <a:off x="4333450" y="2514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79" name="Google Shape;179;p25"/>
          <p:cNvSpPr txBox="1"/>
          <p:nvPr/>
        </p:nvSpPr>
        <p:spPr>
          <a:xfrm>
            <a:off x="4364875" y="3508550"/>
            <a:ext cx="76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80" name="Google Shape;180;p25"/>
          <p:cNvSpPr txBox="1"/>
          <p:nvPr/>
        </p:nvSpPr>
        <p:spPr>
          <a:xfrm>
            <a:off x="4443550" y="212840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5"/>
          <p:cNvSpPr txBox="1"/>
          <p:nvPr/>
        </p:nvSpPr>
        <p:spPr>
          <a:xfrm>
            <a:off x="4443600" y="319012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82" name="Google Shape;182;p25"/>
          <p:cNvSpPr txBox="1"/>
          <p:nvPr/>
        </p:nvSpPr>
        <p:spPr>
          <a:xfrm>
            <a:off x="4443600" y="420505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183" name="Google Shape;18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0125" y="3682850"/>
            <a:ext cx="14478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/>
          <p:nvPr>
            <p:ph type="title"/>
          </p:nvPr>
        </p:nvSpPr>
        <p:spPr>
          <a:xfrm>
            <a:off x="750581" y="7781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pic>
        <p:nvPicPr>
          <p:cNvPr id="189" name="Google Shape;18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575" y="1501325"/>
            <a:ext cx="3533775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0575" y="3585450"/>
            <a:ext cx="1485900" cy="9048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1" name="Google Shape;191;p26"/>
          <p:cNvGraphicFramePr/>
          <p:nvPr/>
        </p:nvGraphicFramePr>
        <p:xfrm>
          <a:off x="4443550" y="179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2" name="Google Shape;192;p26"/>
          <p:cNvGraphicFramePr/>
          <p:nvPr/>
        </p:nvGraphicFramePr>
        <p:xfrm>
          <a:off x="4443550" y="286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3" name="Google Shape;193;p26"/>
          <p:cNvGraphicFramePr/>
          <p:nvPr/>
        </p:nvGraphicFramePr>
        <p:xfrm>
          <a:off x="4443550" y="386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4" name="Google Shape;194;p26"/>
          <p:cNvSpPr txBox="1"/>
          <p:nvPr/>
        </p:nvSpPr>
        <p:spPr>
          <a:xfrm>
            <a:off x="4380625" y="139205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6"/>
          <p:cNvSpPr txBox="1"/>
          <p:nvPr/>
        </p:nvSpPr>
        <p:spPr>
          <a:xfrm>
            <a:off x="4333450" y="2514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96" name="Google Shape;196;p26"/>
          <p:cNvSpPr txBox="1"/>
          <p:nvPr/>
        </p:nvSpPr>
        <p:spPr>
          <a:xfrm>
            <a:off x="4364875" y="3508550"/>
            <a:ext cx="76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97" name="Google Shape;197;p26"/>
          <p:cNvSpPr txBox="1"/>
          <p:nvPr/>
        </p:nvSpPr>
        <p:spPr>
          <a:xfrm>
            <a:off x="4443550" y="212840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6"/>
          <p:cNvSpPr txBox="1"/>
          <p:nvPr/>
        </p:nvSpPr>
        <p:spPr>
          <a:xfrm>
            <a:off x="4443600" y="319012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99" name="Google Shape;199;p26"/>
          <p:cNvSpPr txBox="1"/>
          <p:nvPr/>
        </p:nvSpPr>
        <p:spPr>
          <a:xfrm>
            <a:off x="4443600" y="420505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>
            <p:ph type="title"/>
          </p:nvPr>
        </p:nvSpPr>
        <p:spPr>
          <a:xfrm>
            <a:off x="757981" y="762375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pic>
        <p:nvPicPr>
          <p:cNvPr id="205" name="Google Shape;20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975" y="1477725"/>
            <a:ext cx="3486150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975" y="3483225"/>
            <a:ext cx="1428750" cy="8477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7" name="Google Shape;207;p27"/>
          <p:cNvGraphicFramePr/>
          <p:nvPr/>
        </p:nvGraphicFramePr>
        <p:xfrm>
          <a:off x="4443550" y="179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08" name="Google Shape;208;p27"/>
          <p:cNvGraphicFramePr/>
          <p:nvPr/>
        </p:nvGraphicFramePr>
        <p:xfrm>
          <a:off x="4443550" y="286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09" name="Google Shape;209;p27"/>
          <p:cNvGraphicFramePr/>
          <p:nvPr/>
        </p:nvGraphicFramePr>
        <p:xfrm>
          <a:off x="4443550" y="386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0" name="Google Shape;210;p27"/>
          <p:cNvSpPr txBox="1"/>
          <p:nvPr/>
        </p:nvSpPr>
        <p:spPr>
          <a:xfrm>
            <a:off x="4380625" y="139205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7"/>
          <p:cNvSpPr txBox="1"/>
          <p:nvPr/>
        </p:nvSpPr>
        <p:spPr>
          <a:xfrm>
            <a:off x="4333450" y="2514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212" name="Google Shape;212;p27"/>
          <p:cNvSpPr txBox="1"/>
          <p:nvPr/>
        </p:nvSpPr>
        <p:spPr>
          <a:xfrm>
            <a:off x="4364875" y="3508550"/>
            <a:ext cx="76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213" name="Google Shape;213;p27"/>
          <p:cNvSpPr txBox="1"/>
          <p:nvPr/>
        </p:nvSpPr>
        <p:spPr>
          <a:xfrm>
            <a:off x="4443550" y="212840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7"/>
          <p:cNvSpPr txBox="1"/>
          <p:nvPr/>
        </p:nvSpPr>
        <p:spPr>
          <a:xfrm>
            <a:off x="4443600" y="319012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15" name="Google Shape;215;p27"/>
          <p:cNvSpPr txBox="1"/>
          <p:nvPr/>
        </p:nvSpPr>
        <p:spPr>
          <a:xfrm>
            <a:off x="4443600" y="420505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 txBox="1"/>
          <p:nvPr>
            <p:ph type="title"/>
          </p:nvPr>
        </p:nvSpPr>
        <p:spPr>
          <a:xfrm>
            <a:off x="734831" y="746650"/>
            <a:ext cx="50064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pic>
        <p:nvPicPr>
          <p:cNvPr id="221" name="Google Shape;22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825" y="1540650"/>
            <a:ext cx="3457575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825" y="3593325"/>
            <a:ext cx="1457325" cy="8191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3" name="Google Shape;223;p28"/>
          <p:cNvGraphicFramePr/>
          <p:nvPr/>
        </p:nvGraphicFramePr>
        <p:xfrm>
          <a:off x="4443550" y="179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24" name="Google Shape;224;p28"/>
          <p:cNvGraphicFramePr/>
          <p:nvPr/>
        </p:nvGraphicFramePr>
        <p:xfrm>
          <a:off x="4443550" y="286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25" name="Google Shape;225;p28"/>
          <p:cNvGraphicFramePr/>
          <p:nvPr/>
        </p:nvGraphicFramePr>
        <p:xfrm>
          <a:off x="4443550" y="386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6" name="Google Shape;226;p28"/>
          <p:cNvSpPr txBox="1"/>
          <p:nvPr/>
        </p:nvSpPr>
        <p:spPr>
          <a:xfrm>
            <a:off x="4380625" y="139205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8"/>
          <p:cNvSpPr txBox="1"/>
          <p:nvPr/>
        </p:nvSpPr>
        <p:spPr>
          <a:xfrm>
            <a:off x="4333450" y="2514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228" name="Google Shape;228;p28"/>
          <p:cNvSpPr txBox="1"/>
          <p:nvPr/>
        </p:nvSpPr>
        <p:spPr>
          <a:xfrm>
            <a:off x="4364875" y="3508550"/>
            <a:ext cx="76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229" name="Google Shape;229;p28"/>
          <p:cNvSpPr txBox="1"/>
          <p:nvPr/>
        </p:nvSpPr>
        <p:spPr>
          <a:xfrm>
            <a:off x="4443550" y="212840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8"/>
          <p:cNvSpPr txBox="1"/>
          <p:nvPr/>
        </p:nvSpPr>
        <p:spPr>
          <a:xfrm>
            <a:off x="4443600" y="319012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31" name="Google Shape;231;p28"/>
          <p:cNvSpPr txBox="1"/>
          <p:nvPr/>
        </p:nvSpPr>
        <p:spPr>
          <a:xfrm>
            <a:off x="4443600" y="420505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9"/>
          <p:cNvSpPr txBox="1"/>
          <p:nvPr>
            <p:ph type="title"/>
          </p:nvPr>
        </p:nvSpPr>
        <p:spPr>
          <a:xfrm>
            <a:off x="758156" y="770250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pic>
        <p:nvPicPr>
          <p:cNvPr id="237" name="Google Shape;23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150" y="1517050"/>
            <a:ext cx="3495675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150" y="3656250"/>
            <a:ext cx="1104900" cy="8286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9" name="Google Shape;239;p29"/>
          <p:cNvGraphicFramePr/>
          <p:nvPr/>
        </p:nvGraphicFramePr>
        <p:xfrm>
          <a:off x="4443550" y="179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40" name="Google Shape;240;p29"/>
          <p:cNvGraphicFramePr/>
          <p:nvPr/>
        </p:nvGraphicFramePr>
        <p:xfrm>
          <a:off x="4443550" y="286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41" name="Google Shape;241;p29"/>
          <p:cNvGraphicFramePr/>
          <p:nvPr/>
        </p:nvGraphicFramePr>
        <p:xfrm>
          <a:off x="4443550" y="386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2" name="Google Shape;242;p29"/>
          <p:cNvSpPr txBox="1"/>
          <p:nvPr/>
        </p:nvSpPr>
        <p:spPr>
          <a:xfrm>
            <a:off x="4380625" y="139205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9"/>
          <p:cNvSpPr txBox="1"/>
          <p:nvPr/>
        </p:nvSpPr>
        <p:spPr>
          <a:xfrm>
            <a:off x="4333450" y="2514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244" name="Google Shape;244;p29"/>
          <p:cNvSpPr txBox="1"/>
          <p:nvPr/>
        </p:nvSpPr>
        <p:spPr>
          <a:xfrm>
            <a:off x="4364875" y="3508550"/>
            <a:ext cx="76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245" name="Google Shape;245;p29"/>
          <p:cNvSpPr txBox="1"/>
          <p:nvPr/>
        </p:nvSpPr>
        <p:spPr>
          <a:xfrm>
            <a:off x="4443550" y="212840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9"/>
          <p:cNvSpPr txBox="1"/>
          <p:nvPr/>
        </p:nvSpPr>
        <p:spPr>
          <a:xfrm>
            <a:off x="4443600" y="319012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47" name="Google Shape;247;p29"/>
          <p:cNvSpPr txBox="1"/>
          <p:nvPr/>
        </p:nvSpPr>
        <p:spPr>
          <a:xfrm>
            <a:off x="4443600" y="420505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"/>
          <p:cNvSpPr txBox="1"/>
          <p:nvPr>
            <p:ph type="title"/>
          </p:nvPr>
        </p:nvSpPr>
        <p:spPr>
          <a:xfrm>
            <a:off x="742706" y="778100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pic>
        <p:nvPicPr>
          <p:cNvPr id="253" name="Google Shape;25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700" y="1524900"/>
            <a:ext cx="358140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700" y="3554000"/>
            <a:ext cx="790575" cy="723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5" name="Google Shape;255;p30"/>
          <p:cNvGraphicFramePr/>
          <p:nvPr/>
        </p:nvGraphicFramePr>
        <p:xfrm>
          <a:off x="4443550" y="179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56" name="Google Shape;256;p30"/>
          <p:cNvGraphicFramePr/>
          <p:nvPr/>
        </p:nvGraphicFramePr>
        <p:xfrm>
          <a:off x="4443550" y="286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57" name="Google Shape;257;p30"/>
          <p:cNvGraphicFramePr/>
          <p:nvPr/>
        </p:nvGraphicFramePr>
        <p:xfrm>
          <a:off x="4443550" y="386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8" name="Google Shape;258;p30"/>
          <p:cNvSpPr txBox="1"/>
          <p:nvPr/>
        </p:nvSpPr>
        <p:spPr>
          <a:xfrm>
            <a:off x="4380625" y="139205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0"/>
          <p:cNvSpPr txBox="1"/>
          <p:nvPr/>
        </p:nvSpPr>
        <p:spPr>
          <a:xfrm>
            <a:off x="4333450" y="2514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260" name="Google Shape;260;p30"/>
          <p:cNvSpPr txBox="1"/>
          <p:nvPr/>
        </p:nvSpPr>
        <p:spPr>
          <a:xfrm>
            <a:off x="4364875" y="3508550"/>
            <a:ext cx="76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261" name="Google Shape;261;p30"/>
          <p:cNvSpPr txBox="1"/>
          <p:nvPr/>
        </p:nvSpPr>
        <p:spPr>
          <a:xfrm>
            <a:off x="4443550" y="212840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0"/>
          <p:cNvSpPr txBox="1"/>
          <p:nvPr/>
        </p:nvSpPr>
        <p:spPr>
          <a:xfrm>
            <a:off x="4443600" y="319012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63" name="Google Shape;263;p30"/>
          <p:cNvSpPr txBox="1"/>
          <p:nvPr/>
        </p:nvSpPr>
        <p:spPr>
          <a:xfrm>
            <a:off x="4443600" y="420505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/>
          <p:nvPr>
            <p:ph type="title"/>
          </p:nvPr>
        </p:nvSpPr>
        <p:spPr>
          <a:xfrm>
            <a:off x="726981" y="754500"/>
            <a:ext cx="4990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pic>
        <p:nvPicPr>
          <p:cNvPr id="269" name="Google Shape;26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975" y="1571625"/>
            <a:ext cx="3476625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6975" y="3727000"/>
            <a:ext cx="752475" cy="533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1" name="Google Shape;271;p31"/>
          <p:cNvGraphicFramePr/>
          <p:nvPr/>
        </p:nvGraphicFramePr>
        <p:xfrm>
          <a:off x="4443550" y="179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72" name="Google Shape;272;p31"/>
          <p:cNvGraphicFramePr/>
          <p:nvPr/>
        </p:nvGraphicFramePr>
        <p:xfrm>
          <a:off x="4443550" y="286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73" name="Google Shape;273;p31"/>
          <p:cNvGraphicFramePr/>
          <p:nvPr/>
        </p:nvGraphicFramePr>
        <p:xfrm>
          <a:off x="4443550" y="386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4" name="Google Shape;274;p31"/>
          <p:cNvSpPr txBox="1"/>
          <p:nvPr/>
        </p:nvSpPr>
        <p:spPr>
          <a:xfrm>
            <a:off x="4380625" y="139205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1"/>
          <p:cNvSpPr txBox="1"/>
          <p:nvPr/>
        </p:nvSpPr>
        <p:spPr>
          <a:xfrm>
            <a:off x="4333450" y="2514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276" name="Google Shape;276;p31"/>
          <p:cNvSpPr txBox="1"/>
          <p:nvPr/>
        </p:nvSpPr>
        <p:spPr>
          <a:xfrm>
            <a:off x="4364875" y="3508550"/>
            <a:ext cx="76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277" name="Google Shape;277;p31"/>
          <p:cNvSpPr txBox="1"/>
          <p:nvPr/>
        </p:nvSpPr>
        <p:spPr>
          <a:xfrm>
            <a:off x="4443550" y="212840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1"/>
          <p:cNvSpPr txBox="1"/>
          <p:nvPr/>
        </p:nvSpPr>
        <p:spPr>
          <a:xfrm>
            <a:off x="4443600" y="319012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79" name="Google Shape;279;p31"/>
          <p:cNvSpPr txBox="1"/>
          <p:nvPr/>
        </p:nvSpPr>
        <p:spPr>
          <a:xfrm>
            <a:off x="4443600" y="420505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/>
          <p:cNvSpPr txBox="1"/>
          <p:nvPr>
            <p:ph type="title"/>
          </p:nvPr>
        </p:nvSpPr>
        <p:spPr>
          <a:xfrm>
            <a:off x="742731" y="778100"/>
            <a:ext cx="50064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pic>
        <p:nvPicPr>
          <p:cNvPr id="285" name="Google Shape;28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725" y="1935288"/>
            <a:ext cx="3562350" cy="19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2"/>
          <p:cNvSpPr txBox="1"/>
          <p:nvPr/>
        </p:nvSpPr>
        <p:spPr>
          <a:xfrm>
            <a:off x="4726675" y="2210575"/>
            <a:ext cx="3641400" cy="9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ahoma"/>
                <a:ea typeface="Tahoma"/>
                <a:cs typeface="Tahoma"/>
                <a:sym typeface="Tahoma"/>
              </a:rPr>
              <a:t>BFS traversal 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sequence will be,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s, r, w, v, t, x, u, y</a:t>
            </a:r>
            <a:endParaRPr sz="1200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3"/>
          <p:cNvSpPr txBox="1"/>
          <p:nvPr>
            <p:ph type="title"/>
          </p:nvPr>
        </p:nvSpPr>
        <p:spPr>
          <a:xfrm>
            <a:off x="750556" y="762375"/>
            <a:ext cx="4990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graphicFrame>
        <p:nvGraphicFramePr>
          <p:cNvPr id="292" name="Google Shape;292;p33"/>
          <p:cNvGraphicFramePr/>
          <p:nvPr/>
        </p:nvGraphicFramePr>
        <p:xfrm>
          <a:off x="860650" y="187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93" name="Google Shape;293;p33"/>
          <p:cNvGraphicFramePr/>
          <p:nvPr/>
        </p:nvGraphicFramePr>
        <p:xfrm>
          <a:off x="860650" y="294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0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94" name="Google Shape;294;p33"/>
          <p:cNvGraphicFramePr/>
          <p:nvPr/>
        </p:nvGraphicFramePr>
        <p:xfrm>
          <a:off x="860650" y="394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{3EF0B42A-D84D-4AD7-8603-9375C178765A}</a:tableStyleId>
              </a:tblPr>
              <a:tblGrid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  <a:gridCol w="5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5" name="Google Shape;295;p33"/>
          <p:cNvSpPr txBox="1"/>
          <p:nvPr/>
        </p:nvSpPr>
        <p:spPr>
          <a:xfrm>
            <a:off x="797725" y="1470700"/>
            <a:ext cx="730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3"/>
          <p:cNvSpPr txBox="1"/>
          <p:nvPr/>
        </p:nvSpPr>
        <p:spPr>
          <a:xfrm>
            <a:off x="750550" y="25931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297" name="Google Shape;297;p33"/>
          <p:cNvSpPr txBox="1"/>
          <p:nvPr/>
        </p:nvSpPr>
        <p:spPr>
          <a:xfrm>
            <a:off x="781975" y="3587200"/>
            <a:ext cx="76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298" name="Google Shape;298;p33"/>
          <p:cNvSpPr txBox="1"/>
          <p:nvPr/>
        </p:nvSpPr>
        <p:spPr>
          <a:xfrm>
            <a:off x="860650" y="2207050"/>
            <a:ext cx="453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3"/>
          <p:cNvSpPr txBox="1"/>
          <p:nvPr/>
        </p:nvSpPr>
        <p:spPr>
          <a:xfrm>
            <a:off x="860700" y="3268775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00" name="Google Shape;300;p33"/>
          <p:cNvSpPr txBox="1"/>
          <p:nvPr/>
        </p:nvSpPr>
        <p:spPr>
          <a:xfrm>
            <a:off x="860700" y="4283700"/>
            <a:ext cx="43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r           s            t             u           v           w          x            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01" name="Google Shape;301;p33"/>
          <p:cNvSpPr txBox="1"/>
          <p:nvPr/>
        </p:nvSpPr>
        <p:spPr>
          <a:xfrm>
            <a:off x="5235450" y="1728050"/>
            <a:ext cx="32751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What is the shortest distance between s to u?</a:t>
            </a:r>
            <a:endParaRPr b="1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Ans: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Go to index u of distance array (3)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What is the shortest path from s to u?</a:t>
            </a:r>
            <a:endParaRPr b="1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Ans: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Go to index u of parent array (t). Since t is not source, go to index t (w). w is not the source, so go to index w (s). Since s is source,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path will be 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 -&gt; w -&gt; t -&gt; u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4"/>
          <p:cNvSpPr txBox="1"/>
          <p:nvPr>
            <p:ph type="title"/>
          </p:nvPr>
        </p:nvSpPr>
        <p:spPr>
          <a:xfrm>
            <a:off x="734831" y="762375"/>
            <a:ext cx="50142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Pseudocode</a:t>
            </a:r>
            <a:endParaRPr/>
          </a:p>
        </p:txBody>
      </p:sp>
      <p:sp>
        <p:nvSpPr>
          <p:cNvPr id="307" name="Google Shape;307;p34"/>
          <p:cNvSpPr txBox="1"/>
          <p:nvPr>
            <p:ph idx="1" type="body"/>
          </p:nvPr>
        </p:nvSpPr>
        <p:spPr>
          <a:xfrm>
            <a:off x="784975" y="1334750"/>
            <a:ext cx="7768500" cy="39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BFS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  Q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 = [],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 = [],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 = [],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distance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 = []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  visited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[s] = </a:t>
            </a:r>
            <a:r>
              <a:rPr b="1" lang="e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[s] =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1" lang="e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distance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[s] = </a:t>
            </a:r>
            <a:r>
              <a:rPr b="1" lang="e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1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  ENQUEUE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, s)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  while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 empty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DEQUEUE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n">
                <a:solidFill>
                  <a:srgbClr val="B6D7A8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lang="en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/Dequeued sequence is the BFS sequence</a:t>
            </a:r>
            <a:endParaRPr b="1">
              <a:solidFill>
                <a:srgbClr val="93C4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each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 vertex v Є Adj[u]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[v] = </a:t>
            </a:r>
            <a:r>
              <a:rPr b="1" lang="e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1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[v] = </a:t>
            </a:r>
            <a:r>
              <a:rPr b="1" lang="e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1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distance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[v] =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distance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] + </a:t>
            </a:r>
            <a:r>
              <a:rPr b="1" lang="en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1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[v] = </a:t>
            </a:r>
            <a:r>
              <a:rPr b="1" lang="en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endParaRPr b="1">
              <a:solidFill>
                <a:srgbClr val="001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ENQUEUE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, v)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5"/>
          <p:cNvSpPr txBox="1"/>
          <p:nvPr>
            <p:ph type="title"/>
          </p:nvPr>
        </p:nvSpPr>
        <p:spPr>
          <a:xfrm>
            <a:off x="687656" y="762375"/>
            <a:ext cx="49512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</a:t>
            </a:r>
            <a:endParaRPr/>
          </a:p>
        </p:txBody>
      </p:sp>
      <p:sp>
        <p:nvSpPr>
          <p:cNvPr id="313" name="Google Shape;313;p35"/>
          <p:cNvSpPr txBox="1"/>
          <p:nvPr>
            <p:ph idx="1" type="body"/>
          </p:nvPr>
        </p:nvSpPr>
        <p:spPr>
          <a:xfrm>
            <a:off x="750950" y="1445525"/>
            <a:ext cx="7687800" cy="2586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ahoma"/>
              <a:buChar char="●"/>
            </a:pPr>
            <a:r>
              <a:rPr b="1" lang="en">
                <a:latin typeface="Tahoma"/>
                <a:ea typeface="Tahoma"/>
                <a:cs typeface="Tahoma"/>
                <a:sym typeface="Tahoma"/>
              </a:rPr>
              <a:t>Time Complexity: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O(n + m)</a:t>
            </a:r>
            <a:endParaRPr b="1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ahoma"/>
              <a:buChar char="●"/>
            </a:pPr>
            <a:r>
              <a:rPr b="1" lang="en">
                <a:latin typeface="Tahoma"/>
                <a:ea typeface="Tahoma"/>
                <a:cs typeface="Tahoma"/>
                <a:sym typeface="Tahoma"/>
              </a:rPr>
              <a:t>Space Complexity: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O(n + m)</a:t>
            </a:r>
            <a:endParaRPr b="1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ahoma"/>
              <a:buChar char="●"/>
            </a:pPr>
            <a:r>
              <a:rPr lang="en">
                <a:latin typeface="Tahoma"/>
                <a:ea typeface="Tahoma"/>
                <a:cs typeface="Tahoma"/>
                <a:sym typeface="Tahoma"/>
              </a:rPr>
              <a:t>Can find the </a:t>
            </a:r>
            <a:r>
              <a:rPr b="1"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shortest path and minimum number of edges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 from a source vertex to all other vertices in an </a:t>
            </a:r>
            <a:r>
              <a:rPr b="1"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unweighted graph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.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Tahoma"/>
                <a:ea typeface="Tahoma"/>
                <a:cs typeface="Tahoma"/>
                <a:sym typeface="Tahoma"/>
              </a:rPr>
              <a:t>Guarantees that once a vertex is visited, it is processed at the </a:t>
            </a:r>
            <a:r>
              <a:rPr b="1"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minimum possible distance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 from the source.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ahoma"/>
              <a:buChar char="●"/>
            </a:pP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BFS is </a:t>
            </a:r>
            <a:r>
              <a:rPr b="1" i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complete</a:t>
            </a:r>
            <a:r>
              <a:rPr i="1" lang="en">
                <a:latin typeface="Tahoma"/>
                <a:ea typeface="Tahoma"/>
                <a:cs typeface="Tahoma"/>
                <a:sym typeface="Tahoma"/>
              </a:rPr>
              <a:t> - 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it will always find 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a optimal solution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 if one exists, provided the graph and branching 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factor is finite.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6"/>
          <p:cNvSpPr txBox="1"/>
          <p:nvPr>
            <p:ph type="title"/>
          </p:nvPr>
        </p:nvSpPr>
        <p:spPr>
          <a:xfrm>
            <a:off x="758130" y="778100"/>
            <a:ext cx="5037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Bipartite/Bicolorable Graph</a:t>
            </a:r>
            <a:endParaRPr/>
          </a:p>
        </p:txBody>
      </p:sp>
      <p:sp>
        <p:nvSpPr>
          <p:cNvPr id="319" name="Google Shape;319;p36"/>
          <p:cNvSpPr txBox="1"/>
          <p:nvPr>
            <p:ph idx="1" type="body"/>
          </p:nvPr>
        </p:nvSpPr>
        <p:spPr>
          <a:xfrm>
            <a:off x="758125" y="1500750"/>
            <a:ext cx="5400000" cy="64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Font typeface="Tahoma"/>
              <a:buChar char="●"/>
            </a:pPr>
            <a:r>
              <a:rPr lang="en">
                <a:latin typeface="Tahoma"/>
                <a:ea typeface="Tahoma"/>
                <a:cs typeface="Tahoma"/>
                <a:sym typeface="Tahoma"/>
              </a:rPr>
              <a:t>A graph that can be colored using </a:t>
            </a:r>
            <a:r>
              <a:rPr b="1"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exactly two colors</a:t>
            </a:r>
            <a:endParaRPr b="1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Font typeface="Tahoma"/>
              <a:buChar char="●"/>
            </a:pPr>
            <a:r>
              <a:rPr lang="en">
                <a:latin typeface="Tahoma"/>
                <a:ea typeface="Tahoma"/>
                <a:cs typeface="Tahoma"/>
                <a:sym typeface="Tahoma"/>
              </a:rPr>
              <a:t>However, </a:t>
            </a:r>
            <a:r>
              <a:rPr b="1"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no two adjacent vertices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 should have the same color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20" name="Google Shape;32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2050" y="1966275"/>
            <a:ext cx="4858125" cy="261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6"/>
          <p:cNvSpPr txBox="1"/>
          <p:nvPr/>
        </p:nvSpPr>
        <p:spPr>
          <a:xfrm>
            <a:off x="3680650" y="3007463"/>
            <a:ext cx="361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6"/>
          <p:cNvSpPr txBox="1"/>
          <p:nvPr/>
        </p:nvSpPr>
        <p:spPr>
          <a:xfrm>
            <a:off x="4949850" y="2878613"/>
            <a:ext cx="361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6"/>
          <p:cNvSpPr txBox="1"/>
          <p:nvPr/>
        </p:nvSpPr>
        <p:spPr>
          <a:xfrm>
            <a:off x="6329150" y="2043138"/>
            <a:ext cx="361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6"/>
          <p:cNvSpPr txBox="1"/>
          <p:nvPr/>
        </p:nvSpPr>
        <p:spPr>
          <a:xfrm>
            <a:off x="6426450" y="4321913"/>
            <a:ext cx="361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6"/>
          <p:cNvSpPr txBox="1"/>
          <p:nvPr/>
        </p:nvSpPr>
        <p:spPr>
          <a:xfrm>
            <a:off x="7538350" y="3536063"/>
            <a:ext cx="361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6"/>
          <p:cNvSpPr txBox="1"/>
          <p:nvPr/>
        </p:nvSpPr>
        <p:spPr>
          <a:xfrm>
            <a:off x="4312500" y="3051500"/>
            <a:ext cx="519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1" sz="1600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6"/>
          <p:cNvSpPr txBox="1"/>
          <p:nvPr/>
        </p:nvSpPr>
        <p:spPr>
          <a:xfrm>
            <a:off x="5272325" y="2043150"/>
            <a:ext cx="361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600"/>
          </a:p>
        </p:txBody>
      </p:sp>
      <p:sp>
        <p:nvSpPr>
          <p:cNvPr id="328" name="Google Shape;328;p36"/>
          <p:cNvSpPr txBox="1"/>
          <p:nvPr/>
        </p:nvSpPr>
        <p:spPr>
          <a:xfrm>
            <a:off x="5461050" y="4321925"/>
            <a:ext cx="51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600"/>
          </a:p>
        </p:txBody>
      </p:sp>
      <p:sp>
        <p:nvSpPr>
          <p:cNvPr id="329" name="Google Shape;329;p36"/>
          <p:cNvSpPr txBox="1"/>
          <p:nvPr/>
        </p:nvSpPr>
        <p:spPr>
          <a:xfrm>
            <a:off x="6835450" y="2791950"/>
            <a:ext cx="25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600"/>
          </a:p>
        </p:txBody>
      </p:sp>
      <p:sp>
        <p:nvSpPr>
          <p:cNvPr id="330" name="Google Shape;330;p36"/>
          <p:cNvSpPr txBox="1"/>
          <p:nvPr/>
        </p:nvSpPr>
        <p:spPr>
          <a:xfrm>
            <a:off x="7955200" y="18557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600"/>
          </a:p>
        </p:txBody>
      </p:sp>
      <p:sp>
        <p:nvSpPr>
          <p:cNvPr id="331" name="Google Shape;331;p36"/>
          <p:cNvSpPr txBox="1"/>
          <p:nvPr/>
        </p:nvSpPr>
        <p:spPr>
          <a:xfrm>
            <a:off x="998825" y="2791950"/>
            <a:ext cx="23043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Let’s assume two colors,</a:t>
            </a:r>
            <a:b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B -&gt; Blue</a:t>
            </a:r>
            <a:endParaRPr b="1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FF00"/>
                </a:solidFill>
                <a:latin typeface="Tahoma"/>
                <a:ea typeface="Tahoma"/>
                <a:cs typeface="Tahoma"/>
                <a:sym typeface="Tahoma"/>
              </a:rPr>
              <a:t>G -&gt; Green</a:t>
            </a:r>
            <a:endParaRPr b="1">
              <a:solidFill>
                <a:srgbClr val="00FF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2" name="Google Shape;332;p36"/>
          <p:cNvSpPr/>
          <p:nvPr/>
        </p:nvSpPr>
        <p:spPr>
          <a:xfrm>
            <a:off x="5743525" y="3051497"/>
            <a:ext cx="660050" cy="641775"/>
          </a:xfrm>
          <a:custGeom>
            <a:rect b="b" l="l" r="r" t="t"/>
            <a:pathLst>
              <a:path extrusionOk="0" h="25671" w="26402">
                <a:moveTo>
                  <a:pt x="5663" y="2074"/>
                </a:moveTo>
                <a:cubicBezTo>
                  <a:pt x="10223" y="-5524"/>
                  <a:pt x="28443" y="10513"/>
                  <a:pt x="26111" y="19062"/>
                </a:cubicBezTo>
                <a:cubicBezTo>
                  <a:pt x="23816" y="27474"/>
                  <a:pt x="5233" y="27609"/>
                  <a:pt x="0" y="2063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333" name="Google Shape;333;p36"/>
          <p:cNvSpPr txBox="1"/>
          <p:nvPr/>
        </p:nvSpPr>
        <p:spPr>
          <a:xfrm>
            <a:off x="5634125" y="3641425"/>
            <a:ext cx="940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 cycle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7"/>
          <p:cNvSpPr txBox="1"/>
          <p:nvPr>
            <p:ph type="title"/>
          </p:nvPr>
        </p:nvSpPr>
        <p:spPr>
          <a:xfrm>
            <a:off x="742705" y="801700"/>
            <a:ext cx="5085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Bipartite/Bicolorable Graph</a:t>
            </a:r>
            <a:endParaRPr/>
          </a:p>
        </p:txBody>
      </p:sp>
      <p:pic>
        <p:nvPicPr>
          <p:cNvPr id="339" name="Google Shape;339;p37"/>
          <p:cNvPicPr preferRelativeResize="0"/>
          <p:nvPr/>
        </p:nvPicPr>
        <p:blipFill rotWithShape="1">
          <a:blip r:embed="rId3">
            <a:alphaModFix/>
          </a:blip>
          <a:srcRect b="21710" l="0" r="0" t="0"/>
          <a:stretch/>
        </p:blipFill>
        <p:spPr>
          <a:xfrm>
            <a:off x="1851175" y="144550"/>
            <a:ext cx="4998950" cy="391362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7"/>
          <p:cNvSpPr txBox="1"/>
          <p:nvPr/>
        </p:nvSpPr>
        <p:spPr>
          <a:xfrm>
            <a:off x="2013325" y="2043138"/>
            <a:ext cx="361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7"/>
          <p:cNvSpPr txBox="1"/>
          <p:nvPr/>
        </p:nvSpPr>
        <p:spPr>
          <a:xfrm>
            <a:off x="2787725" y="2043150"/>
            <a:ext cx="361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/>
          </a:p>
        </p:txBody>
      </p:sp>
      <p:sp>
        <p:nvSpPr>
          <p:cNvPr id="342" name="Google Shape;342;p37"/>
          <p:cNvSpPr txBox="1"/>
          <p:nvPr/>
        </p:nvSpPr>
        <p:spPr>
          <a:xfrm>
            <a:off x="3573500" y="1412063"/>
            <a:ext cx="361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7"/>
          <p:cNvSpPr txBox="1"/>
          <p:nvPr/>
        </p:nvSpPr>
        <p:spPr>
          <a:xfrm>
            <a:off x="4859100" y="1460825"/>
            <a:ext cx="59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/>
          </a:p>
        </p:txBody>
      </p:sp>
      <p:sp>
        <p:nvSpPr>
          <p:cNvPr id="344" name="Google Shape;344;p37"/>
          <p:cNvSpPr txBox="1"/>
          <p:nvPr/>
        </p:nvSpPr>
        <p:spPr>
          <a:xfrm>
            <a:off x="6301300" y="1412075"/>
            <a:ext cx="42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/>
          </a:p>
        </p:txBody>
      </p:sp>
      <p:sp>
        <p:nvSpPr>
          <p:cNvPr id="345" name="Google Shape;345;p37"/>
          <p:cNvSpPr txBox="1"/>
          <p:nvPr/>
        </p:nvSpPr>
        <p:spPr>
          <a:xfrm>
            <a:off x="5740525" y="2826400"/>
            <a:ext cx="361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346" name="Google Shape;346;p37"/>
          <p:cNvSpPr txBox="1"/>
          <p:nvPr/>
        </p:nvSpPr>
        <p:spPr>
          <a:xfrm>
            <a:off x="3573500" y="3257500"/>
            <a:ext cx="361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7"/>
          <p:cNvSpPr txBox="1"/>
          <p:nvPr/>
        </p:nvSpPr>
        <p:spPr>
          <a:xfrm>
            <a:off x="2865625" y="3666925"/>
            <a:ext cx="3236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This is not a bipartite graph!</a:t>
            </a:r>
            <a:endParaRPr b="1"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8" name="Google Shape;348;p37"/>
          <p:cNvSpPr/>
          <p:nvPr/>
        </p:nvSpPr>
        <p:spPr>
          <a:xfrm>
            <a:off x="4020625" y="2184622"/>
            <a:ext cx="660050" cy="641775"/>
          </a:xfrm>
          <a:custGeom>
            <a:rect b="b" l="l" r="r" t="t"/>
            <a:pathLst>
              <a:path extrusionOk="0" h="25671" w="26402">
                <a:moveTo>
                  <a:pt x="5663" y="2074"/>
                </a:moveTo>
                <a:cubicBezTo>
                  <a:pt x="10223" y="-5524"/>
                  <a:pt x="28443" y="10513"/>
                  <a:pt x="26111" y="19062"/>
                </a:cubicBezTo>
                <a:cubicBezTo>
                  <a:pt x="23816" y="27474"/>
                  <a:pt x="5233" y="27609"/>
                  <a:pt x="0" y="2063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349" name="Google Shape;349;p37"/>
          <p:cNvSpPr txBox="1"/>
          <p:nvPr/>
        </p:nvSpPr>
        <p:spPr>
          <a:xfrm>
            <a:off x="0" y="0"/>
            <a:ext cx="94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7"/>
          <p:cNvSpPr txBox="1"/>
          <p:nvPr/>
        </p:nvSpPr>
        <p:spPr>
          <a:xfrm>
            <a:off x="3935300" y="2724150"/>
            <a:ext cx="94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odd cycle</a:t>
            </a:r>
            <a:endParaRPr/>
          </a:p>
        </p:txBody>
      </p:sp>
      <p:sp>
        <p:nvSpPr>
          <p:cNvPr id="351" name="Google Shape;351;p37"/>
          <p:cNvSpPr txBox="1"/>
          <p:nvPr/>
        </p:nvSpPr>
        <p:spPr>
          <a:xfrm>
            <a:off x="4859100" y="3327725"/>
            <a:ext cx="59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8"/>
          <p:cNvSpPr txBox="1"/>
          <p:nvPr>
            <p:ph type="title"/>
          </p:nvPr>
        </p:nvSpPr>
        <p:spPr>
          <a:xfrm>
            <a:off x="758130" y="762375"/>
            <a:ext cx="50379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Bipartite Graph Detection</a:t>
            </a:r>
            <a:endParaRPr/>
          </a:p>
        </p:txBody>
      </p:sp>
      <p:sp>
        <p:nvSpPr>
          <p:cNvPr id="357" name="Google Shape;357;p38"/>
          <p:cNvSpPr txBox="1"/>
          <p:nvPr>
            <p:ph idx="1" type="body"/>
          </p:nvPr>
        </p:nvSpPr>
        <p:spPr>
          <a:xfrm>
            <a:off x="758128" y="1555772"/>
            <a:ext cx="5278200" cy="1508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ahoma"/>
              <a:buChar char="●"/>
            </a:pPr>
            <a:r>
              <a:rPr lang="en">
                <a:latin typeface="Tahoma"/>
                <a:ea typeface="Tahoma"/>
                <a:cs typeface="Tahoma"/>
                <a:sym typeface="Tahoma"/>
              </a:rPr>
              <a:t>Therefore, it can be said that, any graph that has 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ahoma"/>
              <a:buChar char="○"/>
            </a:pP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Odd Cycle: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 is not a bipartite graph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ahoma"/>
              <a:buChar char="○"/>
            </a:pP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Even Cycle: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 is a bipartite graph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ahoma"/>
              <a:buChar char="●"/>
            </a:pPr>
            <a:r>
              <a:rPr lang="en">
                <a:latin typeface="Tahoma"/>
                <a:ea typeface="Tahoma"/>
                <a:cs typeface="Tahoma"/>
                <a:sym typeface="Tahoma"/>
              </a:rPr>
              <a:t>Similarly,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ahoma"/>
              <a:buChar char="○"/>
            </a:pP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Bipartite Graph: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 means it has even cycle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ahoma"/>
              <a:buChar char="○"/>
            </a:pP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Non Bipartite Graph: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means it has odd cycle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9"/>
          <p:cNvSpPr txBox="1"/>
          <p:nvPr>
            <p:ph type="title"/>
          </p:nvPr>
        </p:nvSpPr>
        <p:spPr>
          <a:xfrm>
            <a:off x="711250" y="754500"/>
            <a:ext cx="6099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Bipartite Detection using BFS</a:t>
            </a:r>
            <a:endParaRPr/>
          </a:p>
        </p:txBody>
      </p:sp>
      <p:sp>
        <p:nvSpPr>
          <p:cNvPr id="363" name="Google Shape;363;p39"/>
          <p:cNvSpPr txBox="1"/>
          <p:nvPr>
            <p:ph idx="1" type="body"/>
          </p:nvPr>
        </p:nvSpPr>
        <p:spPr>
          <a:xfrm>
            <a:off x="750575" y="1422075"/>
            <a:ext cx="7373700" cy="51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Bipartite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2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2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 = []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 = [], </a:t>
            </a:r>
            <a:r>
              <a:rPr b="1"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 = []                              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b="1" sz="12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[s] = </a:t>
            </a:r>
            <a:r>
              <a:rPr b="1" lang="en" sz="125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[s] = </a:t>
            </a:r>
            <a:r>
              <a:rPr b="1" lang="en" sz="125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25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b="1" lang="en" sz="125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endParaRPr b="1" sz="1250">
              <a:solidFill>
                <a:srgbClr val="E21F1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ENQUEUE(</a:t>
            </a:r>
            <a:r>
              <a:rPr b="1" lang="en" sz="1250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, s)</a:t>
            </a:r>
            <a:endParaRPr b="1" sz="12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 empty</a:t>
            </a:r>
            <a:endParaRPr b="1" sz="12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 = DEQUEUE(Q)</a:t>
            </a:r>
            <a:endParaRPr b="1" sz="12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5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each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 vertex v Є Adj[u]</a:t>
            </a:r>
            <a:endParaRPr b="1" sz="12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25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1" lang="en" sz="125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 </a:t>
            </a:r>
            <a:r>
              <a:rPr b="1" lang="en" sz="125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then </a:t>
            </a:r>
            <a:r>
              <a:rPr b="1"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1" lang="en" sz="125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1" sz="125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" sz="125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] == </a:t>
            </a:r>
            <a:r>
              <a:rPr b="1" lang="en" sz="125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25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b="1" lang="en" sz="125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b="1" lang="en" sz="125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then </a:t>
            </a:r>
            <a:r>
              <a:rPr b="1"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1" lang="en" sz="125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25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1" lang="en" sz="125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endParaRPr b="1" sz="1250">
              <a:solidFill>
                <a:srgbClr val="E21F1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" sz="125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else </a:t>
            </a:r>
            <a:r>
              <a:rPr b="1"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1" lang="en" sz="125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25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b="1" lang="en" sz="125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endParaRPr b="1" sz="1250">
              <a:solidFill>
                <a:srgbClr val="E21F1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ENQUEUE(Q, v)</a:t>
            </a:r>
            <a:endParaRPr b="1" sz="12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25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else if </a:t>
            </a:r>
            <a:r>
              <a:rPr b="1"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] == </a:t>
            </a:r>
            <a:r>
              <a:rPr b="1"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125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1" lang="en" sz="1250"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b="1" lang="en" sz="125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 </a:t>
            </a:r>
            <a:r>
              <a:rPr b="1" lang="en" sz="125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b="1" sz="125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 </a:t>
            </a:r>
            <a:r>
              <a:rPr b="1" lang="en" sz="125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b="1" sz="125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21F1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21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sz="21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