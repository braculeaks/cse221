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y="5143500" cx="9144000"/>
  <p:notesSz cx="6858000" cy="9144000"/>
  <p:embeddedFontLst>
    <p:embeddedFont>
      <p:font typeface="Tahoma"/>
      <p:regular r:id="rId83"/>
      <p:bold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ACFDB3-2CBA-4EAC-B7F7-653BFF9CA4A7}">
  <a:tblStyle styleId="{C1ACFDB3-2CBA-4EAC-B7F7-653BFF9CA4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Tahoma-bold.fntdata"/><Relationship Id="rId83" Type="http://schemas.openxmlformats.org/officeDocument/2006/relationships/font" Target="fonts/Tahoma-regular.fnt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30d8a06a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f30d8a06a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30d8a06a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30d8a06a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f30d8a06a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f30d8a06a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f30d8a06a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f30d8a06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f30d8a06a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f30d8a06a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f30d8a06a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f30d8a06a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f30d8a06a_2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4f30d8a06a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f30d8a06a_2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f30d8a06a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f30d8a06a_2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f30d8a06a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f30d8a06a_2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4f30d8a06a_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f30d8a06a_2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f30d8a06a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4f30d8a06a_2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4f30d8a06a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4f30d8a06a_2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4f30d8a06a_2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f30d8a06a_2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f30d8a06a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4f30d8a06a_2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4f30d8a06a_2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4f30d8a06a_2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4f30d8a06a_2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4f30d8a06a_2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4f30d8a06a_2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4f30d8a06a_2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4f30d8a06a_2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4f30d8a06a_2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4f30d8a06a_2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4f30d8a06a_2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4f30d8a06a_2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4f30d8a06a_2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4f30d8a06a_2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f30d8a06a_2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4f30d8a06a_2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4f30d8a06a_2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4f30d8a06a_2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4f30d8a06a_2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4f30d8a06a_2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4f30d8a06a_2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4f30d8a06a_2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4f30d8a06a_2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34f30d8a06a_2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4f30d8a06a_2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34f30d8a06a_2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4f30d8a06a_2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4f30d8a06a_2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4f30d8a06a_2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4f30d8a06a_2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4f30d8a06a_2_1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4f30d8a06a_2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a3f29d3c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a3f29d3c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4f30d8a06a_2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4f30d8a06a_2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4f30d8a06a_2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4f30d8a06a_2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4f30d8a06a_2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34f30d8a06a_2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4f30d8a06a_2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4f30d8a06a_2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4f30d8a06a_2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34f30d8a06a_2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4f30d8a06a_2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34f30d8a06a_2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4f30d8a06a_2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4f30d8a06a_2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4f30d8a06a_2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4f30d8a06a_2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34f30d8a06a_2_1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34f30d8a06a_2_1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4f30d8a06a_2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4f30d8a06a_2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4f30d8a06a_2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4f30d8a06a_2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4f30d8a06a_2_1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34f30d8a06a_2_1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4f30d8a06a_2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34f30d8a06a_2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4f30d8a06a_2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34f30d8a06a_2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34f30d8a06a_2_1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34f30d8a06a_2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4f30d8a06a_2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4f30d8a06a_2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4f30d8a06a_2_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34f30d8a06a_2_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34f30d8a06a_2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34f30d8a06a_2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34f30d8a06a_2_1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34f30d8a06a_2_1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4f30d8a06a_2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4f30d8a06a_2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4f30d8a06a_2_1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34f30d8a06a_2_1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4f30d8a06a_2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34f30d8a06a_2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4f30d8a06a_2_1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4f30d8a06a_2_1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34f30d8a06a_2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34f30d8a06a_2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34f30d8a06a_2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34f30d8a06a_2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34f30d8a06a_2_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34f30d8a06a_2_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34f30d8a06a_2_2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34f30d8a06a_2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g34f30d8a06a_2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9" name="Google Shape;2169;g34f30d8a06a_2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34f30d8a06a_2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34f30d8a06a_2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34f30d8a06a_2_2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34f30d8a06a_2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34f30d8a06a_2_2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34f30d8a06a_2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4f30d8a06a_2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34f30d8a06a_2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34f30d8a06a_2_2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34f30d8a06a_2_2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34f30d8a06a_2_2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34f30d8a06a_2_2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g34f30d8a06a_2_2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6" name="Google Shape;2326;g34f30d8a06a_2_2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g34f30d8a06a_2_2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8" name="Google Shape;2348;g34f30d8a06a_2_2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g34f30d8a06a_2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9" name="Google Shape;2369;g34f30d8a06a_2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34f30d8a06a_2_2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34f30d8a06a_2_2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34f30d8a06a_2_2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34f30d8a06a_2_2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34f30d8a06a_2_2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34f30d8a06a_2_2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34f30d8a06a_2_2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3" name="Google Shape;2453;g34f30d8a06a_2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34f30d8a06a_2_2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34f30d8a06a_2_2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34f30d8a06a_2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7" name="Google Shape;2497;g34f30d8a06a_2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34f30d8a06a_2_2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34f30d8a06a_2_2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Search (DFS)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87649" y="762375"/>
            <a:ext cx="5439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768050" y="1477125"/>
            <a:ext cx="60375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Given a graph G = (V, E), and a source vertex s, we want to visit all the vertices Є V exactly once!</a:t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We will discuss two graph traversal algorithms: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Breadth First Search (BFS) and Depth First Search (DFS)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766006" y="7387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Search (DFS)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766000" y="1500725"/>
            <a:ext cx="75753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Traverses the entire graph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depth-wise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without regard for which edge it takes next until it can not go any further at which point it backtracks and continues. 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Uses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Stack </a:t>
            </a: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for traversal.</a:t>
            </a:r>
            <a:endParaRPr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350" y="2386201"/>
            <a:ext cx="3848025" cy="21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1118950" y="2453775"/>
            <a:ext cx="3143700" cy="17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we start from source vertex s, 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can go to w, then to x, then to y,</a:t>
            </a:r>
            <a:b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u, then t. After that, we can backtrack from t to u, u to y, y to x, x to w and then to s. From s we can go deeper to r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then to v.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one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DFS sequence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will be,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s, w, x, y, u, t, r, v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2"/>
          <p:cNvCxnSpPr>
            <a:stCxn id="127" idx="2"/>
            <a:endCxn id="126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2"/>
          <p:cNvCxnSpPr>
            <a:stCxn id="126" idx="4"/>
            <a:endCxn id="12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2"/>
          <p:cNvCxnSpPr>
            <a:stCxn id="127" idx="6"/>
            <a:endCxn id="129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2"/>
          <p:cNvCxnSpPr>
            <a:stCxn id="129" idx="6"/>
            <a:endCxn id="132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2"/>
          <p:cNvCxnSpPr>
            <a:stCxn id="132" idx="4"/>
            <a:endCxn id="133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2"/>
          <p:cNvCxnSpPr>
            <a:stCxn id="129" idx="4"/>
            <a:endCxn id="131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2"/>
          <p:cNvCxnSpPr>
            <a:stCxn id="131" idx="6"/>
            <a:endCxn id="133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2"/>
          <p:cNvCxnSpPr>
            <a:stCxn id="131" idx="2"/>
            <a:endCxn id="13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2"/>
          <p:cNvCxnSpPr>
            <a:stCxn id="130" idx="0"/>
            <a:endCxn id="12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2"/>
          <p:cNvCxnSpPr>
            <a:stCxn id="127" idx="4"/>
            <a:endCxn id="130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2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721600" y="3839475"/>
            <a:ext cx="588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2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8" name="Google Shape;148;p2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9" name="Google Shape;149;p2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2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156" name="Google Shape;156;p22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7" name="Google Shape;157;p22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23"/>
          <p:cNvCxnSpPr>
            <a:stCxn id="164" idx="2"/>
            <a:endCxn id="163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3"/>
          <p:cNvCxnSpPr>
            <a:stCxn id="163" idx="4"/>
            <a:endCxn id="16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3"/>
          <p:cNvCxnSpPr>
            <a:stCxn id="164" idx="6"/>
            <a:endCxn id="166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3"/>
          <p:cNvCxnSpPr>
            <a:stCxn id="166" idx="6"/>
            <a:endCxn id="169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3"/>
          <p:cNvCxnSpPr>
            <a:stCxn id="169" idx="4"/>
            <a:endCxn id="170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3"/>
          <p:cNvCxnSpPr>
            <a:stCxn id="166" idx="4"/>
            <a:endCxn id="168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3"/>
          <p:cNvCxnSpPr>
            <a:stCxn id="168" idx="6"/>
            <a:endCxn id="17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3"/>
          <p:cNvCxnSpPr>
            <a:stCxn id="168" idx="2"/>
            <a:endCxn id="16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3"/>
          <p:cNvCxnSpPr>
            <a:stCxn id="167" idx="0"/>
            <a:endCxn id="166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3"/>
          <p:cNvCxnSpPr>
            <a:stCxn id="164" idx="4"/>
            <a:endCxn id="167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4" name="Google Shape;184;p2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5" name="Google Shape;185;p2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2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4" name="Google Shape;194;p2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4"/>
          <p:cNvCxnSpPr>
            <a:stCxn id="201" idx="2"/>
            <a:endCxn id="20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4"/>
          <p:cNvCxnSpPr>
            <a:stCxn id="200" idx="4"/>
            <a:endCxn id="20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4"/>
          <p:cNvCxnSpPr>
            <a:stCxn id="201" idx="6"/>
            <a:endCxn id="20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4"/>
          <p:cNvCxnSpPr>
            <a:stCxn id="203" idx="6"/>
            <a:endCxn id="20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4"/>
          <p:cNvCxnSpPr>
            <a:stCxn id="206" idx="4"/>
            <a:endCxn id="20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4"/>
          <p:cNvCxnSpPr>
            <a:stCxn id="203" idx="4"/>
            <a:endCxn id="20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4"/>
          <p:cNvCxnSpPr>
            <a:stCxn id="205" idx="6"/>
            <a:endCxn id="20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4"/>
          <p:cNvCxnSpPr>
            <a:stCxn id="205" idx="2"/>
            <a:endCxn id="20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4"/>
          <p:cNvCxnSpPr>
            <a:stCxn id="204" idx="0"/>
            <a:endCxn id="20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4"/>
          <p:cNvCxnSpPr>
            <a:stCxn id="201" idx="4"/>
            <a:endCxn id="20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1" name="Google Shape;221;p2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2" name="Google Shape;222;p2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" name="Google Shape;223;p2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" name="Google Shape;231;p2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24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4"/>
          <p:cNvCxnSpPr>
            <a:stCxn id="229" idx="4"/>
            <a:endCxn id="20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4"/>
          <p:cNvCxnSpPr>
            <a:stCxn id="229" idx="6"/>
            <a:endCxn id="203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5"/>
          <p:cNvCxnSpPr>
            <a:stCxn id="241" idx="2"/>
            <a:endCxn id="24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5"/>
          <p:cNvCxnSpPr>
            <a:stCxn id="240" idx="4"/>
            <a:endCxn id="24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5"/>
          <p:cNvCxnSpPr>
            <a:stCxn id="241" idx="6"/>
            <a:endCxn id="24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5"/>
          <p:cNvCxnSpPr>
            <a:stCxn id="243" idx="6"/>
            <a:endCxn id="24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5"/>
          <p:cNvCxnSpPr>
            <a:stCxn id="246" idx="4"/>
            <a:endCxn id="24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5"/>
          <p:cNvCxnSpPr>
            <a:stCxn id="243" idx="4"/>
            <a:endCxn id="24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5"/>
          <p:cNvCxnSpPr>
            <a:stCxn id="245" idx="6"/>
            <a:endCxn id="24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5"/>
          <p:cNvCxnSpPr>
            <a:stCxn id="245" idx="2"/>
            <a:endCxn id="24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5"/>
          <p:cNvCxnSpPr>
            <a:stCxn id="244" idx="0"/>
            <a:endCxn id="24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5"/>
          <p:cNvCxnSpPr>
            <a:stCxn id="241" idx="4"/>
            <a:endCxn id="24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2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61" name="Google Shape;261;p2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62" name="Google Shape;262;p2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3" name="Google Shape;263;p2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2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1" name="Google Shape;271;p2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26"/>
          <p:cNvCxnSpPr>
            <a:stCxn id="280" idx="2"/>
            <a:endCxn id="27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6"/>
          <p:cNvCxnSpPr>
            <a:stCxn id="279" idx="4"/>
            <a:endCxn id="28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6"/>
          <p:cNvCxnSpPr>
            <a:stCxn id="280" idx="6"/>
            <a:endCxn id="28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6"/>
          <p:cNvCxnSpPr>
            <a:stCxn id="282" idx="6"/>
            <a:endCxn id="28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6"/>
          <p:cNvCxnSpPr>
            <a:stCxn id="285" idx="4"/>
            <a:endCxn id="28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6"/>
          <p:cNvCxnSpPr>
            <a:stCxn id="282" idx="4"/>
            <a:endCxn id="28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6"/>
          <p:cNvCxnSpPr>
            <a:stCxn id="284" idx="6"/>
            <a:endCxn id="28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6"/>
          <p:cNvCxnSpPr>
            <a:stCxn id="284" idx="2"/>
            <a:endCxn id="28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6"/>
          <p:cNvCxnSpPr>
            <a:stCxn id="283" idx="0"/>
            <a:endCxn id="28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6"/>
          <p:cNvCxnSpPr>
            <a:stCxn id="280" idx="4"/>
            <a:endCxn id="28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2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0" name="Google Shape;300;p2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1" name="Google Shape;301;p2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2" name="Google Shape;302;p2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9" name="Google Shape;309;p2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0" name="Google Shape;310;p26"/>
          <p:cNvSpPr txBox="1"/>
          <p:nvPr/>
        </p:nvSpPr>
        <p:spPr>
          <a:xfrm>
            <a:off x="695250" y="4026700"/>
            <a:ext cx="791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/>
          </a:p>
        </p:txBody>
      </p:sp>
      <p:cxnSp>
        <p:nvCxnSpPr>
          <p:cNvPr id="311" name="Google Shape;311;p2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6"/>
          <p:cNvCxnSpPr>
            <a:stCxn id="312" idx="4"/>
            <a:endCxn id="28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27"/>
          <p:cNvCxnSpPr>
            <a:stCxn id="320" idx="2"/>
            <a:endCxn id="31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7"/>
          <p:cNvCxnSpPr>
            <a:stCxn id="319" idx="4"/>
            <a:endCxn id="32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7"/>
          <p:cNvCxnSpPr>
            <a:stCxn id="320" idx="6"/>
            <a:endCxn id="32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7"/>
          <p:cNvCxnSpPr>
            <a:stCxn id="322" idx="6"/>
            <a:endCxn id="32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7"/>
          <p:cNvCxnSpPr>
            <a:stCxn id="325" idx="4"/>
            <a:endCxn id="32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7"/>
          <p:cNvCxnSpPr>
            <a:stCxn id="322" idx="4"/>
            <a:endCxn id="32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7"/>
          <p:cNvCxnSpPr>
            <a:stCxn id="324" idx="6"/>
            <a:endCxn id="32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7"/>
          <p:cNvCxnSpPr>
            <a:stCxn id="324" idx="2"/>
            <a:endCxn id="32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7"/>
          <p:cNvCxnSpPr>
            <a:stCxn id="323" idx="0"/>
            <a:endCxn id="32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7"/>
          <p:cNvCxnSpPr>
            <a:stCxn id="320" idx="4"/>
            <a:endCxn id="32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2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" name="Google Shape;339;p27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0" name="Google Shape;340;p27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1" name="Google Shape;341;p27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2" name="Google Shape;342;p27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7" name="Google Shape;347;p27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9" name="Google Shape;349;p27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 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0" name="Google Shape;350;p27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7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2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7"/>
          <p:cNvCxnSpPr>
            <a:stCxn id="352" idx="4"/>
            <a:endCxn id="32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2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28"/>
          <p:cNvCxnSpPr>
            <a:stCxn id="361" idx="2"/>
            <a:endCxn id="36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8"/>
          <p:cNvCxnSpPr>
            <a:stCxn id="360" idx="4"/>
            <a:endCxn id="36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8"/>
          <p:cNvCxnSpPr>
            <a:stCxn id="361" idx="6"/>
            <a:endCxn id="36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8"/>
          <p:cNvCxnSpPr>
            <a:stCxn id="363" idx="6"/>
            <a:endCxn id="36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8"/>
          <p:cNvCxnSpPr>
            <a:stCxn id="366" idx="4"/>
            <a:endCxn id="36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8"/>
          <p:cNvCxnSpPr>
            <a:stCxn id="363" idx="4"/>
            <a:endCxn id="36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8"/>
          <p:cNvCxnSpPr>
            <a:stCxn id="365" idx="6"/>
            <a:endCxn id="36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8"/>
          <p:cNvCxnSpPr>
            <a:stCxn id="365" idx="2"/>
            <a:endCxn id="36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8"/>
          <p:cNvCxnSpPr>
            <a:stCxn id="364" idx="0"/>
            <a:endCxn id="36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8"/>
          <p:cNvCxnSpPr>
            <a:stCxn id="361" idx="4"/>
            <a:endCxn id="36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28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28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1" name="Google Shape;381;p28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2" name="Google Shape;382;p28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3" name="Google Shape;383;p28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28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1" name="Google Shape;391;p28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28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2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28"/>
          <p:cNvCxnSpPr>
            <a:stCxn id="393" idx="4"/>
            <a:endCxn id="36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2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28"/>
          <p:cNvCxnSpPr>
            <a:stCxn id="395" idx="2"/>
            <a:endCxn id="39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29"/>
          <p:cNvCxnSpPr>
            <a:stCxn id="403" idx="2"/>
            <a:endCxn id="40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9"/>
          <p:cNvCxnSpPr>
            <a:stCxn id="402" idx="4"/>
            <a:endCxn id="40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9"/>
          <p:cNvCxnSpPr>
            <a:stCxn id="403" idx="6"/>
            <a:endCxn id="40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9"/>
          <p:cNvCxnSpPr>
            <a:stCxn id="405" idx="6"/>
            <a:endCxn id="40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9"/>
          <p:cNvCxnSpPr>
            <a:stCxn id="408" idx="4"/>
            <a:endCxn id="40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9"/>
          <p:cNvCxnSpPr>
            <a:stCxn id="405" idx="4"/>
            <a:endCxn id="40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9"/>
          <p:cNvCxnSpPr>
            <a:stCxn id="407" idx="6"/>
            <a:endCxn id="40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9"/>
          <p:cNvCxnSpPr>
            <a:stCxn id="407" idx="2"/>
            <a:endCxn id="40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9"/>
          <p:cNvCxnSpPr>
            <a:stCxn id="406" idx="0"/>
            <a:endCxn id="40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9"/>
          <p:cNvCxnSpPr>
            <a:stCxn id="403" idx="4"/>
            <a:endCxn id="40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2" name="Google Shape;422;p29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3" name="Google Shape;423;p29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4" name="Google Shape;424;p29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5" name="Google Shape;425;p29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9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30" name="Google Shape;430;p29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2" name="Google Shape;432;p29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3" name="Google Shape;433;p29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29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2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29"/>
          <p:cNvCxnSpPr>
            <a:stCxn id="435" idx="4"/>
            <a:endCxn id="40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2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29"/>
          <p:cNvCxnSpPr>
            <a:stCxn id="437" idx="2"/>
            <a:endCxn id="43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9" name="Google Shape;439;p29"/>
          <p:cNvCxnSpPr>
            <a:stCxn id="435" idx="0"/>
            <a:endCxn id="43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445" name="Google Shape;445;p3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30"/>
          <p:cNvCxnSpPr>
            <a:stCxn id="446" idx="2"/>
            <a:endCxn id="44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0"/>
          <p:cNvCxnSpPr>
            <a:stCxn id="445" idx="4"/>
            <a:endCxn id="44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0"/>
          <p:cNvCxnSpPr>
            <a:stCxn id="446" idx="6"/>
            <a:endCxn id="44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0"/>
          <p:cNvCxnSpPr>
            <a:stCxn id="448" idx="6"/>
            <a:endCxn id="45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0"/>
          <p:cNvCxnSpPr>
            <a:stCxn id="451" idx="4"/>
            <a:endCxn id="45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0"/>
          <p:cNvCxnSpPr>
            <a:stCxn id="448" idx="4"/>
            <a:endCxn id="45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0"/>
          <p:cNvCxnSpPr>
            <a:stCxn id="450" idx="6"/>
            <a:endCxn id="45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0"/>
          <p:cNvCxnSpPr>
            <a:stCxn id="450" idx="2"/>
            <a:endCxn id="44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0"/>
          <p:cNvCxnSpPr>
            <a:stCxn id="449" idx="0"/>
            <a:endCxn id="44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0"/>
          <p:cNvCxnSpPr>
            <a:stCxn id="446" idx="4"/>
            <a:endCxn id="44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30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5" name="Google Shape;465;p30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6" name="Google Shape;466;p30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7" name="Google Shape;467;p30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8" name="Google Shape;468;p30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0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73" name="Google Shape;473;p30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5" name="Google Shape;475;p30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6" name="Google Shape;476;p30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30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3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30"/>
          <p:cNvCxnSpPr>
            <a:stCxn id="478" idx="4"/>
            <a:endCxn id="44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30"/>
          <p:cNvCxnSpPr>
            <a:stCxn id="480" idx="2"/>
            <a:endCxn id="47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2" name="Google Shape;482;p30"/>
          <p:cNvCxnSpPr>
            <a:stCxn id="478" idx="0"/>
            <a:endCxn id="47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3" name="Google Shape;483;p30"/>
          <p:cNvCxnSpPr>
            <a:stCxn id="474" idx="4"/>
            <a:endCxn id="44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0"/>
          <p:cNvCxnSpPr>
            <a:stCxn id="474" idx="6"/>
            <a:endCxn id="448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490" name="Google Shape;490;p3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31"/>
          <p:cNvCxnSpPr>
            <a:stCxn id="491" idx="2"/>
            <a:endCxn id="49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1"/>
          <p:cNvCxnSpPr>
            <a:stCxn id="490" idx="4"/>
            <a:endCxn id="49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1"/>
          <p:cNvCxnSpPr>
            <a:stCxn id="491" idx="6"/>
            <a:endCxn id="49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1"/>
          <p:cNvCxnSpPr>
            <a:stCxn id="493" idx="6"/>
            <a:endCxn id="49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1"/>
          <p:cNvCxnSpPr>
            <a:stCxn id="496" idx="4"/>
            <a:endCxn id="49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1"/>
          <p:cNvCxnSpPr>
            <a:stCxn id="493" idx="4"/>
            <a:endCxn id="49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1"/>
          <p:cNvCxnSpPr>
            <a:stCxn id="495" idx="6"/>
            <a:endCxn id="49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1"/>
          <p:cNvCxnSpPr>
            <a:stCxn id="495" idx="2"/>
            <a:endCxn id="49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1"/>
          <p:cNvCxnSpPr>
            <a:stCxn id="494" idx="0"/>
            <a:endCxn id="49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1"/>
          <p:cNvCxnSpPr>
            <a:stCxn id="491" idx="4"/>
            <a:endCxn id="49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1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" name="Google Shape;510;p31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1" name="Google Shape;511;p31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2" name="Google Shape;512;p31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3" name="Google Shape;513;p31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1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15" name="Google Shape;515;p31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18" name="Google Shape;518;p31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0" name="Google Shape;520;p31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1" name="Google Shape;521;p31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31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3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31"/>
          <p:cNvCxnSpPr>
            <a:stCxn id="523" idx="4"/>
            <a:endCxn id="49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31"/>
          <p:cNvCxnSpPr>
            <a:stCxn id="525" idx="2"/>
            <a:endCxn id="52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7" name="Google Shape;527;p31"/>
          <p:cNvCxnSpPr>
            <a:stCxn id="523" idx="0"/>
            <a:endCxn id="519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8" name="Google Shape;528;p31"/>
          <p:cNvCxnSpPr>
            <a:stCxn id="519" idx="4"/>
            <a:endCxn id="49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1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3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2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536" name="Google Shape;536;p3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32"/>
          <p:cNvCxnSpPr>
            <a:stCxn id="537" idx="2"/>
            <a:endCxn id="536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2"/>
          <p:cNvCxnSpPr>
            <a:stCxn id="536" idx="4"/>
            <a:endCxn id="53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2"/>
          <p:cNvCxnSpPr>
            <a:stCxn id="537" idx="6"/>
            <a:endCxn id="539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2"/>
          <p:cNvCxnSpPr>
            <a:stCxn id="539" idx="6"/>
            <a:endCxn id="542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2"/>
          <p:cNvCxnSpPr>
            <a:stCxn id="542" idx="4"/>
            <a:endCxn id="543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2"/>
          <p:cNvCxnSpPr>
            <a:stCxn id="539" idx="4"/>
            <a:endCxn id="541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2"/>
          <p:cNvCxnSpPr>
            <a:stCxn id="541" idx="6"/>
            <a:endCxn id="543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2"/>
          <p:cNvCxnSpPr>
            <a:stCxn id="541" idx="2"/>
            <a:endCxn id="54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2"/>
          <p:cNvCxnSpPr>
            <a:stCxn id="540" idx="0"/>
            <a:endCxn id="53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2"/>
          <p:cNvCxnSpPr>
            <a:stCxn id="537" idx="4"/>
            <a:endCxn id="540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32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2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6" name="Google Shape;556;p3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57" name="Google Shape;557;p3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58" name="Google Shape;558;p3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9" name="Google Shape;559;p3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61" name="Google Shape;561;p32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62" name="Google Shape;562;p3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4" name="Google Shape;564;p3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6" name="Google Shape;566;p32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7" name="Google Shape;567;p32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8" name="Google Shape;568;p32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3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32"/>
          <p:cNvCxnSpPr>
            <a:stCxn id="569" idx="4"/>
            <a:endCxn id="53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3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32"/>
          <p:cNvCxnSpPr>
            <a:stCxn id="571" idx="2"/>
            <a:endCxn id="569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3" name="Google Shape;573;p32"/>
          <p:cNvCxnSpPr>
            <a:stCxn id="569" idx="0"/>
            <a:endCxn id="565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4" name="Google Shape;574;p32"/>
          <p:cNvCxnSpPr>
            <a:stCxn id="565" idx="4"/>
            <a:endCxn id="540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32"/>
          <p:cNvCxnSpPr>
            <a:stCxn id="541" idx="2"/>
            <a:endCxn id="57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2"/>
          <p:cNvCxnSpPr>
            <a:stCxn id="576" idx="0"/>
            <a:endCxn id="53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33"/>
          <p:cNvCxnSpPr>
            <a:stCxn id="585" idx="2"/>
            <a:endCxn id="58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3"/>
          <p:cNvCxnSpPr>
            <a:stCxn id="584" idx="4"/>
            <a:endCxn id="5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3"/>
          <p:cNvCxnSpPr>
            <a:stCxn id="585" idx="6"/>
            <a:endCxn id="58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3"/>
          <p:cNvCxnSpPr>
            <a:stCxn id="587" idx="6"/>
            <a:endCxn id="59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3"/>
          <p:cNvCxnSpPr>
            <a:stCxn id="590" idx="4"/>
            <a:endCxn id="59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3"/>
          <p:cNvCxnSpPr>
            <a:stCxn id="587" idx="4"/>
            <a:endCxn id="58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3"/>
          <p:cNvCxnSpPr>
            <a:stCxn id="589" idx="6"/>
            <a:endCxn id="59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3"/>
          <p:cNvCxnSpPr>
            <a:stCxn id="589" idx="2"/>
            <a:endCxn id="58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3"/>
          <p:cNvCxnSpPr>
            <a:stCxn id="588" idx="0"/>
            <a:endCxn id="58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3"/>
          <p:cNvCxnSpPr>
            <a:stCxn id="585" idx="4"/>
            <a:endCxn id="58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3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05" name="Google Shape;605;p3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06" name="Google Shape;606;p3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7" name="Google Shape;607;p3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09" name="Google Shape;609;p3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10" name="Google Shape;610;p3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2" name="Google Shape;612;p3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3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5" name="Google Shape;615;p3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33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3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33"/>
          <p:cNvCxnSpPr>
            <a:stCxn id="617" idx="4"/>
            <a:endCxn id="5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3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33"/>
          <p:cNvCxnSpPr>
            <a:stCxn id="619" idx="2"/>
            <a:endCxn id="61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21" name="Google Shape;621;p33"/>
          <p:cNvCxnSpPr>
            <a:stCxn id="617" idx="0"/>
            <a:endCxn id="61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22" name="Google Shape;622;p33"/>
          <p:cNvCxnSpPr>
            <a:stCxn id="613" idx="4"/>
            <a:endCxn id="58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3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33"/>
          <p:cNvCxnSpPr>
            <a:stCxn id="589" idx="2"/>
            <a:endCxn id="62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3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632" name="Google Shape;632;p3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34"/>
          <p:cNvCxnSpPr>
            <a:stCxn id="633" idx="2"/>
            <a:endCxn id="63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34"/>
          <p:cNvCxnSpPr>
            <a:stCxn id="632" idx="4"/>
            <a:endCxn id="6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34"/>
          <p:cNvCxnSpPr>
            <a:stCxn id="633" idx="6"/>
            <a:endCxn id="63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4"/>
          <p:cNvCxnSpPr>
            <a:stCxn id="635" idx="6"/>
            <a:endCxn id="63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34"/>
          <p:cNvCxnSpPr>
            <a:stCxn id="638" idx="4"/>
            <a:endCxn id="63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4"/>
          <p:cNvCxnSpPr>
            <a:stCxn id="635" idx="4"/>
            <a:endCxn id="63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4"/>
          <p:cNvCxnSpPr>
            <a:stCxn id="637" idx="6"/>
            <a:endCxn id="63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4"/>
          <p:cNvCxnSpPr>
            <a:stCxn id="637" idx="2"/>
            <a:endCxn id="63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4"/>
          <p:cNvCxnSpPr>
            <a:stCxn id="636" idx="0"/>
            <a:endCxn id="63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4"/>
          <p:cNvCxnSpPr>
            <a:stCxn id="633" idx="4"/>
            <a:endCxn id="63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3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2" name="Google Shape;652;p3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3" name="Google Shape;653;p3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4" name="Google Shape;654;p3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5" name="Google Shape;655;p3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58" name="Google Shape;658;p3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0" name="Google Shape;660;p3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2" name="Google Shape;662;p3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3" name="Google Shape;663;p3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4" name="Google Shape;664;p34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3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6" name="Google Shape;666;p34"/>
          <p:cNvCxnSpPr>
            <a:stCxn id="665" idx="4"/>
            <a:endCxn id="6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8" name="Google Shape;668;p34"/>
          <p:cNvCxnSpPr>
            <a:stCxn id="667" idx="2"/>
            <a:endCxn id="66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9" name="Google Shape;669;p34"/>
          <p:cNvCxnSpPr>
            <a:stCxn id="665" idx="0"/>
            <a:endCxn id="66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0" name="Google Shape;670;p34"/>
          <p:cNvCxnSpPr>
            <a:stCxn id="661" idx="4"/>
            <a:endCxn id="63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4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3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34"/>
          <p:cNvCxnSpPr>
            <a:stCxn id="637" idx="2"/>
            <a:endCxn id="67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3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34"/>
          <p:cNvCxnSpPr/>
          <p:nvPr/>
        </p:nvCxnSpPr>
        <p:spPr>
          <a:xfrm>
            <a:off x="2473913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4"/>
          <p:cNvCxnSpPr>
            <a:stCxn id="674" idx="6"/>
            <a:endCxn id="63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0" name="Google Shape;690;p35"/>
          <p:cNvCxnSpPr>
            <a:stCxn id="683" idx="2"/>
            <a:endCxn id="68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35"/>
          <p:cNvCxnSpPr>
            <a:stCxn id="682" idx="4"/>
            <a:endCxn id="68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35"/>
          <p:cNvCxnSpPr>
            <a:stCxn id="683" idx="6"/>
            <a:endCxn id="68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5"/>
          <p:cNvCxnSpPr>
            <a:stCxn id="685" idx="6"/>
            <a:endCxn id="68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35"/>
          <p:cNvCxnSpPr>
            <a:stCxn id="688" idx="4"/>
            <a:endCxn id="68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35"/>
          <p:cNvCxnSpPr>
            <a:stCxn id="685" idx="4"/>
            <a:endCxn id="68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35"/>
          <p:cNvCxnSpPr>
            <a:stCxn id="687" idx="6"/>
            <a:endCxn id="68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35"/>
          <p:cNvCxnSpPr>
            <a:stCxn id="687" idx="2"/>
            <a:endCxn id="68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5"/>
          <p:cNvCxnSpPr>
            <a:stCxn id="686" idx="0"/>
            <a:endCxn id="68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5"/>
          <p:cNvCxnSpPr>
            <a:stCxn id="683" idx="4"/>
            <a:endCxn id="68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2" name="Google Shape;702;p3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3" name="Google Shape;703;p3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4" name="Google Shape;704;p3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5" name="Google Shape;705;p3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07" name="Google Shape;707;p3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08" name="Google Shape;708;p3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0" name="Google Shape;710;p3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2" name="Google Shape;712;p3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3" name="Google Shape;713;p3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Google Shape;714;p3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3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35"/>
          <p:cNvCxnSpPr>
            <a:stCxn id="715" idx="4"/>
            <a:endCxn id="68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3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35"/>
          <p:cNvCxnSpPr>
            <a:stCxn id="717" idx="2"/>
            <a:endCxn id="71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9" name="Google Shape;719;p35"/>
          <p:cNvCxnSpPr>
            <a:stCxn id="715" idx="0"/>
            <a:endCxn id="71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0" name="Google Shape;720;p35"/>
          <p:cNvCxnSpPr>
            <a:stCxn id="711" idx="4"/>
            <a:endCxn id="68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5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3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p35"/>
          <p:cNvCxnSpPr>
            <a:stCxn id="687" idx="2"/>
            <a:endCxn id="72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35"/>
          <p:cNvCxnSpPr>
            <a:stCxn id="724" idx="6"/>
            <a:endCxn id="68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5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32" name="Google Shape;732;p3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36"/>
          <p:cNvCxnSpPr>
            <a:stCxn id="733" idx="2"/>
            <a:endCxn id="73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36"/>
          <p:cNvCxnSpPr>
            <a:stCxn id="732" idx="4"/>
            <a:endCxn id="7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36"/>
          <p:cNvCxnSpPr>
            <a:stCxn id="733" idx="6"/>
            <a:endCxn id="73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36"/>
          <p:cNvCxnSpPr>
            <a:stCxn id="735" idx="6"/>
            <a:endCxn id="73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36"/>
          <p:cNvCxnSpPr>
            <a:stCxn id="738" idx="4"/>
            <a:endCxn id="73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36"/>
          <p:cNvCxnSpPr>
            <a:stCxn id="735" idx="4"/>
            <a:endCxn id="73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36"/>
          <p:cNvCxnSpPr>
            <a:stCxn id="737" idx="6"/>
            <a:endCxn id="73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36"/>
          <p:cNvCxnSpPr>
            <a:stCxn id="737" idx="2"/>
            <a:endCxn id="73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36"/>
          <p:cNvCxnSpPr>
            <a:stCxn id="736" idx="0"/>
            <a:endCxn id="73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36"/>
          <p:cNvCxnSpPr>
            <a:stCxn id="733" idx="4"/>
            <a:endCxn id="73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3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2" name="Google Shape;752;p3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3" name="Google Shape;753;p3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4" name="Google Shape;754;p3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55" name="Google Shape;755;p3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57" name="Google Shape;757;p3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58" name="Google Shape;758;p3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60" name="Google Shape;760;p3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61" name="Google Shape;761;p3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2" name="Google Shape;762;p3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3" name="Google Shape;763;p36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4" name="Google Shape;764;p3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3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6" name="Google Shape;766;p36"/>
          <p:cNvCxnSpPr>
            <a:stCxn id="765" idx="4"/>
            <a:endCxn id="7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3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8" name="Google Shape;768;p36"/>
          <p:cNvCxnSpPr>
            <a:stCxn id="767" idx="2"/>
            <a:endCxn id="76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69" name="Google Shape;769;p36"/>
          <p:cNvCxnSpPr>
            <a:stCxn id="765" idx="0"/>
            <a:endCxn id="76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0" name="Google Shape;770;p36"/>
          <p:cNvCxnSpPr>
            <a:stCxn id="761" idx="4"/>
            <a:endCxn id="73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36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3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36"/>
          <p:cNvCxnSpPr>
            <a:stCxn id="737" idx="2"/>
            <a:endCxn id="77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3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36"/>
          <p:cNvCxnSpPr>
            <a:stCxn id="774" idx="6"/>
            <a:endCxn id="73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36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36"/>
          <p:cNvCxnSpPr>
            <a:stCxn id="738" idx="4"/>
            <a:endCxn id="776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83" name="Google Shape;783;p3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7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7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7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" name="Google Shape;791;p37"/>
          <p:cNvCxnSpPr>
            <a:stCxn id="784" idx="2"/>
            <a:endCxn id="783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37"/>
          <p:cNvCxnSpPr>
            <a:stCxn id="783" idx="4"/>
            <a:endCxn id="78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37"/>
          <p:cNvCxnSpPr>
            <a:stCxn id="784" idx="6"/>
            <a:endCxn id="786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37"/>
          <p:cNvCxnSpPr>
            <a:stCxn id="786" idx="6"/>
            <a:endCxn id="789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7"/>
          <p:cNvCxnSpPr>
            <a:stCxn id="789" idx="4"/>
            <a:endCxn id="790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7"/>
          <p:cNvCxnSpPr>
            <a:stCxn id="786" idx="4"/>
            <a:endCxn id="788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37"/>
          <p:cNvCxnSpPr>
            <a:stCxn id="788" idx="6"/>
            <a:endCxn id="79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37"/>
          <p:cNvCxnSpPr>
            <a:stCxn id="788" idx="2"/>
            <a:endCxn id="78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37"/>
          <p:cNvCxnSpPr>
            <a:stCxn id="787" idx="0"/>
            <a:endCxn id="786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37"/>
          <p:cNvCxnSpPr>
            <a:stCxn id="784" idx="4"/>
            <a:endCxn id="787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3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7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3" name="Google Shape;803;p37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04" name="Google Shape;804;p37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05" name="Google Shape;805;p37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6" name="Google Shape;806;p37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7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08" name="Google Shape;808;p37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09" name="Google Shape;809;p37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7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11" name="Google Shape;811;p37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12" name="Google Shape;812;p37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3" name="Google Shape;813;p37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4" name="Google Shape;814;p37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5" name="Google Shape;815;p37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3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37"/>
          <p:cNvCxnSpPr>
            <a:stCxn id="816" idx="4"/>
            <a:endCxn id="78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3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37"/>
          <p:cNvCxnSpPr>
            <a:stCxn id="818" idx="2"/>
            <a:endCxn id="816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p37"/>
          <p:cNvCxnSpPr>
            <a:stCxn id="816" idx="0"/>
            <a:endCxn id="812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1" name="Google Shape;821;p37"/>
          <p:cNvCxnSpPr>
            <a:stCxn id="812" idx="4"/>
            <a:endCxn id="787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37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3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4" name="Google Shape;824;p37"/>
          <p:cNvCxnSpPr>
            <a:stCxn id="788" idx="2"/>
            <a:endCxn id="82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3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37"/>
          <p:cNvCxnSpPr>
            <a:stCxn id="825" idx="6"/>
            <a:endCxn id="79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37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8" name="Google Shape;828;p37"/>
          <p:cNvCxnSpPr>
            <a:stCxn id="789" idx="4"/>
            <a:endCxn id="827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37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8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835" name="Google Shape;835;p3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8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8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8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8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38"/>
          <p:cNvCxnSpPr>
            <a:stCxn id="836" idx="2"/>
            <a:endCxn id="83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38"/>
          <p:cNvCxnSpPr>
            <a:stCxn id="835" idx="4"/>
            <a:endCxn id="83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38"/>
          <p:cNvCxnSpPr>
            <a:stCxn id="836" idx="6"/>
            <a:endCxn id="83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38"/>
          <p:cNvCxnSpPr>
            <a:stCxn id="838" idx="6"/>
            <a:endCxn id="84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38"/>
          <p:cNvCxnSpPr>
            <a:stCxn id="841" idx="4"/>
            <a:endCxn id="84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38"/>
          <p:cNvCxnSpPr>
            <a:stCxn id="838" idx="4"/>
            <a:endCxn id="84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38"/>
          <p:cNvCxnSpPr>
            <a:stCxn id="840" idx="6"/>
            <a:endCxn id="84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38"/>
          <p:cNvCxnSpPr>
            <a:stCxn id="840" idx="2"/>
            <a:endCxn id="83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38"/>
          <p:cNvCxnSpPr>
            <a:stCxn id="839" idx="0"/>
            <a:endCxn id="83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38"/>
          <p:cNvCxnSpPr>
            <a:stCxn id="836" idx="4"/>
            <a:endCxn id="83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38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8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5" name="Google Shape;855;p38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56" name="Google Shape;856;p38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57" name="Google Shape;857;p38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8" name="Google Shape;858;p38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8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60" name="Google Shape;860;p38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61" name="Google Shape;861;p38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63" name="Google Shape;863;p38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64" name="Google Shape;864;p38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5" name="Google Shape;865;p38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6" name="Google Shape;866;p38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38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8" name="Google Shape;868;p3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38"/>
          <p:cNvCxnSpPr>
            <a:stCxn id="868" idx="4"/>
            <a:endCxn id="83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3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38"/>
          <p:cNvCxnSpPr>
            <a:stCxn id="870" idx="2"/>
            <a:endCxn id="86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2" name="Google Shape;872;p38"/>
          <p:cNvCxnSpPr>
            <a:stCxn id="868" idx="0"/>
            <a:endCxn id="86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3" name="Google Shape;873;p38"/>
          <p:cNvCxnSpPr>
            <a:stCxn id="864" idx="4"/>
            <a:endCxn id="83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38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3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38"/>
          <p:cNvCxnSpPr>
            <a:stCxn id="840" idx="2"/>
            <a:endCxn id="875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7" name="Google Shape;877;p3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38"/>
          <p:cNvCxnSpPr>
            <a:stCxn id="877" idx="6"/>
            <a:endCxn id="84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38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0" name="Google Shape;880;p38"/>
          <p:cNvCxnSpPr>
            <a:stCxn id="841" idx="4"/>
            <a:endCxn id="879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38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2" name="Google Shape;882;p38"/>
          <p:cNvCxnSpPr>
            <a:stCxn id="838" idx="6"/>
            <a:endCxn id="881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9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888" name="Google Shape;888;p3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9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9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9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6" name="Google Shape;896;p39"/>
          <p:cNvCxnSpPr>
            <a:stCxn id="889" idx="2"/>
            <a:endCxn id="888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39"/>
          <p:cNvCxnSpPr>
            <a:stCxn id="888" idx="4"/>
            <a:endCxn id="890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39"/>
          <p:cNvCxnSpPr>
            <a:stCxn id="889" idx="6"/>
            <a:endCxn id="891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39"/>
          <p:cNvCxnSpPr>
            <a:stCxn id="891" idx="6"/>
            <a:endCxn id="894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39"/>
          <p:cNvCxnSpPr>
            <a:stCxn id="894" idx="4"/>
            <a:endCxn id="895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39"/>
          <p:cNvCxnSpPr>
            <a:stCxn id="891" idx="4"/>
            <a:endCxn id="893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39"/>
          <p:cNvCxnSpPr>
            <a:stCxn id="893" idx="6"/>
            <a:endCxn id="895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39"/>
          <p:cNvCxnSpPr>
            <a:stCxn id="893" idx="2"/>
            <a:endCxn id="89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39"/>
          <p:cNvCxnSpPr>
            <a:stCxn id="892" idx="0"/>
            <a:endCxn id="891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39"/>
          <p:cNvCxnSpPr>
            <a:stCxn id="889" idx="4"/>
            <a:endCxn id="892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9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9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8" name="Google Shape;908;p39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09" name="Google Shape;909;p39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10" name="Google Shape;910;p39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11" name="Google Shape;911;p39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13" name="Google Shape;913;p39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14" name="Google Shape;914;p39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9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16" name="Google Shape;916;p39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8" name="Google Shape;918;p39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19" name="Google Shape;919;p39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p39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3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2" name="Google Shape;922;p39"/>
          <p:cNvCxnSpPr>
            <a:stCxn id="921" idx="4"/>
            <a:endCxn id="890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" name="Google Shape;923;p3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39"/>
          <p:cNvCxnSpPr>
            <a:stCxn id="923" idx="2"/>
            <a:endCxn id="921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39"/>
          <p:cNvCxnSpPr>
            <a:stCxn id="921" idx="0"/>
            <a:endCxn id="917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39"/>
          <p:cNvCxnSpPr>
            <a:stCxn id="917" idx="4"/>
            <a:endCxn id="892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39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3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39"/>
          <p:cNvCxnSpPr>
            <a:stCxn id="893" idx="2"/>
            <a:endCxn id="92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3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39"/>
          <p:cNvCxnSpPr>
            <a:stCxn id="930" idx="6"/>
            <a:endCxn id="895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39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39"/>
          <p:cNvCxnSpPr>
            <a:stCxn id="894" idx="4"/>
            <a:endCxn id="932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39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5" name="Google Shape;935;p39"/>
          <p:cNvCxnSpPr>
            <a:stCxn id="891" idx="6"/>
            <a:endCxn id="934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39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0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942" name="Google Shape;942;p4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0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0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40"/>
          <p:cNvCxnSpPr>
            <a:stCxn id="943" idx="2"/>
            <a:endCxn id="94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40"/>
          <p:cNvCxnSpPr>
            <a:stCxn id="942" idx="4"/>
            <a:endCxn id="94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40"/>
          <p:cNvCxnSpPr>
            <a:stCxn id="943" idx="6"/>
            <a:endCxn id="94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40"/>
          <p:cNvCxnSpPr>
            <a:stCxn id="945" idx="6"/>
            <a:endCxn id="94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40"/>
          <p:cNvCxnSpPr>
            <a:stCxn id="948" idx="4"/>
            <a:endCxn id="94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40"/>
          <p:cNvCxnSpPr>
            <a:stCxn id="945" idx="4"/>
            <a:endCxn id="94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40"/>
          <p:cNvCxnSpPr>
            <a:stCxn id="947" idx="6"/>
            <a:endCxn id="94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40"/>
          <p:cNvCxnSpPr>
            <a:stCxn id="947" idx="2"/>
            <a:endCxn id="94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0"/>
          <p:cNvCxnSpPr>
            <a:stCxn id="946" idx="0"/>
            <a:endCxn id="94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40"/>
          <p:cNvCxnSpPr>
            <a:stCxn id="943" idx="4"/>
            <a:endCxn id="94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40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0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2" name="Google Shape;962;p40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63" name="Google Shape;963;p40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64" name="Google Shape;964;p40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5" name="Google Shape;965;p40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0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67" name="Google Shape;967;p40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68" name="Google Shape;968;p40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0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70" name="Google Shape;970;p40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2" name="Google Shape;972;p40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3" name="Google Shape;973;p40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4" name="Google Shape;974;p40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4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6" name="Google Shape;976;p40"/>
          <p:cNvCxnSpPr>
            <a:stCxn id="975" idx="4"/>
            <a:endCxn id="94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4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8" name="Google Shape;978;p40"/>
          <p:cNvCxnSpPr>
            <a:stCxn id="977" idx="2"/>
            <a:endCxn id="97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79" name="Google Shape;979;p40"/>
          <p:cNvCxnSpPr>
            <a:stCxn id="975" idx="0"/>
            <a:endCxn id="97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40"/>
          <p:cNvCxnSpPr>
            <a:stCxn id="971" idx="4"/>
            <a:endCxn id="94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40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4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3" name="Google Shape;983;p40"/>
          <p:cNvCxnSpPr>
            <a:stCxn id="947" idx="2"/>
            <a:endCxn id="98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4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5" name="Google Shape;985;p40"/>
          <p:cNvCxnSpPr>
            <a:stCxn id="984" idx="6"/>
            <a:endCxn id="94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6" name="Google Shape;986;p40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7" name="Google Shape;987;p40"/>
          <p:cNvCxnSpPr>
            <a:stCxn id="948" idx="4"/>
            <a:endCxn id="986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40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9" name="Google Shape;989;p40"/>
          <p:cNvCxnSpPr>
            <a:stCxn id="945" idx="6"/>
            <a:endCxn id="988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4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40"/>
          <p:cNvCxnSpPr>
            <a:stCxn id="971" idx="6"/>
            <a:endCxn id="990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40"/>
          <p:cNvCxnSpPr>
            <a:stCxn id="982" idx="0"/>
            <a:endCxn id="990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40"/>
          <p:cNvCxnSpPr>
            <a:stCxn id="990" idx="4"/>
            <a:endCxn id="98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1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999" name="Google Shape;999;p4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1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1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41"/>
          <p:cNvCxnSpPr>
            <a:stCxn id="1000" idx="2"/>
            <a:endCxn id="99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41"/>
          <p:cNvCxnSpPr>
            <a:stCxn id="999" idx="4"/>
            <a:endCxn id="100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41"/>
          <p:cNvCxnSpPr>
            <a:stCxn id="1000" idx="6"/>
            <a:endCxn id="100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41"/>
          <p:cNvCxnSpPr>
            <a:stCxn id="1002" idx="6"/>
            <a:endCxn id="100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41"/>
          <p:cNvCxnSpPr>
            <a:stCxn id="1005" idx="4"/>
            <a:endCxn id="100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1"/>
          <p:cNvCxnSpPr>
            <a:stCxn id="1002" idx="4"/>
            <a:endCxn id="100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41"/>
          <p:cNvCxnSpPr>
            <a:stCxn id="1004" idx="6"/>
            <a:endCxn id="100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41"/>
          <p:cNvCxnSpPr>
            <a:stCxn id="1004" idx="2"/>
            <a:endCxn id="100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41"/>
          <p:cNvCxnSpPr>
            <a:stCxn id="1003" idx="0"/>
            <a:endCxn id="100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1"/>
          <p:cNvCxnSpPr>
            <a:stCxn id="1000" idx="4"/>
            <a:endCxn id="100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41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1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9" name="Google Shape;1019;p41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0" name="Google Shape;1020;p41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1" name="Google Shape;1021;p41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2" name="Google Shape;1022;p41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1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24" name="Google Shape;1024;p41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25" name="Google Shape;1025;p41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1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27" name="Google Shape;1027;p41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28" name="Google Shape;1028;p41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9" name="Google Shape;1029;p41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0" name="Google Shape;1030;p41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41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4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3" name="Google Shape;1033;p41"/>
          <p:cNvCxnSpPr>
            <a:stCxn id="1032" idx="4"/>
            <a:endCxn id="100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4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41"/>
          <p:cNvCxnSpPr>
            <a:stCxn id="1034" idx="2"/>
            <a:endCxn id="1032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36" name="Google Shape;1036;p41"/>
          <p:cNvCxnSpPr>
            <a:stCxn id="1032" idx="0"/>
            <a:endCxn id="1028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37" name="Google Shape;1037;p41"/>
          <p:cNvCxnSpPr>
            <a:stCxn id="1028" idx="4"/>
            <a:endCxn id="1003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41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4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0" name="Google Shape;1040;p41"/>
          <p:cNvCxnSpPr>
            <a:stCxn id="1004" idx="2"/>
            <a:endCxn id="103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4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2" name="Google Shape;1042;p41"/>
          <p:cNvCxnSpPr>
            <a:stCxn id="1041" idx="6"/>
            <a:endCxn id="100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41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41"/>
          <p:cNvCxnSpPr>
            <a:stCxn id="1005" idx="4"/>
            <a:endCxn id="1043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41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41"/>
          <p:cNvCxnSpPr>
            <a:stCxn id="1002" idx="6"/>
            <a:endCxn id="1045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4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8" name="Google Shape;1048;p41"/>
          <p:cNvCxnSpPr>
            <a:stCxn id="1047" idx="0"/>
            <a:endCxn id="1045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2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054" name="Google Shape;1054;p4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2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2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2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2" name="Google Shape;1062;p42"/>
          <p:cNvCxnSpPr>
            <a:stCxn id="1055" idx="2"/>
            <a:endCxn id="105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42"/>
          <p:cNvCxnSpPr>
            <a:stCxn id="1054" idx="4"/>
            <a:endCxn id="105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42"/>
          <p:cNvCxnSpPr>
            <a:stCxn id="1055" idx="6"/>
            <a:endCxn id="105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42"/>
          <p:cNvCxnSpPr>
            <a:stCxn id="1057" idx="6"/>
            <a:endCxn id="106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42"/>
          <p:cNvCxnSpPr>
            <a:stCxn id="1060" idx="4"/>
            <a:endCxn id="106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42"/>
          <p:cNvCxnSpPr>
            <a:stCxn id="1057" idx="4"/>
            <a:endCxn id="105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42"/>
          <p:cNvCxnSpPr>
            <a:stCxn id="1059" idx="6"/>
            <a:endCxn id="106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42"/>
          <p:cNvCxnSpPr>
            <a:stCxn id="1059" idx="2"/>
            <a:endCxn id="105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42"/>
          <p:cNvCxnSpPr>
            <a:stCxn id="1058" idx="0"/>
            <a:endCxn id="105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42"/>
          <p:cNvCxnSpPr>
            <a:stCxn id="1055" idx="4"/>
            <a:endCxn id="105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42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2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4" name="Google Shape;1074;p4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75" name="Google Shape;1075;p4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76" name="Google Shape;1076;p4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7" name="Google Shape;1077;p4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79" name="Google Shape;1079;p42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80" name="Google Shape;1080;p4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82" name="Google Shape;1082;p4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83" name="Google Shape;1083;p42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4" name="Google Shape;1084;p42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5" name="Google Shape;1085;p42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6" name="Google Shape;1086;p42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4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8" name="Google Shape;1088;p42"/>
          <p:cNvCxnSpPr>
            <a:stCxn id="1087" idx="4"/>
            <a:endCxn id="105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4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0" name="Google Shape;1090;p42"/>
          <p:cNvCxnSpPr>
            <a:stCxn id="1089" idx="2"/>
            <a:endCxn id="108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1" name="Google Shape;1091;p42"/>
          <p:cNvCxnSpPr>
            <a:stCxn id="1087" idx="0"/>
            <a:endCxn id="108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2" name="Google Shape;1092;p42"/>
          <p:cNvCxnSpPr>
            <a:stCxn id="1083" idx="4"/>
            <a:endCxn id="105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42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4" name="Google Shape;1094;p4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42"/>
          <p:cNvCxnSpPr>
            <a:stCxn id="1059" idx="2"/>
            <a:endCxn id="109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" name="Google Shape;1096;p4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7" name="Google Shape;1097;p42"/>
          <p:cNvCxnSpPr>
            <a:stCxn id="1096" idx="6"/>
            <a:endCxn id="106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42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9" name="Google Shape;1099;p42"/>
          <p:cNvCxnSpPr>
            <a:stCxn id="1060" idx="4"/>
            <a:endCxn id="1098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42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1" name="Google Shape;1101;p42"/>
          <p:cNvCxnSpPr>
            <a:stCxn id="1057" idx="6"/>
            <a:endCxn id="1100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4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3" name="Google Shape;1103;p42"/>
          <p:cNvCxnSpPr>
            <a:stCxn id="1102" idx="0"/>
            <a:endCxn id="1100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4" name="Google Shape;1104;p42"/>
          <p:cNvCxnSpPr>
            <a:stCxn id="1100" idx="6"/>
            <a:endCxn id="1098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110" name="Google Shape;1110;p4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8" name="Google Shape;1118;p43"/>
          <p:cNvCxnSpPr>
            <a:stCxn id="1111" idx="2"/>
            <a:endCxn id="111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43"/>
          <p:cNvCxnSpPr>
            <a:stCxn id="1110" idx="4"/>
            <a:endCxn id="111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43"/>
          <p:cNvCxnSpPr>
            <a:stCxn id="1111" idx="6"/>
            <a:endCxn id="111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43"/>
          <p:cNvCxnSpPr>
            <a:stCxn id="1113" idx="6"/>
            <a:endCxn id="111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43"/>
          <p:cNvCxnSpPr>
            <a:stCxn id="1116" idx="4"/>
            <a:endCxn id="111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43"/>
          <p:cNvCxnSpPr>
            <a:stCxn id="1113" idx="4"/>
            <a:endCxn id="111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43"/>
          <p:cNvCxnSpPr>
            <a:stCxn id="1115" idx="6"/>
            <a:endCxn id="111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3"/>
          <p:cNvCxnSpPr>
            <a:stCxn id="1115" idx="2"/>
            <a:endCxn id="111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3"/>
          <p:cNvCxnSpPr>
            <a:stCxn id="1114" idx="0"/>
            <a:endCxn id="111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43"/>
          <p:cNvCxnSpPr>
            <a:stCxn id="1111" idx="4"/>
            <a:endCxn id="111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4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0" name="Google Shape;1130;p4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1" name="Google Shape;1131;p4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2" name="Google Shape;1132;p4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3" name="Google Shape;1133;p4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35" name="Google Shape;1135;p4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36" name="Google Shape;1136;p4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38" name="Google Shape;1138;p4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39" name="Google Shape;1139;p43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0" name="Google Shape;1140;p4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1" name="Google Shape;1141;p4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2" name="Google Shape;1142;p43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4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4" name="Google Shape;1144;p43"/>
          <p:cNvCxnSpPr>
            <a:stCxn id="1143" idx="4"/>
            <a:endCxn id="111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4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6" name="Google Shape;1146;p43"/>
          <p:cNvCxnSpPr>
            <a:stCxn id="1145" idx="2"/>
            <a:endCxn id="114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7" name="Google Shape;1147;p43"/>
          <p:cNvCxnSpPr>
            <a:stCxn id="1143" idx="0"/>
            <a:endCxn id="1139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8" name="Google Shape;1148;p43"/>
          <p:cNvCxnSpPr>
            <a:stCxn id="1139" idx="4"/>
            <a:endCxn id="111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43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0" name="Google Shape;1150;p4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1" name="Google Shape;1151;p43"/>
          <p:cNvCxnSpPr>
            <a:stCxn id="1115" idx="2"/>
            <a:endCxn id="115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4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3" name="Google Shape;1153;p43"/>
          <p:cNvCxnSpPr>
            <a:stCxn id="1152" idx="6"/>
            <a:endCxn id="111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43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5" name="Google Shape;1155;p43"/>
          <p:cNvCxnSpPr>
            <a:stCxn id="1116" idx="4"/>
            <a:endCxn id="1154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43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7" name="Google Shape;1157;p43"/>
          <p:cNvCxnSpPr>
            <a:stCxn id="1113" idx="6"/>
            <a:endCxn id="1156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8" name="Google Shape;1158;p4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9" name="Google Shape;1159;p43"/>
          <p:cNvCxnSpPr>
            <a:stCxn id="1158" idx="0"/>
            <a:endCxn id="1156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0" name="Google Shape;1160;p43"/>
          <p:cNvCxnSpPr>
            <a:stCxn id="1156" idx="6"/>
            <a:endCxn id="1154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1" name="Google Shape;1161;p43"/>
          <p:cNvCxnSpPr>
            <a:stCxn id="1154" idx="4"/>
            <a:endCxn id="1152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167" name="Google Shape;1167;p4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5" name="Google Shape;1175;p44"/>
          <p:cNvCxnSpPr>
            <a:stCxn id="1168" idx="2"/>
            <a:endCxn id="1167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44"/>
          <p:cNvCxnSpPr>
            <a:stCxn id="1167" idx="4"/>
            <a:endCxn id="1169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44"/>
          <p:cNvCxnSpPr>
            <a:stCxn id="1168" idx="6"/>
            <a:endCxn id="1170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44"/>
          <p:cNvCxnSpPr>
            <a:stCxn id="1170" idx="6"/>
            <a:endCxn id="1173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44"/>
          <p:cNvCxnSpPr>
            <a:stCxn id="1173" idx="4"/>
            <a:endCxn id="1174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44"/>
          <p:cNvCxnSpPr>
            <a:stCxn id="1170" idx="4"/>
            <a:endCxn id="1172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44"/>
          <p:cNvCxnSpPr>
            <a:stCxn id="1172" idx="6"/>
            <a:endCxn id="1174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44"/>
          <p:cNvCxnSpPr>
            <a:stCxn id="1172" idx="2"/>
            <a:endCxn id="1171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44"/>
          <p:cNvCxnSpPr>
            <a:stCxn id="1171" idx="0"/>
            <a:endCxn id="1170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44"/>
          <p:cNvCxnSpPr>
            <a:stCxn id="1168" idx="4"/>
            <a:endCxn id="1171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4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7" name="Google Shape;1187;p4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8" name="Google Shape;1188;p4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9" name="Google Shape;1189;p4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0" name="Google Shape;1190;p4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92" name="Google Shape;1192;p4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93" name="Google Shape;1193;p4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5" name="Google Shape;1195;p4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6" name="Google Shape;1196;p4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7" name="Google Shape;1197;p4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8" name="Google Shape;1198;p4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44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0" name="Google Shape;1200;p4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1" name="Google Shape;1201;p44"/>
          <p:cNvCxnSpPr>
            <a:stCxn id="1200" idx="4"/>
            <a:endCxn id="1169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4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3" name="Google Shape;1203;p44"/>
          <p:cNvCxnSpPr>
            <a:stCxn id="1202" idx="2"/>
            <a:endCxn id="1200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4" name="Google Shape;1204;p44"/>
          <p:cNvCxnSpPr>
            <a:stCxn id="1200" idx="0"/>
            <a:endCxn id="1196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5" name="Google Shape;1205;p44"/>
          <p:cNvCxnSpPr>
            <a:stCxn id="1196" idx="4"/>
            <a:endCxn id="1171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44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7" name="Google Shape;1207;p4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44"/>
          <p:cNvCxnSpPr>
            <a:stCxn id="1172" idx="2"/>
            <a:endCxn id="120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4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0" name="Google Shape;1210;p44"/>
          <p:cNvCxnSpPr>
            <a:stCxn id="1209" idx="6"/>
            <a:endCxn id="1174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44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2" name="Google Shape;1212;p44"/>
          <p:cNvCxnSpPr>
            <a:stCxn id="1173" idx="4"/>
            <a:endCxn id="1211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44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4" name="Google Shape;1214;p44"/>
          <p:cNvCxnSpPr>
            <a:stCxn id="1170" idx="6"/>
            <a:endCxn id="1213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4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6" name="Google Shape;1216;p44"/>
          <p:cNvCxnSpPr>
            <a:stCxn id="1215" idx="0"/>
            <a:endCxn id="1213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7" name="Google Shape;1217;p44"/>
          <p:cNvCxnSpPr>
            <a:stCxn id="1213" idx="6"/>
            <a:endCxn id="1211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8" name="Google Shape;1218;p44"/>
          <p:cNvCxnSpPr>
            <a:stCxn id="1211" idx="4"/>
            <a:endCxn id="1209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9" name="Google Shape;1219;p44"/>
          <p:cNvCxnSpPr>
            <a:stCxn id="1209" idx="4"/>
            <a:endCxn id="1207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225" name="Google Shape;1225;p4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3" name="Google Shape;1233;p45"/>
          <p:cNvCxnSpPr>
            <a:stCxn id="1226" idx="2"/>
            <a:endCxn id="122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45"/>
          <p:cNvCxnSpPr>
            <a:stCxn id="1225" idx="4"/>
            <a:endCxn id="122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45"/>
          <p:cNvCxnSpPr>
            <a:stCxn id="1226" idx="6"/>
            <a:endCxn id="122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45"/>
          <p:cNvCxnSpPr>
            <a:stCxn id="1228" idx="6"/>
            <a:endCxn id="123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45"/>
          <p:cNvCxnSpPr>
            <a:stCxn id="1231" idx="4"/>
            <a:endCxn id="123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45"/>
          <p:cNvCxnSpPr>
            <a:stCxn id="1228" idx="4"/>
            <a:endCxn id="123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45"/>
          <p:cNvCxnSpPr>
            <a:stCxn id="1230" idx="6"/>
            <a:endCxn id="123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0" name="Google Shape;1240;p45"/>
          <p:cNvCxnSpPr>
            <a:stCxn id="1230" idx="2"/>
            <a:endCxn id="122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45"/>
          <p:cNvCxnSpPr>
            <a:stCxn id="1229" idx="0"/>
            <a:endCxn id="122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2" name="Google Shape;1242;p45"/>
          <p:cNvCxnSpPr>
            <a:stCxn id="1226" idx="4"/>
            <a:endCxn id="122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3" name="Google Shape;1243;p4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5" name="Google Shape;1245;p4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46" name="Google Shape;1246;p4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47" name="Google Shape;1247;p4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8" name="Google Shape;1248;p4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4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50" name="Google Shape;1250;p4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51" name="Google Shape;1251;p4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53" name="Google Shape;1253;p4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54" name="Google Shape;1254;p4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5" name="Google Shape;1255;p4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6" name="Google Shape;1256;p4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7" name="Google Shape;1257;p4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4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9" name="Google Shape;1259;p45"/>
          <p:cNvCxnSpPr>
            <a:stCxn id="1258" idx="4"/>
            <a:endCxn id="122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4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1" name="Google Shape;1261;p45"/>
          <p:cNvCxnSpPr>
            <a:stCxn id="1260" idx="2"/>
            <a:endCxn id="125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62" name="Google Shape;1262;p45"/>
          <p:cNvCxnSpPr>
            <a:stCxn id="1258" idx="0"/>
            <a:endCxn id="125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63" name="Google Shape;1263;p45"/>
          <p:cNvCxnSpPr>
            <a:stCxn id="1254" idx="4"/>
            <a:endCxn id="122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45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p4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6" name="Google Shape;1266;p45"/>
          <p:cNvCxnSpPr>
            <a:stCxn id="1230" idx="2"/>
            <a:endCxn id="1265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4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8" name="Google Shape;1268;p45"/>
          <p:cNvCxnSpPr>
            <a:stCxn id="1267" idx="6"/>
            <a:endCxn id="123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9" name="Google Shape;1269;p45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0" name="Google Shape;1270;p45"/>
          <p:cNvCxnSpPr>
            <a:stCxn id="1231" idx="4"/>
            <a:endCxn id="1269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45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2" name="Google Shape;1272;p45"/>
          <p:cNvCxnSpPr>
            <a:stCxn id="1228" idx="6"/>
            <a:endCxn id="1271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4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4" name="Google Shape;1274;p45"/>
          <p:cNvCxnSpPr>
            <a:stCxn id="1273" idx="0"/>
            <a:endCxn id="1271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75" name="Google Shape;1275;p45"/>
          <p:cNvCxnSpPr>
            <a:stCxn id="1271" idx="6"/>
            <a:endCxn id="1269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76" name="Google Shape;1276;p45"/>
          <p:cNvCxnSpPr>
            <a:stCxn id="1269" idx="4"/>
            <a:endCxn id="1267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45"/>
          <p:cNvCxnSpPr>
            <a:stCxn id="1267" idx="4"/>
            <a:endCxn id="1265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78" name="Google Shape;1278;p45"/>
          <p:cNvCxnSpPr>
            <a:stCxn id="1265" idx="2"/>
            <a:endCxn id="1254" idx="2"/>
          </p:cNvCxnSpPr>
          <p:nvPr/>
        </p:nvCxnSpPr>
        <p:spPr>
          <a:xfrm flipH="1" rot="10800000">
            <a:off x="148680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4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284" name="Google Shape;1284;p4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4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4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2" name="Google Shape;1292;p46"/>
          <p:cNvCxnSpPr>
            <a:stCxn id="1285" idx="2"/>
            <a:endCxn id="128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46"/>
          <p:cNvCxnSpPr>
            <a:stCxn id="1284" idx="4"/>
            <a:endCxn id="12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46"/>
          <p:cNvCxnSpPr>
            <a:stCxn id="1285" idx="6"/>
            <a:endCxn id="128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46"/>
          <p:cNvCxnSpPr>
            <a:stCxn id="1287" idx="6"/>
            <a:endCxn id="129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46"/>
          <p:cNvCxnSpPr>
            <a:stCxn id="1290" idx="4"/>
            <a:endCxn id="129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46"/>
          <p:cNvCxnSpPr>
            <a:stCxn id="1287" idx="4"/>
            <a:endCxn id="128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46"/>
          <p:cNvCxnSpPr>
            <a:stCxn id="1289" idx="6"/>
            <a:endCxn id="129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46"/>
          <p:cNvCxnSpPr>
            <a:stCxn id="1289" idx="2"/>
            <a:endCxn id="128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46"/>
          <p:cNvCxnSpPr>
            <a:stCxn id="1288" idx="0"/>
            <a:endCxn id="128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46"/>
          <p:cNvCxnSpPr>
            <a:stCxn id="1285" idx="4"/>
            <a:endCxn id="128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4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4" name="Google Shape;1304;p4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05" name="Google Shape;1305;p4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06" name="Google Shape;1306;p4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7" name="Google Shape;1307;p4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4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09" name="Google Shape;1309;p4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10" name="Google Shape;1310;p4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3" name="Google Shape;1313;p4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4" name="Google Shape;1314;p4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5" name="Google Shape;1315;p46"/>
          <p:cNvSpPr txBox="1"/>
          <p:nvPr/>
        </p:nvSpPr>
        <p:spPr>
          <a:xfrm>
            <a:off x="630100" y="39654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4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4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8" name="Google Shape;1318;p46"/>
          <p:cNvCxnSpPr>
            <a:stCxn id="1317" idx="4"/>
            <a:endCxn id="12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9" name="Google Shape;1319;p4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0" name="Google Shape;1320;p46"/>
          <p:cNvCxnSpPr>
            <a:stCxn id="1319" idx="2"/>
            <a:endCxn id="131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21" name="Google Shape;1321;p46"/>
          <p:cNvCxnSpPr>
            <a:stCxn id="1317" idx="0"/>
            <a:endCxn id="131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22" name="Google Shape;1322;p46"/>
          <p:cNvCxnSpPr>
            <a:stCxn id="1313" idx="4"/>
            <a:endCxn id="128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46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4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5" name="Google Shape;1325;p46"/>
          <p:cNvCxnSpPr>
            <a:stCxn id="1289" idx="2"/>
            <a:endCxn id="132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4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46"/>
          <p:cNvCxnSpPr>
            <a:stCxn id="1326" idx="6"/>
            <a:endCxn id="129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46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9" name="Google Shape;1329;p46"/>
          <p:cNvCxnSpPr>
            <a:stCxn id="1290" idx="4"/>
            <a:endCxn id="1328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46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1" name="Google Shape;1331;p46"/>
          <p:cNvCxnSpPr>
            <a:stCxn id="1287" idx="6"/>
            <a:endCxn id="1330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2" name="Google Shape;1332;p4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3" name="Google Shape;1333;p46"/>
          <p:cNvCxnSpPr>
            <a:stCxn id="1332" idx="0"/>
            <a:endCxn id="1330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34" name="Google Shape;1334;p46"/>
          <p:cNvCxnSpPr>
            <a:stCxn id="1330" idx="6"/>
            <a:endCxn id="1328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35" name="Google Shape;1335;p46"/>
          <p:cNvCxnSpPr>
            <a:stCxn id="1328" idx="4"/>
            <a:endCxn id="1326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36" name="Google Shape;1336;p46"/>
          <p:cNvCxnSpPr>
            <a:stCxn id="1326" idx="4"/>
            <a:endCxn id="1324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37" name="Google Shape;1337;p46"/>
          <p:cNvCxnSpPr>
            <a:stCxn id="1324" idx="2"/>
            <a:endCxn id="1313" idx="2"/>
          </p:cNvCxnSpPr>
          <p:nvPr/>
        </p:nvCxnSpPr>
        <p:spPr>
          <a:xfrm flipH="1" rot="10800000">
            <a:off x="148680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38" name="Google Shape;1338;p46"/>
          <p:cNvSpPr txBox="1"/>
          <p:nvPr/>
        </p:nvSpPr>
        <p:spPr>
          <a:xfrm>
            <a:off x="630100" y="42869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stack is empty, DFS has traversed all vertices!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344" name="Google Shape;1344;p47"/>
          <p:cNvSpPr/>
          <p:nvPr/>
        </p:nvSpPr>
        <p:spPr>
          <a:xfrm>
            <a:off x="959725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47"/>
          <p:cNvSpPr/>
          <p:nvPr/>
        </p:nvSpPr>
        <p:spPr>
          <a:xfrm>
            <a:off x="1755075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7"/>
          <p:cNvSpPr/>
          <p:nvPr/>
        </p:nvSpPr>
        <p:spPr>
          <a:xfrm>
            <a:off x="95972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7"/>
          <p:cNvSpPr/>
          <p:nvPr/>
        </p:nvSpPr>
        <p:spPr>
          <a:xfrm>
            <a:off x="2495388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7"/>
          <p:cNvSpPr/>
          <p:nvPr/>
        </p:nvSpPr>
        <p:spPr>
          <a:xfrm>
            <a:off x="175507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47"/>
          <p:cNvSpPr/>
          <p:nvPr/>
        </p:nvSpPr>
        <p:spPr>
          <a:xfrm>
            <a:off x="2495400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7"/>
          <p:cNvSpPr/>
          <p:nvPr/>
        </p:nvSpPr>
        <p:spPr>
          <a:xfrm>
            <a:off x="3235725" y="2199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7"/>
          <p:cNvSpPr/>
          <p:nvPr/>
        </p:nvSpPr>
        <p:spPr>
          <a:xfrm>
            <a:off x="323572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47"/>
          <p:cNvCxnSpPr>
            <a:stCxn id="1345" idx="2"/>
            <a:endCxn id="1344" idx="6"/>
          </p:cNvCxnSpPr>
          <p:nvPr/>
        </p:nvCxnSpPr>
        <p:spPr>
          <a:xfrm rot="10800000">
            <a:off x="1463175" y="24355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47"/>
          <p:cNvCxnSpPr>
            <a:stCxn id="1344" idx="4"/>
            <a:endCxn id="1346" idx="0"/>
          </p:cNvCxnSpPr>
          <p:nvPr/>
        </p:nvCxnSpPr>
        <p:spPr>
          <a:xfrm>
            <a:off x="1211425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47"/>
          <p:cNvCxnSpPr>
            <a:stCxn id="1345" idx="6"/>
            <a:endCxn id="1347" idx="2"/>
          </p:cNvCxnSpPr>
          <p:nvPr/>
        </p:nvCxnSpPr>
        <p:spPr>
          <a:xfrm>
            <a:off x="2258475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47"/>
          <p:cNvCxnSpPr>
            <a:stCxn id="1347" idx="6"/>
            <a:endCxn id="1350" idx="2"/>
          </p:cNvCxnSpPr>
          <p:nvPr/>
        </p:nvCxnSpPr>
        <p:spPr>
          <a:xfrm>
            <a:off x="2998788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47"/>
          <p:cNvCxnSpPr>
            <a:stCxn id="1350" idx="4"/>
            <a:endCxn id="1351" idx="0"/>
          </p:cNvCxnSpPr>
          <p:nvPr/>
        </p:nvCxnSpPr>
        <p:spPr>
          <a:xfrm>
            <a:off x="3487425" y="26714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47"/>
          <p:cNvCxnSpPr>
            <a:stCxn id="1347" idx="4"/>
            <a:endCxn id="1349" idx="0"/>
          </p:cNvCxnSpPr>
          <p:nvPr/>
        </p:nvCxnSpPr>
        <p:spPr>
          <a:xfrm>
            <a:off x="2747088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47"/>
          <p:cNvCxnSpPr>
            <a:stCxn id="1349" idx="6"/>
            <a:endCxn id="1351" idx="2"/>
          </p:cNvCxnSpPr>
          <p:nvPr/>
        </p:nvCxnSpPr>
        <p:spPr>
          <a:xfrm>
            <a:off x="2998800" y="35032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47"/>
          <p:cNvCxnSpPr>
            <a:stCxn id="1349" idx="2"/>
            <a:endCxn id="1348" idx="6"/>
          </p:cNvCxnSpPr>
          <p:nvPr/>
        </p:nvCxnSpPr>
        <p:spPr>
          <a:xfrm rot="10800000">
            <a:off x="2258400" y="35032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47"/>
          <p:cNvCxnSpPr>
            <a:stCxn id="1348" idx="0"/>
            <a:endCxn id="1347" idx="3"/>
          </p:cNvCxnSpPr>
          <p:nvPr/>
        </p:nvCxnSpPr>
        <p:spPr>
          <a:xfrm flipH="1" rot="10800000">
            <a:off x="2006775" y="260247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47"/>
          <p:cNvCxnSpPr>
            <a:stCxn id="1345" idx="4"/>
            <a:endCxn id="1348" idx="0"/>
          </p:cNvCxnSpPr>
          <p:nvPr/>
        </p:nvCxnSpPr>
        <p:spPr>
          <a:xfrm>
            <a:off x="2006775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4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47"/>
          <p:cNvSpPr/>
          <p:nvPr/>
        </p:nvSpPr>
        <p:spPr>
          <a:xfrm>
            <a:off x="1755125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4" name="Google Shape;1364;p47"/>
          <p:cNvCxnSpPr/>
          <p:nvPr/>
        </p:nvCxnSpPr>
        <p:spPr>
          <a:xfrm rot="10800000">
            <a:off x="1463175" y="2435550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47"/>
          <p:cNvSpPr/>
          <p:nvPr/>
        </p:nvSpPr>
        <p:spPr>
          <a:xfrm>
            <a:off x="959725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6" name="Google Shape;1366;p47"/>
          <p:cNvCxnSpPr>
            <a:stCxn id="1365" idx="4"/>
            <a:endCxn id="1346" idx="0"/>
          </p:cNvCxnSpPr>
          <p:nvPr/>
        </p:nvCxnSpPr>
        <p:spPr>
          <a:xfrm>
            <a:off x="1211425" y="2671500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47"/>
          <p:cNvSpPr/>
          <p:nvPr/>
        </p:nvSpPr>
        <p:spPr>
          <a:xfrm>
            <a:off x="959725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8" name="Google Shape;1368;p47"/>
          <p:cNvCxnSpPr>
            <a:stCxn id="1367" idx="2"/>
            <a:endCxn id="1365" idx="2"/>
          </p:cNvCxnSpPr>
          <p:nvPr/>
        </p:nvCxnSpPr>
        <p:spPr>
          <a:xfrm flipH="1" rot="10800000">
            <a:off x="959725" y="24355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69" name="Google Shape;1369;p47"/>
          <p:cNvCxnSpPr>
            <a:stCxn id="1365" idx="0"/>
            <a:endCxn id="1363" idx="0"/>
          </p:cNvCxnSpPr>
          <p:nvPr/>
        </p:nvCxnSpPr>
        <p:spPr>
          <a:xfrm flipH="1" rot="-5400000">
            <a:off x="1608775" y="18022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70" name="Google Shape;1370;p47"/>
          <p:cNvCxnSpPr>
            <a:stCxn id="1363" idx="4"/>
            <a:endCxn id="1348" idx="0"/>
          </p:cNvCxnSpPr>
          <p:nvPr/>
        </p:nvCxnSpPr>
        <p:spPr>
          <a:xfrm>
            <a:off x="2006825" y="2671500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47"/>
          <p:cNvCxnSpPr/>
          <p:nvPr/>
        </p:nvCxnSpPr>
        <p:spPr>
          <a:xfrm>
            <a:off x="2258475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47"/>
          <p:cNvSpPr/>
          <p:nvPr/>
        </p:nvSpPr>
        <p:spPr>
          <a:xfrm>
            <a:off x="1755075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3" name="Google Shape;1373;p47"/>
          <p:cNvCxnSpPr>
            <a:stCxn id="1349" idx="2"/>
            <a:endCxn id="1372" idx="6"/>
          </p:cNvCxnSpPr>
          <p:nvPr/>
        </p:nvCxnSpPr>
        <p:spPr>
          <a:xfrm rot="10800000">
            <a:off x="2258400" y="350322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47"/>
          <p:cNvSpPr/>
          <p:nvPr/>
        </p:nvSpPr>
        <p:spPr>
          <a:xfrm>
            <a:off x="2495400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5" name="Google Shape;1375;p47"/>
          <p:cNvCxnSpPr>
            <a:stCxn id="1374" idx="6"/>
            <a:endCxn id="1351" idx="2"/>
          </p:cNvCxnSpPr>
          <p:nvPr/>
        </p:nvCxnSpPr>
        <p:spPr>
          <a:xfrm>
            <a:off x="2998800" y="350322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47"/>
          <p:cNvSpPr/>
          <p:nvPr/>
        </p:nvSpPr>
        <p:spPr>
          <a:xfrm>
            <a:off x="3237850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7" name="Google Shape;1377;p47"/>
          <p:cNvCxnSpPr>
            <a:stCxn id="1350" idx="4"/>
            <a:endCxn id="1376" idx="0"/>
          </p:cNvCxnSpPr>
          <p:nvPr/>
        </p:nvCxnSpPr>
        <p:spPr>
          <a:xfrm>
            <a:off x="3487425" y="2671488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47"/>
          <p:cNvSpPr/>
          <p:nvPr/>
        </p:nvSpPr>
        <p:spPr>
          <a:xfrm>
            <a:off x="3237850" y="21995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9" name="Google Shape;1379;p47"/>
          <p:cNvCxnSpPr>
            <a:stCxn id="1347" idx="6"/>
            <a:endCxn id="1378" idx="2"/>
          </p:cNvCxnSpPr>
          <p:nvPr/>
        </p:nvCxnSpPr>
        <p:spPr>
          <a:xfrm>
            <a:off x="2998788" y="2435550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0" name="Google Shape;1380;p47"/>
          <p:cNvSpPr/>
          <p:nvPr/>
        </p:nvSpPr>
        <p:spPr>
          <a:xfrm>
            <a:off x="2495388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1" name="Google Shape;1381;p47"/>
          <p:cNvCxnSpPr>
            <a:stCxn id="1380" idx="0"/>
            <a:endCxn id="1378" idx="0"/>
          </p:cNvCxnSpPr>
          <p:nvPr/>
        </p:nvCxnSpPr>
        <p:spPr>
          <a:xfrm flipH="1" rot="-5400000">
            <a:off x="3118038" y="18286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82" name="Google Shape;1382;p47"/>
          <p:cNvCxnSpPr>
            <a:stCxn id="1378" idx="6"/>
            <a:endCxn id="1376" idx="6"/>
          </p:cNvCxnSpPr>
          <p:nvPr/>
        </p:nvCxnSpPr>
        <p:spPr>
          <a:xfrm>
            <a:off x="3741250" y="24355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83" name="Google Shape;1383;p47"/>
          <p:cNvCxnSpPr>
            <a:stCxn id="1372" idx="2"/>
            <a:endCxn id="1363" idx="2"/>
          </p:cNvCxnSpPr>
          <p:nvPr/>
        </p:nvCxnSpPr>
        <p:spPr>
          <a:xfrm flipH="1" rot="10800000">
            <a:off x="1755075" y="24355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84" name="Google Shape;1384;p47"/>
          <p:cNvSpPr txBox="1"/>
          <p:nvPr/>
        </p:nvSpPr>
        <p:spPr>
          <a:xfrm>
            <a:off x="4876100" y="23439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DFS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traversal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sequence will be,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s, r, v, w, x, y, u, t</a:t>
            </a:r>
            <a:endParaRPr sz="12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8"/>
          <p:cNvSpPr txBox="1"/>
          <p:nvPr>
            <p:ph type="title"/>
          </p:nvPr>
        </p:nvSpPr>
        <p:spPr>
          <a:xfrm>
            <a:off x="750281" y="80170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1390" name="Google Shape;1390;p48"/>
          <p:cNvSpPr txBox="1"/>
          <p:nvPr>
            <p:ph idx="1" type="body"/>
          </p:nvPr>
        </p:nvSpPr>
        <p:spPr>
          <a:xfrm>
            <a:off x="750278" y="1469272"/>
            <a:ext cx="52782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vertex v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Є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Adj[s]</a:t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v)</a:t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49"/>
          <p:cNvSpPr txBox="1"/>
          <p:nvPr>
            <p:ph type="title"/>
          </p:nvPr>
        </p:nvSpPr>
        <p:spPr>
          <a:xfrm>
            <a:off x="687656" y="762375"/>
            <a:ext cx="495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1396" name="Google Shape;1396;p49"/>
          <p:cNvSpPr txBox="1"/>
          <p:nvPr>
            <p:ph idx="1" type="body"/>
          </p:nvPr>
        </p:nvSpPr>
        <p:spPr>
          <a:xfrm>
            <a:off x="750950" y="1445525"/>
            <a:ext cx="7687800" cy="3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Time Complexity: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 + m)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a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graph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O(b</a:t>
            </a:r>
            <a:r>
              <a:rPr b="1" baseline="30000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on a search tree with branching factor b and depth d.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Space Complexity: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O(n)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on a graph,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O(bd)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on a search tree.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ot </a:t>
            </a:r>
            <a:r>
              <a:rPr b="1" i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complete</a:t>
            </a:r>
            <a:r>
              <a:rPr i="1"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for infinite depth graphs or graphs with cycles. It may go infinitely deep along one branch and never backtrack, even though solution may exist somewhere. Complete only in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finite graphs with cycle detection or bounded depth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Not </a:t>
            </a:r>
            <a:r>
              <a:rPr b="1" i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optimal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- may return a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suboptimal path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even if a shorter one exists.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Good for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path existence</a:t>
            </a: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topological sorting</a:t>
            </a: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cycle detection</a:t>
            </a: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finding</a:t>
            </a: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connected components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and traversing deep structures like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trees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50"/>
          <p:cNvSpPr txBox="1"/>
          <p:nvPr>
            <p:ph type="title"/>
          </p:nvPr>
        </p:nvSpPr>
        <p:spPr>
          <a:xfrm>
            <a:off x="734856" y="7466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Classification</a:t>
            </a:r>
            <a:endParaRPr/>
          </a:p>
        </p:txBody>
      </p:sp>
      <p:sp>
        <p:nvSpPr>
          <p:cNvPr id="1402" name="Google Shape;1402;p50"/>
          <p:cNvSpPr txBox="1"/>
          <p:nvPr/>
        </p:nvSpPr>
        <p:spPr>
          <a:xfrm>
            <a:off x="734850" y="1447100"/>
            <a:ext cx="5082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Recall the DFS traversal of this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3" name="Google Shape;1403;p50"/>
          <p:cNvSpPr/>
          <p:nvPr/>
        </p:nvSpPr>
        <p:spPr>
          <a:xfrm>
            <a:off x="1216175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0"/>
          <p:cNvSpPr/>
          <p:nvPr/>
        </p:nvSpPr>
        <p:spPr>
          <a:xfrm>
            <a:off x="2011525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0"/>
          <p:cNvSpPr/>
          <p:nvPr/>
        </p:nvSpPr>
        <p:spPr>
          <a:xfrm>
            <a:off x="121617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0"/>
          <p:cNvSpPr/>
          <p:nvPr/>
        </p:nvSpPr>
        <p:spPr>
          <a:xfrm>
            <a:off x="2751838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0"/>
          <p:cNvSpPr/>
          <p:nvPr/>
        </p:nvSpPr>
        <p:spPr>
          <a:xfrm>
            <a:off x="201152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50"/>
          <p:cNvSpPr/>
          <p:nvPr/>
        </p:nvSpPr>
        <p:spPr>
          <a:xfrm>
            <a:off x="2751850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0"/>
          <p:cNvSpPr/>
          <p:nvPr/>
        </p:nvSpPr>
        <p:spPr>
          <a:xfrm>
            <a:off x="3492175" y="2111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0"/>
          <p:cNvSpPr/>
          <p:nvPr/>
        </p:nvSpPr>
        <p:spPr>
          <a:xfrm>
            <a:off x="349217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1" name="Google Shape;1411;p50"/>
          <p:cNvCxnSpPr>
            <a:stCxn id="1404" idx="2"/>
            <a:endCxn id="1403" idx="6"/>
          </p:cNvCxnSpPr>
          <p:nvPr/>
        </p:nvCxnSpPr>
        <p:spPr>
          <a:xfrm rot="10800000">
            <a:off x="1719625" y="2347088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2" name="Google Shape;1412;p50"/>
          <p:cNvCxnSpPr>
            <a:stCxn id="1403" idx="4"/>
            <a:endCxn id="1405" idx="0"/>
          </p:cNvCxnSpPr>
          <p:nvPr/>
        </p:nvCxnSpPr>
        <p:spPr>
          <a:xfrm>
            <a:off x="1467875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3" name="Google Shape;1413;p50"/>
          <p:cNvCxnSpPr>
            <a:stCxn id="1404" idx="6"/>
            <a:endCxn id="1406" idx="2"/>
          </p:cNvCxnSpPr>
          <p:nvPr/>
        </p:nvCxnSpPr>
        <p:spPr>
          <a:xfrm>
            <a:off x="2514925" y="2347088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4" name="Google Shape;1414;p50"/>
          <p:cNvCxnSpPr>
            <a:stCxn id="1406" idx="6"/>
            <a:endCxn id="1409" idx="2"/>
          </p:cNvCxnSpPr>
          <p:nvPr/>
        </p:nvCxnSpPr>
        <p:spPr>
          <a:xfrm>
            <a:off x="3255238" y="2347088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5" name="Google Shape;1415;p50"/>
          <p:cNvCxnSpPr>
            <a:stCxn id="1409" idx="4"/>
            <a:endCxn id="1410" idx="0"/>
          </p:cNvCxnSpPr>
          <p:nvPr/>
        </p:nvCxnSpPr>
        <p:spPr>
          <a:xfrm>
            <a:off x="3743875" y="2583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6" name="Google Shape;1416;p50"/>
          <p:cNvCxnSpPr>
            <a:stCxn id="1406" idx="4"/>
            <a:endCxn id="1408" idx="0"/>
          </p:cNvCxnSpPr>
          <p:nvPr/>
        </p:nvCxnSpPr>
        <p:spPr>
          <a:xfrm>
            <a:off x="3003538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7" name="Google Shape;1417;p50"/>
          <p:cNvCxnSpPr>
            <a:stCxn id="1408" idx="6"/>
            <a:endCxn id="1410" idx="2"/>
          </p:cNvCxnSpPr>
          <p:nvPr/>
        </p:nvCxnSpPr>
        <p:spPr>
          <a:xfrm>
            <a:off x="3255250" y="3414763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8" name="Google Shape;1418;p50"/>
          <p:cNvCxnSpPr>
            <a:stCxn id="1408" idx="2"/>
            <a:endCxn id="1407" idx="6"/>
          </p:cNvCxnSpPr>
          <p:nvPr/>
        </p:nvCxnSpPr>
        <p:spPr>
          <a:xfrm rot="10800000">
            <a:off x="2514850" y="3414763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9" name="Google Shape;1419;p50"/>
          <p:cNvCxnSpPr>
            <a:stCxn id="1407" idx="0"/>
            <a:endCxn id="1406" idx="3"/>
          </p:cNvCxnSpPr>
          <p:nvPr/>
        </p:nvCxnSpPr>
        <p:spPr>
          <a:xfrm flipH="1" rot="10800000">
            <a:off x="2263225" y="2514013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0" name="Google Shape;1420;p50"/>
          <p:cNvCxnSpPr>
            <a:stCxn id="1404" idx="4"/>
            <a:endCxn id="1407" idx="0"/>
          </p:cNvCxnSpPr>
          <p:nvPr/>
        </p:nvCxnSpPr>
        <p:spPr>
          <a:xfrm>
            <a:off x="2263225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1" name="Google Shape;1421;p50"/>
          <p:cNvSpPr/>
          <p:nvPr/>
        </p:nvSpPr>
        <p:spPr>
          <a:xfrm>
            <a:off x="4918400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0"/>
          <p:cNvSpPr/>
          <p:nvPr/>
        </p:nvSpPr>
        <p:spPr>
          <a:xfrm>
            <a:off x="5713750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0"/>
          <p:cNvSpPr/>
          <p:nvPr/>
        </p:nvSpPr>
        <p:spPr>
          <a:xfrm>
            <a:off x="491840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0"/>
          <p:cNvSpPr/>
          <p:nvPr/>
        </p:nvSpPr>
        <p:spPr>
          <a:xfrm>
            <a:off x="6454063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0"/>
          <p:cNvSpPr/>
          <p:nvPr/>
        </p:nvSpPr>
        <p:spPr>
          <a:xfrm>
            <a:off x="571375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50"/>
          <p:cNvSpPr/>
          <p:nvPr/>
        </p:nvSpPr>
        <p:spPr>
          <a:xfrm>
            <a:off x="6454075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0"/>
          <p:cNvSpPr/>
          <p:nvPr/>
        </p:nvSpPr>
        <p:spPr>
          <a:xfrm>
            <a:off x="7194400" y="21456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0"/>
          <p:cNvSpPr/>
          <p:nvPr/>
        </p:nvSpPr>
        <p:spPr>
          <a:xfrm>
            <a:off x="719440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9" name="Google Shape;1429;p50"/>
          <p:cNvCxnSpPr>
            <a:stCxn id="1422" idx="2"/>
            <a:endCxn id="1421" idx="6"/>
          </p:cNvCxnSpPr>
          <p:nvPr/>
        </p:nvCxnSpPr>
        <p:spPr>
          <a:xfrm rot="10800000">
            <a:off x="5421850" y="238160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50"/>
          <p:cNvCxnSpPr>
            <a:stCxn id="1421" idx="4"/>
            <a:endCxn id="1423" idx="0"/>
          </p:cNvCxnSpPr>
          <p:nvPr/>
        </p:nvCxnSpPr>
        <p:spPr>
          <a:xfrm>
            <a:off x="5170100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50"/>
          <p:cNvCxnSpPr>
            <a:stCxn id="1422" idx="6"/>
            <a:endCxn id="1424" idx="2"/>
          </p:cNvCxnSpPr>
          <p:nvPr/>
        </p:nvCxnSpPr>
        <p:spPr>
          <a:xfrm>
            <a:off x="6217150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50"/>
          <p:cNvCxnSpPr>
            <a:stCxn id="1424" idx="6"/>
            <a:endCxn id="1427" idx="2"/>
          </p:cNvCxnSpPr>
          <p:nvPr/>
        </p:nvCxnSpPr>
        <p:spPr>
          <a:xfrm>
            <a:off x="6957463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50"/>
          <p:cNvCxnSpPr>
            <a:stCxn id="1427" idx="4"/>
            <a:endCxn id="1428" idx="0"/>
          </p:cNvCxnSpPr>
          <p:nvPr/>
        </p:nvCxnSpPr>
        <p:spPr>
          <a:xfrm>
            <a:off x="7446100" y="26175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50"/>
          <p:cNvCxnSpPr>
            <a:stCxn id="1424" idx="4"/>
            <a:endCxn id="1426" idx="0"/>
          </p:cNvCxnSpPr>
          <p:nvPr/>
        </p:nvCxnSpPr>
        <p:spPr>
          <a:xfrm>
            <a:off x="6705763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5" name="Google Shape;1435;p50"/>
          <p:cNvCxnSpPr>
            <a:stCxn id="1426" idx="6"/>
            <a:endCxn id="1428" idx="2"/>
          </p:cNvCxnSpPr>
          <p:nvPr/>
        </p:nvCxnSpPr>
        <p:spPr>
          <a:xfrm>
            <a:off x="6957475" y="34492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50"/>
          <p:cNvCxnSpPr>
            <a:stCxn id="1426" idx="2"/>
            <a:endCxn id="1425" idx="6"/>
          </p:cNvCxnSpPr>
          <p:nvPr/>
        </p:nvCxnSpPr>
        <p:spPr>
          <a:xfrm rot="10800000">
            <a:off x="6217075" y="34492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50"/>
          <p:cNvCxnSpPr>
            <a:stCxn id="1425" idx="0"/>
            <a:endCxn id="1424" idx="3"/>
          </p:cNvCxnSpPr>
          <p:nvPr/>
        </p:nvCxnSpPr>
        <p:spPr>
          <a:xfrm flipH="1" rot="10800000">
            <a:off x="5965450" y="254852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8" name="Google Shape;1438;p50"/>
          <p:cNvCxnSpPr>
            <a:stCxn id="1422" idx="4"/>
            <a:endCxn id="1425" idx="0"/>
          </p:cNvCxnSpPr>
          <p:nvPr/>
        </p:nvCxnSpPr>
        <p:spPr>
          <a:xfrm>
            <a:off x="5965450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50"/>
          <p:cNvSpPr/>
          <p:nvPr/>
        </p:nvSpPr>
        <p:spPr>
          <a:xfrm>
            <a:off x="5713800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0" name="Google Shape;1440;p50"/>
          <p:cNvCxnSpPr/>
          <p:nvPr/>
        </p:nvCxnSpPr>
        <p:spPr>
          <a:xfrm rot="10800000">
            <a:off x="5421850" y="238160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1" name="Google Shape;1441;p50"/>
          <p:cNvSpPr/>
          <p:nvPr/>
        </p:nvSpPr>
        <p:spPr>
          <a:xfrm>
            <a:off x="4918400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2" name="Google Shape;1442;p50"/>
          <p:cNvCxnSpPr>
            <a:stCxn id="1441" idx="4"/>
            <a:endCxn id="1423" idx="0"/>
          </p:cNvCxnSpPr>
          <p:nvPr/>
        </p:nvCxnSpPr>
        <p:spPr>
          <a:xfrm>
            <a:off x="5170100" y="26175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3" name="Google Shape;1443;p50"/>
          <p:cNvSpPr/>
          <p:nvPr/>
        </p:nvSpPr>
        <p:spPr>
          <a:xfrm>
            <a:off x="4918400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4" name="Google Shape;1444;p50"/>
          <p:cNvCxnSpPr>
            <a:stCxn id="1443" idx="2"/>
            <a:endCxn id="1441" idx="2"/>
          </p:cNvCxnSpPr>
          <p:nvPr/>
        </p:nvCxnSpPr>
        <p:spPr>
          <a:xfrm flipH="1" rot="10800000">
            <a:off x="4918400" y="23815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45" name="Google Shape;1445;p50"/>
          <p:cNvCxnSpPr>
            <a:stCxn id="1441" idx="0"/>
            <a:endCxn id="1439" idx="0"/>
          </p:cNvCxnSpPr>
          <p:nvPr/>
        </p:nvCxnSpPr>
        <p:spPr>
          <a:xfrm flipH="1" rot="-5400000">
            <a:off x="5567450" y="174830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46" name="Google Shape;1446;p50"/>
          <p:cNvCxnSpPr>
            <a:stCxn id="1439" idx="4"/>
            <a:endCxn id="1425" idx="0"/>
          </p:cNvCxnSpPr>
          <p:nvPr/>
        </p:nvCxnSpPr>
        <p:spPr>
          <a:xfrm>
            <a:off x="5965500" y="26175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7" name="Google Shape;1447;p50"/>
          <p:cNvCxnSpPr/>
          <p:nvPr/>
        </p:nvCxnSpPr>
        <p:spPr>
          <a:xfrm>
            <a:off x="6217150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8" name="Google Shape;1448;p50"/>
          <p:cNvSpPr/>
          <p:nvPr/>
        </p:nvSpPr>
        <p:spPr>
          <a:xfrm>
            <a:off x="5713750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9" name="Google Shape;1449;p50"/>
          <p:cNvCxnSpPr>
            <a:stCxn id="1426" idx="2"/>
            <a:endCxn id="1448" idx="6"/>
          </p:cNvCxnSpPr>
          <p:nvPr/>
        </p:nvCxnSpPr>
        <p:spPr>
          <a:xfrm rot="10800000">
            <a:off x="6217075" y="34492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50" name="Google Shape;1450;p50"/>
          <p:cNvSpPr/>
          <p:nvPr/>
        </p:nvSpPr>
        <p:spPr>
          <a:xfrm>
            <a:off x="6454075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1" name="Google Shape;1451;p50"/>
          <p:cNvCxnSpPr>
            <a:stCxn id="1450" idx="6"/>
            <a:endCxn id="1428" idx="2"/>
          </p:cNvCxnSpPr>
          <p:nvPr/>
        </p:nvCxnSpPr>
        <p:spPr>
          <a:xfrm>
            <a:off x="6957475" y="34492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2" name="Google Shape;1452;p50"/>
          <p:cNvSpPr/>
          <p:nvPr/>
        </p:nvSpPr>
        <p:spPr>
          <a:xfrm>
            <a:off x="7196525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3" name="Google Shape;1453;p50"/>
          <p:cNvCxnSpPr>
            <a:stCxn id="1427" idx="4"/>
            <a:endCxn id="1452" idx="0"/>
          </p:cNvCxnSpPr>
          <p:nvPr/>
        </p:nvCxnSpPr>
        <p:spPr>
          <a:xfrm>
            <a:off x="7446100" y="261753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54" name="Google Shape;1454;p50"/>
          <p:cNvSpPr/>
          <p:nvPr/>
        </p:nvSpPr>
        <p:spPr>
          <a:xfrm>
            <a:off x="7196525" y="21456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5" name="Google Shape;1455;p50"/>
          <p:cNvCxnSpPr>
            <a:stCxn id="1424" idx="6"/>
            <a:endCxn id="1454" idx="2"/>
          </p:cNvCxnSpPr>
          <p:nvPr/>
        </p:nvCxnSpPr>
        <p:spPr>
          <a:xfrm>
            <a:off x="6957463" y="238160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56" name="Google Shape;1456;p50"/>
          <p:cNvSpPr/>
          <p:nvPr/>
        </p:nvSpPr>
        <p:spPr>
          <a:xfrm>
            <a:off x="6454063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7" name="Google Shape;1457;p50"/>
          <p:cNvCxnSpPr>
            <a:stCxn id="1456" idx="0"/>
            <a:endCxn id="1454" idx="0"/>
          </p:cNvCxnSpPr>
          <p:nvPr/>
        </p:nvCxnSpPr>
        <p:spPr>
          <a:xfrm flipH="1" rot="-5400000">
            <a:off x="7076713" y="177470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58" name="Google Shape;1458;p50"/>
          <p:cNvCxnSpPr>
            <a:stCxn id="1454" idx="6"/>
            <a:endCxn id="1452" idx="6"/>
          </p:cNvCxnSpPr>
          <p:nvPr/>
        </p:nvCxnSpPr>
        <p:spPr>
          <a:xfrm>
            <a:off x="7699925" y="238158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59" name="Google Shape;1459;p50"/>
          <p:cNvCxnSpPr>
            <a:stCxn id="1448" idx="2"/>
            <a:endCxn id="1439" idx="2"/>
          </p:cNvCxnSpPr>
          <p:nvPr/>
        </p:nvCxnSpPr>
        <p:spPr>
          <a:xfrm flipH="1" rot="10800000">
            <a:off x="5713750" y="23815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60" name="Google Shape;1460;p50"/>
          <p:cNvSpPr/>
          <p:nvPr/>
        </p:nvSpPr>
        <p:spPr>
          <a:xfrm>
            <a:off x="3995572" y="2690423"/>
            <a:ext cx="562200" cy="31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1" name="Google Shape;1461;p50"/>
          <p:cNvCxnSpPr/>
          <p:nvPr/>
        </p:nvCxnSpPr>
        <p:spPr>
          <a:xfrm rot="5400000">
            <a:off x="7128100" y="33137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62" name="Google Shape;1462;p50"/>
          <p:cNvCxnSpPr/>
          <p:nvPr/>
        </p:nvCxnSpPr>
        <p:spPr>
          <a:xfrm rot="5400000">
            <a:off x="6297400" y="331427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51"/>
          <p:cNvSpPr txBox="1"/>
          <p:nvPr>
            <p:ph type="title"/>
          </p:nvPr>
        </p:nvSpPr>
        <p:spPr>
          <a:xfrm>
            <a:off x="6876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 Classification</a:t>
            </a:r>
            <a:endParaRPr/>
          </a:p>
        </p:txBody>
      </p:sp>
      <p:sp>
        <p:nvSpPr>
          <p:cNvPr id="1468" name="Google Shape;1468;p51"/>
          <p:cNvSpPr txBox="1"/>
          <p:nvPr>
            <p:ph idx="1" type="body"/>
          </p:nvPr>
        </p:nvSpPr>
        <p:spPr>
          <a:xfrm>
            <a:off x="766000" y="1508575"/>
            <a:ext cx="7192800" cy="21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Based on the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DFS Traversal of a particular graph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, we can classify the edges of that particular graph into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4 categories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Tree edge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 edge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Backward edge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Cross edge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52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Edge</a:t>
            </a:r>
            <a:endParaRPr/>
          </a:p>
        </p:txBody>
      </p:sp>
      <p:sp>
        <p:nvSpPr>
          <p:cNvPr id="1474" name="Google Shape;1474;p52"/>
          <p:cNvSpPr/>
          <p:nvPr/>
        </p:nvSpPr>
        <p:spPr>
          <a:xfrm>
            <a:off x="6365081" y="1456525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52"/>
          <p:cNvSpPr/>
          <p:nvPr/>
        </p:nvSpPr>
        <p:spPr>
          <a:xfrm>
            <a:off x="6068702" y="2004997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52"/>
          <p:cNvSpPr/>
          <p:nvPr/>
        </p:nvSpPr>
        <p:spPr>
          <a:xfrm>
            <a:off x="5817600" y="2553469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52"/>
          <p:cNvSpPr/>
          <p:nvPr/>
        </p:nvSpPr>
        <p:spPr>
          <a:xfrm>
            <a:off x="6698930" y="2004992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52"/>
          <p:cNvSpPr/>
          <p:nvPr/>
        </p:nvSpPr>
        <p:spPr>
          <a:xfrm>
            <a:off x="6960399" y="2567382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52"/>
          <p:cNvSpPr/>
          <p:nvPr/>
        </p:nvSpPr>
        <p:spPr>
          <a:xfrm>
            <a:off x="7272146" y="3164946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52"/>
          <p:cNvSpPr/>
          <p:nvPr/>
        </p:nvSpPr>
        <p:spPr>
          <a:xfrm>
            <a:off x="7535841" y="3641584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2"/>
          <p:cNvSpPr/>
          <p:nvPr/>
        </p:nvSpPr>
        <p:spPr>
          <a:xfrm>
            <a:off x="7783501" y="4118247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2" name="Google Shape;1482;p52"/>
          <p:cNvCxnSpPr>
            <a:stCxn id="1474" idx="3"/>
            <a:endCxn id="1475" idx="0"/>
          </p:cNvCxnSpPr>
          <p:nvPr/>
        </p:nvCxnSpPr>
        <p:spPr>
          <a:xfrm flipH="1">
            <a:off x="6286761" y="1808104"/>
            <a:ext cx="1422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52"/>
          <p:cNvCxnSpPr>
            <a:stCxn id="1475" idx="3"/>
            <a:endCxn id="1476" idx="0"/>
          </p:cNvCxnSpPr>
          <p:nvPr/>
        </p:nvCxnSpPr>
        <p:spPr>
          <a:xfrm flipH="1">
            <a:off x="6035682" y="2356576"/>
            <a:ext cx="969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52"/>
          <p:cNvCxnSpPr>
            <a:stCxn id="1474" idx="5"/>
            <a:endCxn id="1477" idx="0"/>
          </p:cNvCxnSpPr>
          <p:nvPr/>
        </p:nvCxnSpPr>
        <p:spPr>
          <a:xfrm>
            <a:off x="6737401" y="1808104"/>
            <a:ext cx="1797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52"/>
          <p:cNvCxnSpPr>
            <a:stCxn id="1477" idx="5"/>
            <a:endCxn id="1478" idx="0"/>
          </p:cNvCxnSpPr>
          <p:nvPr/>
        </p:nvCxnSpPr>
        <p:spPr>
          <a:xfrm>
            <a:off x="7071250" y="2356570"/>
            <a:ext cx="1071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52"/>
          <p:cNvCxnSpPr>
            <a:stCxn id="1478" idx="5"/>
            <a:endCxn id="1479" idx="0"/>
          </p:cNvCxnSpPr>
          <p:nvPr/>
        </p:nvCxnSpPr>
        <p:spPr>
          <a:xfrm>
            <a:off x="7332719" y="2918960"/>
            <a:ext cx="157500" cy="24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52"/>
          <p:cNvCxnSpPr>
            <a:endCxn id="1480" idx="0"/>
          </p:cNvCxnSpPr>
          <p:nvPr/>
        </p:nvCxnSpPr>
        <p:spPr>
          <a:xfrm>
            <a:off x="7662741" y="3511084"/>
            <a:ext cx="91200" cy="13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8" name="Google Shape;1488;p52"/>
          <p:cNvCxnSpPr>
            <a:stCxn id="1480" idx="5"/>
            <a:endCxn id="1481" idx="0"/>
          </p:cNvCxnSpPr>
          <p:nvPr/>
        </p:nvCxnSpPr>
        <p:spPr>
          <a:xfrm>
            <a:off x="7908161" y="3993162"/>
            <a:ext cx="93300" cy="12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9" name="Google Shape;1489;p52"/>
          <p:cNvSpPr txBox="1"/>
          <p:nvPr/>
        </p:nvSpPr>
        <p:spPr>
          <a:xfrm>
            <a:off x="1324250" y="3650550"/>
            <a:ext cx="41919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edges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(s, r), (r, v), (s, w), (w, x), (x, y), (y, u) and (u, t) are tree edges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as these edges were used for the particular DFS Traversal.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0" name="Google Shape;1490;p52"/>
          <p:cNvSpPr/>
          <p:nvPr/>
        </p:nvSpPr>
        <p:spPr>
          <a:xfrm>
            <a:off x="4817238" y="2383050"/>
            <a:ext cx="7551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52"/>
          <p:cNvSpPr/>
          <p:nvPr/>
        </p:nvSpPr>
        <p:spPr>
          <a:xfrm>
            <a:off x="1552350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52"/>
          <p:cNvSpPr/>
          <p:nvPr/>
        </p:nvSpPr>
        <p:spPr>
          <a:xfrm>
            <a:off x="2347700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2"/>
          <p:cNvSpPr/>
          <p:nvPr/>
        </p:nvSpPr>
        <p:spPr>
          <a:xfrm>
            <a:off x="155235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2"/>
          <p:cNvSpPr/>
          <p:nvPr/>
        </p:nvSpPr>
        <p:spPr>
          <a:xfrm>
            <a:off x="3088013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52"/>
          <p:cNvSpPr/>
          <p:nvPr/>
        </p:nvSpPr>
        <p:spPr>
          <a:xfrm>
            <a:off x="234770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52"/>
          <p:cNvSpPr/>
          <p:nvPr/>
        </p:nvSpPr>
        <p:spPr>
          <a:xfrm>
            <a:off x="3088025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52"/>
          <p:cNvSpPr/>
          <p:nvPr/>
        </p:nvSpPr>
        <p:spPr>
          <a:xfrm>
            <a:off x="3828350" y="18728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52"/>
          <p:cNvSpPr/>
          <p:nvPr/>
        </p:nvSpPr>
        <p:spPr>
          <a:xfrm>
            <a:off x="382835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9" name="Google Shape;1499;p52"/>
          <p:cNvCxnSpPr>
            <a:stCxn id="1492" idx="2"/>
            <a:endCxn id="1491" idx="6"/>
          </p:cNvCxnSpPr>
          <p:nvPr/>
        </p:nvCxnSpPr>
        <p:spPr>
          <a:xfrm rot="10800000">
            <a:off x="2055800" y="210880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52"/>
          <p:cNvCxnSpPr>
            <a:stCxn id="1491" idx="4"/>
            <a:endCxn id="1493" idx="0"/>
          </p:cNvCxnSpPr>
          <p:nvPr/>
        </p:nvCxnSpPr>
        <p:spPr>
          <a:xfrm>
            <a:off x="1804050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52"/>
          <p:cNvCxnSpPr>
            <a:stCxn id="1492" idx="6"/>
            <a:endCxn id="1494" idx="2"/>
          </p:cNvCxnSpPr>
          <p:nvPr/>
        </p:nvCxnSpPr>
        <p:spPr>
          <a:xfrm>
            <a:off x="2851100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52"/>
          <p:cNvCxnSpPr>
            <a:stCxn id="1494" idx="6"/>
            <a:endCxn id="1497" idx="2"/>
          </p:cNvCxnSpPr>
          <p:nvPr/>
        </p:nvCxnSpPr>
        <p:spPr>
          <a:xfrm>
            <a:off x="3591413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52"/>
          <p:cNvCxnSpPr>
            <a:stCxn id="1497" idx="4"/>
            <a:endCxn id="1498" idx="0"/>
          </p:cNvCxnSpPr>
          <p:nvPr/>
        </p:nvCxnSpPr>
        <p:spPr>
          <a:xfrm>
            <a:off x="4080050" y="23447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52"/>
          <p:cNvCxnSpPr>
            <a:stCxn id="1494" idx="4"/>
            <a:endCxn id="1496" idx="0"/>
          </p:cNvCxnSpPr>
          <p:nvPr/>
        </p:nvCxnSpPr>
        <p:spPr>
          <a:xfrm>
            <a:off x="3339713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5" name="Google Shape;1505;p52"/>
          <p:cNvCxnSpPr>
            <a:stCxn id="1496" idx="6"/>
            <a:endCxn id="1498" idx="2"/>
          </p:cNvCxnSpPr>
          <p:nvPr/>
        </p:nvCxnSpPr>
        <p:spPr>
          <a:xfrm>
            <a:off x="3591425" y="31764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52"/>
          <p:cNvCxnSpPr>
            <a:stCxn id="1496" idx="2"/>
            <a:endCxn id="1495" idx="6"/>
          </p:cNvCxnSpPr>
          <p:nvPr/>
        </p:nvCxnSpPr>
        <p:spPr>
          <a:xfrm rot="10800000">
            <a:off x="2851025" y="31764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52"/>
          <p:cNvCxnSpPr>
            <a:stCxn id="1495" idx="0"/>
            <a:endCxn id="1494" idx="3"/>
          </p:cNvCxnSpPr>
          <p:nvPr/>
        </p:nvCxnSpPr>
        <p:spPr>
          <a:xfrm flipH="1" rot="10800000">
            <a:off x="2599400" y="227572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8" name="Google Shape;1508;p52"/>
          <p:cNvCxnSpPr>
            <a:stCxn id="1492" idx="4"/>
            <a:endCxn id="1495" idx="0"/>
          </p:cNvCxnSpPr>
          <p:nvPr/>
        </p:nvCxnSpPr>
        <p:spPr>
          <a:xfrm>
            <a:off x="2599400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9" name="Google Shape;1509;p52"/>
          <p:cNvSpPr/>
          <p:nvPr/>
        </p:nvSpPr>
        <p:spPr>
          <a:xfrm>
            <a:off x="2347750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52"/>
          <p:cNvCxnSpPr/>
          <p:nvPr/>
        </p:nvCxnSpPr>
        <p:spPr>
          <a:xfrm rot="10800000">
            <a:off x="2055800" y="210880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1" name="Google Shape;1511;p52"/>
          <p:cNvSpPr/>
          <p:nvPr/>
        </p:nvSpPr>
        <p:spPr>
          <a:xfrm>
            <a:off x="1552350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2" name="Google Shape;1512;p52"/>
          <p:cNvCxnSpPr>
            <a:stCxn id="1511" idx="4"/>
            <a:endCxn id="1493" idx="0"/>
          </p:cNvCxnSpPr>
          <p:nvPr/>
        </p:nvCxnSpPr>
        <p:spPr>
          <a:xfrm>
            <a:off x="1804050" y="23447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3" name="Google Shape;1513;p52"/>
          <p:cNvSpPr/>
          <p:nvPr/>
        </p:nvSpPr>
        <p:spPr>
          <a:xfrm>
            <a:off x="1552350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4" name="Google Shape;1514;p52"/>
          <p:cNvCxnSpPr>
            <a:stCxn id="1513" idx="2"/>
            <a:endCxn id="1511" idx="2"/>
          </p:cNvCxnSpPr>
          <p:nvPr/>
        </p:nvCxnSpPr>
        <p:spPr>
          <a:xfrm flipH="1" rot="10800000">
            <a:off x="1552350" y="21087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15" name="Google Shape;1515;p52"/>
          <p:cNvCxnSpPr>
            <a:stCxn id="1511" idx="0"/>
            <a:endCxn id="1509" idx="0"/>
          </p:cNvCxnSpPr>
          <p:nvPr/>
        </p:nvCxnSpPr>
        <p:spPr>
          <a:xfrm flipH="1" rot="-5400000">
            <a:off x="2201400" y="147550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16" name="Google Shape;1516;p52"/>
          <p:cNvCxnSpPr>
            <a:stCxn id="1509" idx="4"/>
            <a:endCxn id="1495" idx="0"/>
          </p:cNvCxnSpPr>
          <p:nvPr/>
        </p:nvCxnSpPr>
        <p:spPr>
          <a:xfrm>
            <a:off x="2599450" y="23447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7" name="Google Shape;1517;p52"/>
          <p:cNvCxnSpPr/>
          <p:nvPr/>
        </p:nvCxnSpPr>
        <p:spPr>
          <a:xfrm>
            <a:off x="2851100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8" name="Google Shape;1518;p52"/>
          <p:cNvSpPr/>
          <p:nvPr/>
        </p:nvSpPr>
        <p:spPr>
          <a:xfrm>
            <a:off x="2347700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9" name="Google Shape;1519;p52"/>
          <p:cNvCxnSpPr>
            <a:stCxn id="1496" idx="2"/>
            <a:endCxn id="1518" idx="6"/>
          </p:cNvCxnSpPr>
          <p:nvPr/>
        </p:nvCxnSpPr>
        <p:spPr>
          <a:xfrm rot="10800000">
            <a:off x="2851025" y="31764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20" name="Google Shape;1520;p52"/>
          <p:cNvSpPr/>
          <p:nvPr/>
        </p:nvSpPr>
        <p:spPr>
          <a:xfrm>
            <a:off x="3088025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1" name="Google Shape;1521;p52"/>
          <p:cNvCxnSpPr>
            <a:stCxn id="1520" idx="6"/>
            <a:endCxn id="1498" idx="2"/>
          </p:cNvCxnSpPr>
          <p:nvPr/>
        </p:nvCxnSpPr>
        <p:spPr>
          <a:xfrm>
            <a:off x="3591425" y="31764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2" name="Google Shape;1522;p52"/>
          <p:cNvSpPr/>
          <p:nvPr/>
        </p:nvSpPr>
        <p:spPr>
          <a:xfrm>
            <a:off x="3830475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3" name="Google Shape;1523;p52"/>
          <p:cNvCxnSpPr>
            <a:stCxn id="1497" idx="4"/>
            <a:endCxn id="1522" idx="0"/>
          </p:cNvCxnSpPr>
          <p:nvPr/>
        </p:nvCxnSpPr>
        <p:spPr>
          <a:xfrm>
            <a:off x="4080050" y="234473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24" name="Google Shape;1524;p52"/>
          <p:cNvSpPr/>
          <p:nvPr/>
        </p:nvSpPr>
        <p:spPr>
          <a:xfrm>
            <a:off x="3830475" y="18728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5" name="Google Shape;1525;p52"/>
          <p:cNvCxnSpPr>
            <a:stCxn id="1494" idx="6"/>
            <a:endCxn id="1524" idx="2"/>
          </p:cNvCxnSpPr>
          <p:nvPr/>
        </p:nvCxnSpPr>
        <p:spPr>
          <a:xfrm>
            <a:off x="3591413" y="210880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26" name="Google Shape;1526;p52"/>
          <p:cNvSpPr/>
          <p:nvPr/>
        </p:nvSpPr>
        <p:spPr>
          <a:xfrm>
            <a:off x="3088013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7" name="Google Shape;1527;p52"/>
          <p:cNvCxnSpPr>
            <a:stCxn id="1526" idx="0"/>
            <a:endCxn id="1524" idx="0"/>
          </p:cNvCxnSpPr>
          <p:nvPr/>
        </p:nvCxnSpPr>
        <p:spPr>
          <a:xfrm flipH="1" rot="-5400000">
            <a:off x="3710663" y="150190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8" name="Google Shape;1528;p52"/>
          <p:cNvCxnSpPr>
            <a:stCxn id="1524" idx="6"/>
            <a:endCxn id="1522" idx="6"/>
          </p:cNvCxnSpPr>
          <p:nvPr/>
        </p:nvCxnSpPr>
        <p:spPr>
          <a:xfrm>
            <a:off x="4333875" y="210878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9" name="Google Shape;1529;p52"/>
          <p:cNvCxnSpPr>
            <a:stCxn id="1518" idx="2"/>
            <a:endCxn id="1509" idx="2"/>
          </p:cNvCxnSpPr>
          <p:nvPr/>
        </p:nvCxnSpPr>
        <p:spPr>
          <a:xfrm flipH="1" rot="10800000">
            <a:off x="2347700" y="21087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0" name="Google Shape;1530;p52"/>
          <p:cNvCxnSpPr/>
          <p:nvPr/>
        </p:nvCxnSpPr>
        <p:spPr>
          <a:xfrm rot="5400000">
            <a:off x="3762050" y="30409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1" name="Google Shape;1531;p52"/>
          <p:cNvCxnSpPr/>
          <p:nvPr/>
        </p:nvCxnSpPr>
        <p:spPr>
          <a:xfrm rot="5400000">
            <a:off x="2931350" y="304147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3"/>
          <p:cNvSpPr txBox="1"/>
          <p:nvPr>
            <p:ph type="title"/>
          </p:nvPr>
        </p:nvSpPr>
        <p:spPr>
          <a:xfrm>
            <a:off x="773881" y="77810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Edge</a:t>
            </a:r>
            <a:endParaRPr/>
          </a:p>
        </p:txBody>
      </p:sp>
      <p:sp>
        <p:nvSpPr>
          <p:cNvPr id="1537" name="Google Shape;1537;p53"/>
          <p:cNvSpPr txBox="1"/>
          <p:nvPr>
            <p:ph idx="1" type="body"/>
          </p:nvPr>
        </p:nvSpPr>
        <p:spPr>
          <a:xfrm>
            <a:off x="773874" y="1524325"/>
            <a:ext cx="757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An edge (u, v) is forward edge if (u, v) is not a tree edge and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ancestor(v) = u.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8" name="Google Shape;1538;p53"/>
          <p:cNvSpPr/>
          <p:nvPr/>
        </p:nvSpPr>
        <p:spPr>
          <a:xfrm>
            <a:off x="1434350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53"/>
          <p:cNvSpPr/>
          <p:nvPr/>
        </p:nvSpPr>
        <p:spPr>
          <a:xfrm>
            <a:off x="2229700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53"/>
          <p:cNvSpPr/>
          <p:nvPr/>
        </p:nvSpPr>
        <p:spPr>
          <a:xfrm>
            <a:off x="143435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3"/>
          <p:cNvSpPr/>
          <p:nvPr/>
        </p:nvSpPr>
        <p:spPr>
          <a:xfrm>
            <a:off x="2970013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3"/>
          <p:cNvSpPr/>
          <p:nvPr/>
        </p:nvSpPr>
        <p:spPr>
          <a:xfrm>
            <a:off x="222970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53"/>
          <p:cNvSpPr/>
          <p:nvPr/>
        </p:nvSpPr>
        <p:spPr>
          <a:xfrm>
            <a:off x="29700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53"/>
          <p:cNvSpPr/>
          <p:nvPr/>
        </p:nvSpPr>
        <p:spPr>
          <a:xfrm>
            <a:off x="3710350" y="23579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3"/>
          <p:cNvSpPr/>
          <p:nvPr/>
        </p:nvSpPr>
        <p:spPr>
          <a:xfrm>
            <a:off x="371035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6" name="Google Shape;1546;p53"/>
          <p:cNvCxnSpPr>
            <a:stCxn id="1539" idx="2"/>
            <a:endCxn id="1538" idx="6"/>
          </p:cNvCxnSpPr>
          <p:nvPr/>
        </p:nvCxnSpPr>
        <p:spPr>
          <a:xfrm rot="10800000">
            <a:off x="1937800" y="25939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53"/>
          <p:cNvCxnSpPr>
            <a:stCxn id="1538" idx="4"/>
            <a:endCxn id="1540" idx="0"/>
          </p:cNvCxnSpPr>
          <p:nvPr/>
        </p:nvCxnSpPr>
        <p:spPr>
          <a:xfrm>
            <a:off x="1686050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53"/>
          <p:cNvCxnSpPr>
            <a:stCxn id="1539" idx="6"/>
            <a:endCxn id="1541" idx="2"/>
          </p:cNvCxnSpPr>
          <p:nvPr/>
        </p:nvCxnSpPr>
        <p:spPr>
          <a:xfrm>
            <a:off x="2733100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53"/>
          <p:cNvCxnSpPr>
            <a:stCxn id="1541" idx="6"/>
            <a:endCxn id="1544" idx="2"/>
          </p:cNvCxnSpPr>
          <p:nvPr/>
        </p:nvCxnSpPr>
        <p:spPr>
          <a:xfrm>
            <a:off x="3473413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53"/>
          <p:cNvCxnSpPr>
            <a:stCxn id="1544" idx="4"/>
            <a:endCxn id="1545" idx="0"/>
          </p:cNvCxnSpPr>
          <p:nvPr/>
        </p:nvCxnSpPr>
        <p:spPr>
          <a:xfrm>
            <a:off x="3962050" y="28298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53"/>
          <p:cNvCxnSpPr>
            <a:stCxn id="1541" idx="4"/>
            <a:endCxn id="1543" idx="0"/>
          </p:cNvCxnSpPr>
          <p:nvPr/>
        </p:nvCxnSpPr>
        <p:spPr>
          <a:xfrm>
            <a:off x="3221713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2" name="Google Shape;1552;p53"/>
          <p:cNvCxnSpPr>
            <a:stCxn id="1543" idx="6"/>
            <a:endCxn id="1545" idx="2"/>
          </p:cNvCxnSpPr>
          <p:nvPr/>
        </p:nvCxnSpPr>
        <p:spPr>
          <a:xfrm>
            <a:off x="3473425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53"/>
          <p:cNvCxnSpPr>
            <a:stCxn id="1543" idx="2"/>
            <a:endCxn id="1542" idx="6"/>
          </p:cNvCxnSpPr>
          <p:nvPr/>
        </p:nvCxnSpPr>
        <p:spPr>
          <a:xfrm rot="10800000">
            <a:off x="2733025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53"/>
          <p:cNvCxnSpPr>
            <a:stCxn id="1542" idx="0"/>
            <a:endCxn id="1541" idx="3"/>
          </p:cNvCxnSpPr>
          <p:nvPr/>
        </p:nvCxnSpPr>
        <p:spPr>
          <a:xfrm flipH="1" rot="10800000">
            <a:off x="2481400" y="2760875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5" name="Google Shape;1555;p53"/>
          <p:cNvCxnSpPr>
            <a:stCxn id="1539" idx="4"/>
            <a:endCxn id="1542" idx="0"/>
          </p:cNvCxnSpPr>
          <p:nvPr/>
        </p:nvCxnSpPr>
        <p:spPr>
          <a:xfrm>
            <a:off x="2481400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53"/>
          <p:cNvSpPr/>
          <p:nvPr/>
        </p:nvSpPr>
        <p:spPr>
          <a:xfrm>
            <a:off x="2229750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7" name="Google Shape;1557;p53"/>
          <p:cNvCxnSpPr/>
          <p:nvPr/>
        </p:nvCxnSpPr>
        <p:spPr>
          <a:xfrm rot="10800000">
            <a:off x="1937800" y="259395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8" name="Google Shape;1558;p53"/>
          <p:cNvSpPr/>
          <p:nvPr/>
        </p:nvSpPr>
        <p:spPr>
          <a:xfrm>
            <a:off x="1434350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9" name="Google Shape;1559;p53"/>
          <p:cNvCxnSpPr>
            <a:stCxn id="1558" idx="4"/>
            <a:endCxn id="1540" idx="0"/>
          </p:cNvCxnSpPr>
          <p:nvPr/>
        </p:nvCxnSpPr>
        <p:spPr>
          <a:xfrm>
            <a:off x="1686050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0" name="Google Shape;1560;p53"/>
          <p:cNvSpPr/>
          <p:nvPr/>
        </p:nvSpPr>
        <p:spPr>
          <a:xfrm>
            <a:off x="143435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1" name="Google Shape;1561;p53"/>
          <p:cNvCxnSpPr>
            <a:stCxn id="1560" idx="2"/>
            <a:endCxn id="1558" idx="2"/>
          </p:cNvCxnSpPr>
          <p:nvPr/>
        </p:nvCxnSpPr>
        <p:spPr>
          <a:xfrm flipH="1" rot="10800000">
            <a:off x="1434350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62" name="Google Shape;1562;p53"/>
          <p:cNvCxnSpPr>
            <a:stCxn id="1558" idx="0"/>
            <a:endCxn id="1556" idx="0"/>
          </p:cNvCxnSpPr>
          <p:nvPr/>
        </p:nvCxnSpPr>
        <p:spPr>
          <a:xfrm flipH="1" rot="-5400000">
            <a:off x="2083400" y="19606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63" name="Google Shape;1563;p53"/>
          <p:cNvCxnSpPr>
            <a:stCxn id="1556" idx="4"/>
            <a:endCxn id="1542" idx="0"/>
          </p:cNvCxnSpPr>
          <p:nvPr/>
        </p:nvCxnSpPr>
        <p:spPr>
          <a:xfrm>
            <a:off x="2481450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4" name="Google Shape;1564;p53"/>
          <p:cNvCxnSpPr/>
          <p:nvPr/>
        </p:nvCxnSpPr>
        <p:spPr>
          <a:xfrm>
            <a:off x="2733100" y="2593950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5" name="Google Shape;1565;p53"/>
          <p:cNvSpPr/>
          <p:nvPr/>
        </p:nvSpPr>
        <p:spPr>
          <a:xfrm>
            <a:off x="222970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6" name="Google Shape;1566;p53"/>
          <p:cNvCxnSpPr>
            <a:stCxn id="1543" idx="2"/>
            <a:endCxn id="1565" idx="6"/>
          </p:cNvCxnSpPr>
          <p:nvPr/>
        </p:nvCxnSpPr>
        <p:spPr>
          <a:xfrm rot="10800000">
            <a:off x="2733025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67" name="Google Shape;1567;p53"/>
          <p:cNvSpPr/>
          <p:nvPr/>
        </p:nvSpPr>
        <p:spPr>
          <a:xfrm>
            <a:off x="297002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8" name="Google Shape;1568;p53"/>
          <p:cNvCxnSpPr>
            <a:stCxn id="1567" idx="6"/>
            <a:endCxn id="1545" idx="2"/>
          </p:cNvCxnSpPr>
          <p:nvPr/>
        </p:nvCxnSpPr>
        <p:spPr>
          <a:xfrm>
            <a:off x="3473425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9" name="Google Shape;1569;p53"/>
          <p:cNvSpPr/>
          <p:nvPr/>
        </p:nvSpPr>
        <p:spPr>
          <a:xfrm>
            <a:off x="371247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0" name="Google Shape;1570;p53"/>
          <p:cNvCxnSpPr>
            <a:stCxn id="1544" idx="4"/>
            <a:endCxn id="1569" idx="0"/>
          </p:cNvCxnSpPr>
          <p:nvPr/>
        </p:nvCxnSpPr>
        <p:spPr>
          <a:xfrm>
            <a:off x="3962050" y="282988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71" name="Google Shape;1571;p53"/>
          <p:cNvSpPr/>
          <p:nvPr/>
        </p:nvSpPr>
        <p:spPr>
          <a:xfrm>
            <a:off x="3712475" y="23579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2" name="Google Shape;1572;p53"/>
          <p:cNvCxnSpPr>
            <a:stCxn id="1541" idx="6"/>
            <a:endCxn id="1571" idx="2"/>
          </p:cNvCxnSpPr>
          <p:nvPr/>
        </p:nvCxnSpPr>
        <p:spPr>
          <a:xfrm>
            <a:off x="3473413" y="259395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73" name="Google Shape;1573;p53"/>
          <p:cNvSpPr/>
          <p:nvPr/>
        </p:nvSpPr>
        <p:spPr>
          <a:xfrm>
            <a:off x="2970013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4" name="Google Shape;1574;p53"/>
          <p:cNvCxnSpPr>
            <a:stCxn id="1573" idx="0"/>
            <a:endCxn id="1571" idx="0"/>
          </p:cNvCxnSpPr>
          <p:nvPr/>
        </p:nvCxnSpPr>
        <p:spPr>
          <a:xfrm flipH="1" rot="-5400000">
            <a:off x="3592663" y="19870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5" name="Google Shape;1575;p53"/>
          <p:cNvCxnSpPr>
            <a:stCxn id="1571" idx="6"/>
            <a:endCxn id="1569" idx="6"/>
          </p:cNvCxnSpPr>
          <p:nvPr/>
        </p:nvCxnSpPr>
        <p:spPr>
          <a:xfrm>
            <a:off x="4215875" y="25939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6" name="Google Shape;1576;p53"/>
          <p:cNvCxnSpPr>
            <a:stCxn id="1565" idx="2"/>
            <a:endCxn id="1556" idx="2"/>
          </p:cNvCxnSpPr>
          <p:nvPr/>
        </p:nvCxnSpPr>
        <p:spPr>
          <a:xfrm flipH="1" rot="10800000">
            <a:off x="2229700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7" name="Google Shape;1577;p53"/>
          <p:cNvCxnSpPr/>
          <p:nvPr/>
        </p:nvCxnSpPr>
        <p:spPr>
          <a:xfrm rot="5400000">
            <a:off x="3644050" y="35260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8" name="Google Shape;1578;p53"/>
          <p:cNvCxnSpPr/>
          <p:nvPr/>
        </p:nvCxnSpPr>
        <p:spPr>
          <a:xfrm rot="5400000">
            <a:off x="2813350" y="35266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79" name="Google Shape;1579;p53"/>
          <p:cNvSpPr txBox="1"/>
          <p:nvPr/>
        </p:nvSpPr>
        <p:spPr>
          <a:xfrm>
            <a:off x="4957350" y="2107775"/>
            <a:ext cx="37122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consider the edge (w, t)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(w, t) -&gt; not a tree edge 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Ancestor(t) = w (Yes, if you backtrack from t, you will see w in the path).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Therefore, (w, t) is a forward edge.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Similarly, (s, t) is also a forward edge!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54"/>
          <p:cNvSpPr txBox="1"/>
          <p:nvPr>
            <p:ph type="title"/>
          </p:nvPr>
        </p:nvSpPr>
        <p:spPr>
          <a:xfrm>
            <a:off x="750281" y="77022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Edge</a:t>
            </a:r>
            <a:endParaRPr/>
          </a:p>
        </p:txBody>
      </p:sp>
      <p:sp>
        <p:nvSpPr>
          <p:cNvPr id="1585" name="Google Shape;1585;p54"/>
          <p:cNvSpPr txBox="1"/>
          <p:nvPr>
            <p:ph idx="1" type="body"/>
          </p:nvPr>
        </p:nvSpPr>
        <p:spPr>
          <a:xfrm>
            <a:off x="750274" y="1532200"/>
            <a:ext cx="75627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An edge (u, v) is a backward edge if (u, v) is not a tree edge and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ancestor(u) = v.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6" name="Google Shape;1586;p54"/>
          <p:cNvSpPr txBox="1"/>
          <p:nvPr/>
        </p:nvSpPr>
        <p:spPr>
          <a:xfrm>
            <a:off x="4949475" y="2001675"/>
            <a:ext cx="3300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consider the edge (t, x)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(t, x) -&gt; not a tree edge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Ancestor(t) = x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(Yes, if you backtrack from t, you will see x in the path).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Therefore, (t, x) is a backward edge.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If any graph has any backward edge, that means cycle is present.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(t, x, y, u) is a cycle in the graph.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4"/>
          <p:cNvSpPr/>
          <p:nvPr/>
        </p:nvSpPr>
        <p:spPr>
          <a:xfrm>
            <a:off x="1442225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54"/>
          <p:cNvSpPr/>
          <p:nvPr/>
        </p:nvSpPr>
        <p:spPr>
          <a:xfrm>
            <a:off x="2237575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54"/>
          <p:cNvSpPr/>
          <p:nvPr/>
        </p:nvSpPr>
        <p:spPr>
          <a:xfrm>
            <a:off x="14422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54"/>
          <p:cNvSpPr/>
          <p:nvPr/>
        </p:nvSpPr>
        <p:spPr>
          <a:xfrm>
            <a:off x="2977888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4"/>
          <p:cNvSpPr/>
          <p:nvPr/>
        </p:nvSpPr>
        <p:spPr>
          <a:xfrm>
            <a:off x="223757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4"/>
          <p:cNvSpPr/>
          <p:nvPr/>
        </p:nvSpPr>
        <p:spPr>
          <a:xfrm>
            <a:off x="297790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4"/>
          <p:cNvSpPr/>
          <p:nvPr/>
        </p:nvSpPr>
        <p:spPr>
          <a:xfrm>
            <a:off x="3718225" y="23579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4"/>
          <p:cNvSpPr/>
          <p:nvPr/>
        </p:nvSpPr>
        <p:spPr>
          <a:xfrm>
            <a:off x="37182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54"/>
          <p:cNvCxnSpPr>
            <a:stCxn id="1588" idx="2"/>
            <a:endCxn id="1587" idx="6"/>
          </p:cNvCxnSpPr>
          <p:nvPr/>
        </p:nvCxnSpPr>
        <p:spPr>
          <a:xfrm rot="10800000">
            <a:off x="1945675" y="25939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54"/>
          <p:cNvCxnSpPr>
            <a:stCxn id="1587" idx="4"/>
            <a:endCxn id="1589" idx="0"/>
          </p:cNvCxnSpPr>
          <p:nvPr/>
        </p:nvCxnSpPr>
        <p:spPr>
          <a:xfrm>
            <a:off x="1693925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54"/>
          <p:cNvCxnSpPr>
            <a:stCxn id="1588" idx="6"/>
            <a:endCxn id="1590" idx="2"/>
          </p:cNvCxnSpPr>
          <p:nvPr/>
        </p:nvCxnSpPr>
        <p:spPr>
          <a:xfrm>
            <a:off x="2740975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54"/>
          <p:cNvCxnSpPr>
            <a:stCxn id="1590" idx="6"/>
            <a:endCxn id="1593" idx="2"/>
          </p:cNvCxnSpPr>
          <p:nvPr/>
        </p:nvCxnSpPr>
        <p:spPr>
          <a:xfrm>
            <a:off x="3481288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54"/>
          <p:cNvCxnSpPr>
            <a:stCxn id="1593" idx="4"/>
            <a:endCxn id="1594" idx="0"/>
          </p:cNvCxnSpPr>
          <p:nvPr/>
        </p:nvCxnSpPr>
        <p:spPr>
          <a:xfrm>
            <a:off x="3969925" y="28298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54"/>
          <p:cNvCxnSpPr>
            <a:stCxn id="1590" idx="4"/>
            <a:endCxn id="1592" idx="0"/>
          </p:cNvCxnSpPr>
          <p:nvPr/>
        </p:nvCxnSpPr>
        <p:spPr>
          <a:xfrm>
            <a:off x="3229588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1" name="Google Shape;1601;p54"/>
          <p:cNvCxnSpPr>
            <a:stCxn id="1592" idx="6"/>
            <a:endCxn id="1594" idx="2"/>
          </p:cNvCxnSpPr>
          <p:nvPr/>
        </p:nvCxnSpPr>
        <p:spPr>
          <a:xfrm>
            <a:off x="3481300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54"/>
          <p:cNvCxnSpPr>
            <a:stCxn id="1592" idx="2"/>
            <a:endCxn id="1591" idx="6"/>
          </p:cNvCxnSpPr>
          <p:nvPr/>
        </p:nvCxnSpPr>
        <p:spPr>
          <a:xfrm rot="10800000">
            <a:off x="2740900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54"/>
          <p:cNvCxnSpPr>
            <a:stCxn id="1591" idx="0"/>
            <a:endCxn id="1590" idx="3"/>
          </p:cNvCxnSpPr>
          <p:nvPr/>
        </p:nvCxnSpPr>
        <p:spPr>
          <a:xfrm flipH="1" rot="10800000">
            <a:off x="2489275" y="2760875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4" name="Google Shape;1604;p54"/>
          <p:cNvCxnSpPr>
            <a:stCxn id="1588" idx="4"/>
            <a:endCxn id="1591" idx="0"/>
          </p:cNvCxnSpPr>
          <p:nvPr/>
        </p:nvCxnSpPr>
        <p:spPr>
          <a:xfrm>
            <a:off x="2489275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5" name="Google Shape;1605;p54"/>
          <p:cNvSpPr/>
          <p:nvPr/>
        </p:nvSpPr>
        <p:spPr>
          <a:xfrm>
            <a:off x="2237625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6" name="Google Shape;1606;p54"/>
          <p:cNvCxnSpPr/>
          <p:nvPr/>
        </p:nvCxnSpPr>
        <p:spPr>
          <a:xfrm rot="10800000">
            <a:off x="1945675" y="259395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7" name="Google Shape;1607;p54"/>
          <p:cNvSpPr/>
          <p:nvPr/>
        </p:nvSpPr>
        <p:spPr>
          <a:xfrm>
            <a:off x="1442225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8" name="Google Shape;1608;p54"/>
          <p:cNvCxnSpPr>
            <a:stCxn id="1607" idx="4"/>
            <a:endCxn id="1589" idx="0"/>
          </p:cNvCxnSpPr>
          <p:nvPr/>
        </p:nvCxnSpPr>
        <p:spPr>
          <a:xfrm>
            <a:off x="1693925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9" name="Google Shape;1609;p54"/>
          <p:cNvSpPr/>
          <p:nvPr/>
        </p:nvSpPr>
        <p:spPr>
          <a:xfrm>
            <a:off x="144222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0" name="Google Shape;1610;p54"/>
          <p:cNvCxnSpPr>
            <a:stCxn id="1609" idx="2"/>
            <a:endCxn id="1607" idx="2"/>
          </p:cNvCxnSpPr>
          <p:nvPr/>
        </p:nvCxnSpPr>
        <p:spPr>
          <a:xfrm flipH="1" rot="10800000">
            <a:off x="1442225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11" name="Google Shape;1611;p54"/>
          <p:cNvCxnSpPr>
            <a:stCxn id="1607" idx="0"/>
            <a:endCxn id="1605" idx="0"/>
          </p:cNvCxnSpPr>
          <p:nvPr/>
        </p:nvCxnSpPr>
        <p:spPr>
          <a:xfrm flipH="1" rot="-5400000">
            <a:off x="2091275" y="19606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12" name="Google Shape;1612;p54"/>
          <p:cNvCxnSpPr>
            <a:stCxn id="1605" idx="4"/>
            <a:endCxn id="1591" idx="0"/>
          </p:cNvCxnSpPr>
          <p:nvPr/>
        </p:nvCxnSpPr>
        <p:spPr>
          <a:xfrm>
            <a:off x="2489325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3" name="Google Shape;1613;p54"/>
          <p:cNvCxnSpPr/>
          <p:nvPr/>
        </p:nvCxnSpPr>
        <p:spPr>
          <a:xfrm>
            <a:off x="2740975" y="2593950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4" name="Google Shape;1614;p54"/>
          <p:cNvSpPr/>
          <p:nvPr/>
        </p:nvSpPr>
        <p:spPr>
          <a:xfrm>
            <a:off x="223757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5" name="Google Shape;1615;p54"/>
          <p:cNvCxnSpPr>
            <a:stCxn id="1592" idx="2"/>
            <a:endCxn id="1614" idx="6"/>
          </p:cNvCxnSpPr>
          <p:nvPr/>
        </p:nvCxnSpPr>
        <p:spPr>
          <a:xfrm rot="10800000">
            <a:off x="2740900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16" name="Google Shape;1616;p54"/>
          <p:cNvSpPr/>
          <p:nvPr/>
        </p:nvSpPr>
        <p:spPr>
          <a:xfrm>
            <a:off x="297790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7" name="Google Shape;1617;p54"/>
          <p:cNvCxnSpPr>
            <a:stCxn id="1616" idx="6"/>
            <a:endCxn id="1594" idx="2"/>
          </p:cNvCxnSpPr>
          <p:nvPr/>
        </p:nvCxnSpPr>
        <p:spPr>
          <a:xfrm>
            <a:off x="3481300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8" name="Google Shape;1618;p54"/>
          <p:cNvSpPr/>
          <p:nvPr/>
        </p:nvSpPr>
        <p:spPr>
          <a:xfrm>
            <a:off x="372035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9" name="Google Shape;1619;p54"/>
          <p:cNvCxnSpPr>
            <a:stCxn id="1593" idx="4"/>
            <a:endCxn id="1618" idx="0"/>
          </p:cNvCxnSpPr>
          <p:nvPr/>
        </p:nvCxnSpPr>
        <p:spPr>
          <a:xfrm>
            <a:off x="3969925" y="282988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20" name="Google Shape;1620;p54"/>
          <p:cNvSpPr/>
          <p:nvPr/>
        </p:nvSpPr>
        <p:spPr>
          <a:xfrm>
            <a:off x="3720350" y="23579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1" name="Google Shape;1621;p54"/>
          <p:cNvCxnSpPr>
            <a:stCxn id="1590" idx="6"/>
            <a:endCxn id="1620" idx="2"/>
          </p:cNvCxnSpPr>
          <p:nvPr/>
        </p:nvCxnSpPr>
        <p:spPr>
          <a:xfrm>
            <a:off x="3481288" y="259395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22" name="Google Shape;1622;p54"/>
          <p:cNvSpPr/>
          <p:nvPr/>
        </p:nvSpPr>
        <p:spPr>
          <a:xfrm>
            <a:off x="2977888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3" name="Google Shape;1623;p54"/>
          <p:cNvCxnSpPr>
            <a:stCxn id="1622" idx="0"/>
            <a:endCxn id="1620" idx="0"/>
          </p:cNvCxnSpPr>
          <p:nvPr/>
        </p:nvCxnSpPr>
        <p:spPr>
          <a:xfrm flipH="1" rot="-5400000">
            <a:off x="3600538" y="19870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24" name="Google Shape;1624;p54"/>
          <p:cNvCxnSpPr>
            <a:stCxn id="1620" idx="6"/>
            <a:endCxn id="1618" idx="6"/>
          </p:cNvCxnSpPr>
          <p:nvPr/>
        </p:nvCxnSpPr>
        <p:spPr>
          <a:xfrm>
            <a:off x="4223750" y="25939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25" name="Google Shape;1625;p54"/>
          <p:cNvCxnSpPr>
            <a:stCxn id="1614" idx="2"/>
            <a:endCxn id="1605" idx="2"/>
          </p:cNvCxnSpPr>
          <p:nvPr/>
        </p:nvCxnSpPr>
        <p:spPr>
          <a:xfrm flipH="1" rot="10800000">
            <a:off x="2237575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26" name="Google Shape;1626;p54"/>
          <p:cNvCxnSpPr/>
          <p:nvPr/>
        </p:nvCxnSpPr>
        <p:spPr>
          <a:xfrm rot="5400000">
            <a:off x="3651925" y="35260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27" name="Google Shape;1627;p54"/>
          <p:cNvCxnSpPr/>
          <p:nvPr/>
        </p:nvCxnSpPr>
        <p:spPr>
          <a:xfrm rot="5400000">
            <a:off x="2821225" y="35266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5"/>
          <p:cNvSpPr txBox="1"/>
          <p:nvPr>
            <p:ph type="title"/>
          </p:nvPr>
        </p:nvSpPr>
        <p:spPr>
          <a:xfrm>
            <a:off x="758156" y="7387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Edge</a:t>
            </a:r>
            <a:endParaRPr/>
          </a:p>
        </p:txBody>
      </p:sp>
      <p:sp>
        <p:nvSpPr>
          <p:cNvPr id="1633" name="Google Shape;1633;p55"/>
          <p:cNvSpPr txBox="1"/>
          <p:nvPr/>
        </p:nvSpPr>
        <p:spPr>
          <a:xfrm>
            <a:off x="758150" y="1549325"/>
            <a:ext cx="69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edge (u, v) is a cross edge if (u, v) is not a tree edge and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ancestor(u) ≠ v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 (v)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≠ u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4" name="Google Shape;1634;p55"/>
          <p:cNvSpPr/>
          <p:nvPr/>
        </p:nvSpPr>
        <p:spPr>
          <a:xfrm>
            <a:off x="1379350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55"/>
          <p:cNvSpPr/>
          <p:nvPr/>
        </p:nvSpPr>
        <p:spPr>
          <a:xfrm>
            <a:off x="2174700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5"/>
          <p:cNvSpPr/>
          <p:nvPr/>
        </p:nvSpPr>
        <p:spPr>
          <a:xfrm>
            <a:off x="137935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5"/>
          <p:cNvSpPr/>
          <p:nvPr/>
        </p:nvSpPr>
        <p:spPr>
          <a:xfrm>
            <a:off x="2915013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55"/>
          <p:cNvSpPr/>
          <p:nvPr/>
        </p:nvSpPr>
        <p:spPr>
          <a:xfrm>
            <a:off x="217470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55"/>
          <p:cNvSpPr/>
          <p:nvPr/>
        </p:nvSpPr>
        <p:spPr>
          <a:xfrm>
            <a:off x="2915025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5"/>
          <p:cNvSpPr/>
          <p:nvPr/>
        </p:nvSpPr>
        <p:spPr>
          <a:xfrm>
            <a:off x="3655350" y="25860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5"/>
          <p:cNvSpPr/>
          <p:nvPr/>
        </p:nvSpPr>
        <p:spPr>
          <a:xfrm>
            <a:off x="365535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2" name="Google Shape;1642;p55"/>
          <p:cNvCxnSpPr>
            <a:stCxn id="1635" idx="2"/>
            <a:endCxn id="1634" idx="6"/>
          </p:cNvCxnSpPr>
          <p:nvPr/>
        </p:nvCxnSpPr>
        <p:spPr>
          <a:xfrm rot="10800000">
            <a:off x="1882800" y="282202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55"/>
          <p:cNvCxnSpPr>
            <a:stCxn id="1634" idx="4"/>
            <a:endCxn id="1636" idx="0"/>
          </p:cNvCxnSpPr>
          <p:nvPr/>
        </p:nvCxnSpPr>
        <p:spPr>
          <a:xfrm>
            <a:off x="1631050" y="305797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4" name="Google Shape;1644;p55"/>
          <p:cNvCxnSpPr>
            <a:stCxn id="1635" idx="6"/>
            <a:endCxn id="1637" idx="2"/>
          </p:cNvCxnSpPr>
          <p:nvPr/>
        </p:nvCxnSpPr>
        <p:spPr>
          <a:xfrm>
            <a:off x="2678100" y="28220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5" name="Google Shape;1645;p55"/>
          <p:cNvCxnSpPr>
            <a:stCxn id="1637" idx="6"/>
            <a:endCxn id="1640" idx="2"/>
          </p:cNvCxnSpPr>
          <p:nvPr/>
        </p:nvCxnSpPr>
        <p:spPr>
          <a:xfrm>
            <a:off x="3418413" y="28220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55"/>
          <p:cNvCxnSpPr>
            <a:stCxn id="1640" idx="4"/>
            <a:endCxn id="1641" idx="0"/>
          </p:cNvCxnSpPr>
          <p:nvPr/>
        </p:nvCxnSpPr>
        <p:spPr>
          <a:xfrm>
            <a:off x="3907050" y="305796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7" name="Google Shape;1647;p55"/>
          <p:cNvCxnSpPr>
            <a:stCxn id="1637" idx="4"/>
            <a:endCxn id="1639" idx="0"/>
          </p:cNvCxnSpPr>
          <p:nvPr/>
        </p:nvCxnSpPr>
        <p:spPr>
          <a:xfrm>
            <a:off x="3166713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8" name="Google Shape;1648;p55"/>
          <p:cNvCxnSpPr>
            <a:stCxn id="1639" idx="6"/>
            <a:endCxn id="1641" idx="2"/>
          </p:cNvCxnSpPr>
          <p:nvPr/>
        </p:nvCxnSpPr>
        <p:spPr>
          <a:xfrm>
            <a:off x="3418425" y="38897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55"/>
          <p:cNvCxnSpPr>
            <a:stCxn id="1639" idx="2"/>
            <a:endCxn id="1638" idx="6"/>
          </p:cNvCxnSpPr>
          <p:nvPr/>
        </p:nvCxnSpPr>
        <p:spPr>
          <a:xfrm rot="10800000">
            <a:off x="2678025" y="38897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55"/>
          <p:cNvCxnSpPr>
            <a:stCxn id="1638" idx="0"/>
            <a:endCxn id="1637" idx="3"/>
          </p:cNvCxnSpPr>
          <p:nvPr/>
        </p:nvCxnSpPr>
        <p:spPr>
          <a:xfrm flipH="1" rot="10800000">
            <a:off x="2426400" y="2988950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1" name="Google Shape;1651;p55"/>
          <p:cNvCxnSpPr>
            <a:stCxn id="1635" idx="4"/>
            <a:endCxn id="1638" idx="0"/>
          </p:cNvCxnSpPr>
          <p:nvPr/>
        </p:nvCxnSpPr>
        <p:spPr>
          <a:xfrm>
            <a:off x="2426400" y="305797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2" name="Google Shape;1652;p55"/>
          <p:cNvSpPr/>
          <p:nvPr/>
        </p:nvSpPr>
        <p:spPr>
          <a:xfrm>
            <a:off x="2174750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3" name="Google Shape;1653;p55"/>
          <p:cNvCxnSpPr/>
          <p:nvPr/>
        </p:nvCxnSpPr>
        <p:spPr>
          <a:xfrm rot="10800000">
            <a:off x="1882800" y="2822025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4" name="Google Shape;1654;p55"/>
          <p:cNvSpPr/>
          <p:nvPr/>
        </p:nvSpPr>
        <p:spPr>
          <a:xfrm>
            <a:off x="1379350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5" name="Google Shape;1655;p55"/>
          <p:cNvCxnSpPr>
            <a:stCxn id="1654" idx="4"/>
            <a:endCxn id="1636" idx="0"/>
          </p:cNvCxnSpPr>
          <p:nvPr/>
        </p:nvCxnSpPr>
        <p:spPr>
          <a:xfrm>
            <a:off x="1631050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6" name="Google Shape;1656;p55"/>
          <p:cNvSpPr/>
          <p:nvPr/>
        </p:nvSpPr>
        <p:spPr>
          <a:xfrm>
            <a:off x="1379350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7" name="Google Shape;1657;p55"/>
          <p:cNvCxnSpPr>
            <a:stCxn id="1656" idx="2"/>
            <a:endCxn id="1654" idx="2"/>
          </p:cNvCxnSpPr>
          <p:nvPr/>
        </p:nvCxnSpPr>
        <p:spPr>
          <a:xfrm flipH="1" rot="10800000">
            <a:off x="1379350" y="282200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58" name="Google Shape;1658;p55"/>
          <p:cNvCxnSpPr>
            <a:stCxn id="1654" idx="0"/>
            <a:endCxn id="1652" idx="0"/>
          </p:cNvCxnSpPr>
          <p:nvPr/>
        </p:nvCxnSpPr>
        <p:spPr>
          <a:xfrm flipH="1" rot="-5400000">
            <a:off x="2028400" y="218872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59" name="Google Shape;1659;p55"/>
          <p:cNvCxnSpPr>
            <a:stCxn id="1652" idx="4"/>
            <a:endCxn id="1638" idx="0"/>
          </p:cNvCxnSpPr>
          <p:nvPr/>
        </p:nvCxnSpPr>
        <p:spPr>
          <a:xfrm>
            <a:off x="2426450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0" name="Google Shape;1660;p55"/>
          <p:cNvCxnSpPr/>
          <p:nvPr/>
        </p:nvCxnSpPr>
        <p:spPr>
          <a:xfrm>
            <a:off x="2678100" y="2822025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1" name="Google Shape;1661;p55"/>
          <p:cNvSpPr/>
          <p:nvPr/>
        </p:nvSpPr>
        <p:spPr>
          <a:xfrm>
            <a:off x="2174700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2" name="Google Shape;1662;p55"/>
          <p:cNvCxnSpPr>
            <a:stCxn id="1639" idx="2"/>
            <a:endCxn id="1661" idx="6"/>
          </p:cNvCxnSpPr>
          <p:nvPr/>
        </p:nvCxnSpPr>
        <p:spPr>
          <a:xfrm rot="10800000">
            <a:off x="2678025" y="3889700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63" name="Google Shape;1663;p55"/>
          <p:cNvSpPr/>
          <p:nvPr/>
        </p:nvSpPr>
        <p:spPr>
          <a:xfrm>
            <a:off x="2915025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4" name="Google Shape;1664;p55"/>
          <p:cNvCxnSpPr>
            <a:stCxn id="1663" idx="6"/>
            <a:endCxn id="1641" idx="2"/>
          </p:cNvCxnSpPr>
          <p:nvPr/>
        </p:nvCxnSpPr>
        <p:spPr>
          <a:xfrm>
            <a:off x="3418425" y="3889700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5" name="Google Shape;1665;p55"/>
          <p:cNvSpPr/>
          <p:nvPr/>
        </p:nvSpPr>
        <p:spPr>
          <a:xfrm>
            <a:off x="3657475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6" name="Google Shape;1666;p55"/>
          <p:cNvCxnSpPr>
            <a:stCxn id="1640" idx="4"/>
            <a:endCxn id="1665" idx="0"/>
          </p:cNvCxnSpPr>
          <p:nvPr/>
        </p:nvCxnSpPr>
        <p:spPr>
          <a:xfrm>
            <a:off x="3907050" y="3057963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67" name="Google Shape;1667;p55"/>
          <p:cNvSpPr/>
          <p:nvPr/>
        </p:nvSpPr>
        <p:spPr>
          <a:xfrm>
            <a:off x="3657475" y="25860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8" name="Google Shape;1668;p55"/>
          <p:cNvCxnSpPr>
            <a:stCxn id="1637" idx="6"/>
            <a:endCxn id="1667" idx="2"/>
          </p:cNvCxnSpPr>
          <p:nvPr/>
        </p:nvCxnSpPr>
        <p:spPr>
          <a:xfrm>
            <a:off x="3418413" y="2822025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69" name="Google Shape;1669;p55"/>
          <p:cNvSpPr/>
          <p:nvPr/>
        </p:nvSpPr>
        <p:spPr>
          <a:xfrm>
            <a:off x="2915013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0" name="Google Shape;1670;p55"/>
          <p:cNvCxnSpPr>
            <a:stCxn id="1669" idx="0"/>
            <a:endCxn id="1667" idx="0"/>
          </p:cNvCxnSpPr>
          <p:nvPr/>
        </p:nvCxnSpPr>
        <p:spPr>
          <a:xfrm flipH="1" rot="-5400000">
            <a:off x="3537663" y="221512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71" name="Google Shape;1671;p55"/>
          <p:cNvCxnSpPr>
            <a:stCxn id="1667" idx="6"/>
            <a:endCxn id="1665" idx="6"/>
          </p:cNvCxnSpPr>
          <p:nvPr/>
        </p:nvCxnSpPr>
        <p:spPr>
          <a:xfrm>
            <a:off x="4160875" y="282201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72" name="Google Shape;1672;p55"/>
          <p:cNvCxnSpPr>
            <a:stCxn id="1661" idx="2"/>
            <a:endCxn id="1652" idx="2"/>
          </p:cNvCxnSpPr>
          <p:nvPr/>
        </p:nvCxnSpPr>
        <p:spPr>
          <a:xfrm flipH="1" rot="10800000">
            <a:off x="2174700" y="282200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73" name="Google Shape;1673;p55"/>
          <p:cNvCxnSpPr/>
          <p:nvPr/>
        </p:nvCxnSpPr>
        <p:spPr>
          <a:xfrm rot="5400000">
            <a:off x="3589050" y="37541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74" name="Google Shape;1674;p55"/>
          <p:cNvCxnSpPr/>
          <p:nvPr/>
        </p:nvCxnSpPr>
        <p:spPr>
          <a:xfrm rot="5400000">
            <a:off x="2758350" y="37547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75" name="Google Shape;1675;p55"/>
          <p:cNvCxnSpPr>
            <a:stCxn id="1669" idx="0"/>
            <a:endCxn id="1654" idx="7"/>
          </p:cNvCxnSpPr>
          <p:nvPr/>
        </p:nvCxnSpPr>
        <p:spPr>
          <a:xfrm rot="5400000">
            <a:off x="2453313" y="1941675"/>
            <a:ext cx="69000" cy="1357800"/>
          </a:xfrm>
          <a:prstGeom prst="curvedConnector3">
            <a:avLst>
              <a:gd fmla="val -345109" name="adj1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6" name="Google Shape;1676;p55"/>
          <p:cNvSpPr txBox="1"/>
          <p:nvPr/>
        </p:nvSpPr>
        <p:spPr>
          <a:xfrm>
            <a:off x="5033425" y="2186025"/>
            <a:ext cx="3311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consider if edge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(t, r)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existed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(t, r) -&gt; not a tree edge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ancestor(t)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≠ r or ancestor(r) ≠ t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(Yes, if you backtrack from t to r, </a:t>
            </a: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you will not find r in the path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Again, if you backtrack from r to t, </a:t>
            </a: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you will not find t in path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FF9900"/>
                </a:solidFill>
                <a:latin typeface="Tahoma"/>
                <a:ea typeface="Tahoma"/>
                <a:cs typeface="Tahoma"/>
                <a:sym typeface="Tahoma"/>
              </a:rPr>
              <a:t>Therefore, (t, r) is a cross edge. </a:t>
            </a:r>
            <a:endParaRPr b="1">
              <a:solidFill>
                <a:srgbClr val="FF99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56"/>
          <p:cNvSpPr txBox="1"/>
          <p:nvPr>
            <p:ph type="title"/>
          </p:nvPr>
        </p:nvSpPr>
        <p:spPr>
          <a:xfrm>
            <a:off x="718806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in an Undirected Graph</a:t>
            </a:r>
            <a:endParaRPr/>
          </a:p>
        </p:txBody>
      </p:sp>
      <p:sp>
        <p:nvSpPr>
          <p:cNvPr id="1682" name="Google Shape;1682;p56"/>
          <p:cNvSpPr/>
          <p:nvPr/>
        </p:nvSpPr>
        <p:spPr>
          <a:xfrm>
            <a:off x="2042000" y="18673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6"/>
          <p:cNvSpPr/>
          <p:nvPr/>
        </p:nvSpPr>
        <p:spPr>
          <a:xfrm>
            <a:off x="2611175" y="27919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56"/>
          <p:cNvSpPr/>
          <p:nvPr/>
        </p:nvSpPr>
        <p:spPr>
          <a:xfrm>
            <a:off x="1434450" y="27919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56"/>
          <p:cNvSpPr/>
          <p:nvPr/>
        </p:nvSpPr>
        <p:spPr>
          <a:xfrm>
            <a:off x="2042000" y="36821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6" name="Google Shape;1686;p56"/>
          <p:cNvCxnSpPr>
            <a:stCxn id="1682" idx="3"/>
            <a:endCxn id="1684" idx="0"/>
          </p:cNvCxnSpPr>
          <p:nvPr/>
        </p:nvCxnSpPr>
        <p:spPr>
          <a:xfrm flipH="1">
            <a:off x="1686121" y="22701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56"/>
          <p:cNvCxnSpPr>
            <a:stCxn id="1684" idx="4"/>
            <a:endCxn id="1685" idx="1"/>
          </p:cNvCxnSpPr>
          <p:nvPr/>
        </p:nvCxnSpPr>
        <p:spPr>
          <a:xfrm>
            <a:off x="1686150" y="32638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56"/>
          <p:cNvCxnSpPr>
            <a:stCxn id="1682" idx="5"/>
            <a:endCxn id="1683" idx="0"/>
          </p:cNvCxnSpPr>
          <p:nvPr/>
        </p:nvCxnSpPr>
        <p:spPr>
          <a:xfrm>
            <a:off x="2471679" y="22701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9" name="Google Shape;1689;p56"/>
          <p:cNvSpPr/>
          <p:nvPr/>
        </p:nvSpPr>
        <p:spPr>
          <a:xfrm>
            <a:off x="6126725" y="18845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6"/>
          <p:cNvSpPr/>
          <p:nvPr/>
        </p:nvSpPr>
        <p:spPr>
          <a:xfrm>
            <a:off x="6695900" y="2809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6"/>
          <p:cNvSpPr/>
          <p:nvPr/>
        </p:nvSpPr>
        <p:spPr>
          <a:xfrm>
            <a:off x="5519175" y="2809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56"/>
          <p:cNvSpPr/>
          <p:nvPr/>
        </p:nvSpPr>
        <p:spPr>
          <a:xfrm>
            <a:off x="6126725" y="36993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3" name="Google Shape;1693;p56"/>
          <p:cNvCxnSpPr>
            <a:stCxn id="1689" idx="3"/>
            <a:endCxn id="1691" idx="0"/>
          </p:cNvCxnSpPr>
          <p:nvPr/>
        </p:nvCxnSpPr>
        <p:spPr>
          <a:xfrm flipH="1">
            <a:off x="5770846" y="22873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56"/>
          <p:cNvCxnSpPr>
            <a:stCxn id="1691" idx="4"/>
            <a:endCxn id="1692" idx="1"/>
          </p:cNvCxnSpPr>
          <p:nvPr/>
        </p:nvCxnSpPr>
        <p:spPr>
          <a:xfrm>
            <a:off x="5770875" y="32810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56"/>
          <p:cNvCxnSpPr>
            <a:stCxn id="1689" idx="5"/>
            <a:endCxn id="1690" idx="0"/>
          </p:cNvCxnSpPr>
          <p:nvPr/>
        </p:nvCxnSpPr>
        <p:spPr>
          <a:xfrm>
            <a:off x="6556404" y="22873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56"/>
          <p:cNvCxnSpPr>
            <a:stCxn id="1690" idx="4"/>
            <a:endCxn id="1692" idx="7"/>
          </p:cNvCxnSpPr>
          <p:nvPr/>
        </p:nvCxnSpPr>
        <p:spPr>
          <a:xfrm flipH="1">
            <a:off x="6556400" y="32810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56"/>
          <p:cNvSpPr txBox="1"/>
          <p:nvPr/>
        </p:nvSpPr>
        <p:spPr>
          <a:xfrm>
            <a:off x="1937850" y="4154075"/>
            <a:ext cx="1050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56"/>
          <p:cNvSpPr txBox="1"/>
          <p:nvPr/>
        </p:nvSpPr>
        <p:spPr>
          <a:xfrm>
            <a:off x="6126725" y="4154075"/>
            <a:ext cx="731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57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704" name="Google Shape;1704;p57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57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57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57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8" name="Google Shape;1708;p57"/>
          <p:cNvCxnSpPr>
            <a:stCxn id="1704" idx="3"/>
            <a:endCxn id="1706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57"/>
          <p:cNvCxnSpPr>
            <a:stCxn id="1706" idx="4"/>
            <a:endCxn id="1707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57"/>
          <p:cNvCxnSpPr>
            <a:stCxn id="1704" idx="5"/>
            <a:endCxn id="1705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57"/>
          <p:cNvCxnSpPr>
            <a:stCxn id="1705" idx="4"/>
            <a:endCxn id="1707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2" name="Google Shape;1712;p57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3" name="Google Shape;1713;p57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4" name="Google Shape;1714;p57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57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57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7" name="Google Shape;1717;p57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8" name="Google Shape;1718;p57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57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58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725" name="Google Shape;1725;p58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58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58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58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9" name="Google Shape;1729;p58"/>
          <p:cNvCxnSpPr>
            <a:stCxn id="1725" idx="3"/>
            <a:endCxn id="1727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58"/>
          <p:cNvCxnSpPr>
            <a:stCxn id="1727" idx="4"/>
            <a:endCxn id="1728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58"/>
          <p:cNvCxnSpPr>
            <a:stCxn id="1725" idx="5"/>
            <a:endCxn id="1726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2" name="Google Shape;1732;p58"/>
          <p:cNvCxnSpPr>
            <a:stCxn id="1726" idx="4"/>
            <a:endCxn id="1728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3" name="Google Shape;1733;p58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8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5" name="Google Shape;1735;p58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6" name="Google Shape;1736;p58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58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58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9" name="Google Shape;1739;p58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0" name="Google Shape;1740;p58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58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59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747" name="Google Shape;1747;p59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9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9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59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1" name="Google Shape;1751;p59"/>
          <p:cNvCxnSpPr>
            <a:stCxn id="1747" idx="3"/>
            <a:endCxn id="1749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59"/>
          <p:cNvCxnSpPr>
            <a:stCxn id="1749" idx="4"/>
            <a:endCxn id="1750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59"/>
          <p:cNvCxnSpPr>
            <a:stCxn id="1747" idx="5"/>
            <a:endCxn id="1748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59"/>
          <p:cNvCxnSpPr>
            <a:stCxn id="1748" idx="4"/>
            <a:endCxn id="1750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59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59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7" name="Google Shape;1757;p59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8" name="Google Shape;1758;p59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59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9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1" name="Google Shape;1761;p59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2" name="Google Shape;1762;p59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59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60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769" name="Google Shape;1769;p60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60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60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60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3" name="Google Shape;1773;p60"/>
          <p:cNvCxnSpPr>
            <a:stCxn id="1769" idx="3"/>
            <a:endCxn id="1771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60"/>
          <p:cNvCxnSpPr>
            <a:stCxn id="1771" idx="4"/>
            <a:endCxn id="1772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60"/>
          <p:cNvCxnSpPr>
            <a:stCxn id="1769" idx="5"/>
            <a:endCxn id="1770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60"/>
          <p:cNvCxnSpPr>
            <a:stCxn id="1770" idx="4"/>
            <a:endCxn id="1772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7" name="Google Shape;1777;p60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60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9" name="Google Shape;1779;p60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0" name="Google Shape;1780;p60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60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60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3" name="Google Shape;1783;p60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4" name="Google Shape;1784;p60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60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60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61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792" name="Google Shape;1792;p61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61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61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61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6" name="Google Shape;1796;p61"/>
          <p:cNvCxnSpPr>
            <a:stCxn id="1792" idx="3"/>
            <a:endCxn id="1794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61"/>
          <p:cNvCxnSpPr>
            <a:stCxn id="1794" idx="4"/>
            <a:endCxn id="1795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61"/>
          <p:cNvCxnSpPr>
            <a:stCxn id="1792" idx="5"/>
            <a:endCxn id="1793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61"/>
          <p:cNvCxnSpPr>
            <a:stCxn id="1793" idx="4"/>
            <a:endCxn id="1795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0" name="Google Shape;1800;p61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61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2" name="Google Shape;1802;p61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3" name="Google Shape;1803;p61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61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61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6" name="Google Shape;1806;p61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7" name="Google Shape;1807;p61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61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61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61"/>
          <p:cNvSpPr txBox="1"/>
          <p:nvPr/>
        </p:nvSpPr>
        <p:spPr>
          <a:xfrm>
            <a:off x="1360600" y="4106900"/>
            <a:ext cx="5874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4 are adjacent vertices of 2. However, 1 is already visited and 1 is also parent of 2. Therefore, it is not a cycle and we will visit 4 since it is unvisited yet.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61"/>
          <p:cNvSpPr/>
          <p:nvPr/>
        </p:nvSpPr>
        <p:spPr>
          <a:xfrm>
            <a:off x="619938" y="2209975"/>
            <a:ext cx="1015900" cy="2202100"/>
          </a:xfrm>
          <a:custGeom>
            <a:rect b="b" l="l" r="r" t="t"/>
            <a:pathLst>
              <a:path extrusionOk="0" h="88084" w="40636">
                <a:moveTo>
                  <a:pt x="40636" y="0"/>
                </a:moveTo>
                <a:cubicBezTo>
                  <a:pt x="32884" y="597"/>
                  <a:pt x="24625" y="612"/>
                  <a:pt x="17671" y="4090"/>
                </a:cubicBezTo>
                <a:cubicBezTo>
                  <a:pt x="10391" y="7731"/>
                  <a:pt x="5429" y="15658"/>
                  <a:pt x="2571" y="23279"/>
                </a:cubicBezTo>
                <a:cubicBezTo>
                  <a:pt x="-5722" y="45391"/>
                  <a:pt x="7583" y="88084"/>
                  <a:pt x="31199" y="8808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62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817" name="Google Shape;1817;p62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62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62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62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1" name="Google Shape;1821;p62"/>
          <p:cNvCxnSpPr>
            <a:stCxn id="1817" idx="3"/>
            <a:endCxn id="1819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2" name="Google Shape;1822;p62"/>
          <p:cNvCxnSpPr>
            <a:stCxn id="1819" idx="4"/>
            <a:endCxn id="1820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3" name="Google Shape;1823;p62"/>
          <p:cNvCxnSpPr>
            <a:stCxn id="1817" idx="5"/>
            <a:endCxn id="1818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4" name="Google Shape;1824;p62"/>
          <p:cNvCxnSpPr>
            <a:stCxn id="1818" idx="4"/>
            <a:endCxn id="1820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5" name="Google Shape;1825;p62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62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7" name="Google Shape;1827;p62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28" name="Google Shape;1828;p62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62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62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1" name="Google Shape;1831;p62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2" name="Google Shape;1832;p62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62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62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3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840" name="Google Shape;1840;p63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63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63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63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63"/>
          <p:cNvCxnSpPr>
            <a:stCxn id="1840" idx="3"/>
            <a:endCxn id="1842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63"/>
          <p:cNvCxnSpPr>
            <a:stCxn id="1842" idx="4"/>
            <a:endCxn id="1843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63"/>
          <p:cNvCxnSpPr>
            <a:stCxn id="1840" idx="5"/>
            <a:endCxn id="1841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63"/>
          <p:cNvCxnSpPr>
            <a:stCxn id="1841" idx="4"/>
            <a:endCxn id="1843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8" name="Google Shape;1848;p63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63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0" name="Google Shape;1850;p63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51" name="Google Shape;1851;p63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3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63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4" name="Google Shape;1854;p63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55" name="Google Shape;1855;p63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63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63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63"/>
          <p:cNvSpPr txBox="1"/>
          <p:nvPr/>
        </p:nvSpPr>
        <p:spPr>
          <a:xfrm>
            <a:off x="1470700" y="4139150"/>
            <a:ext cx="57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 are adjacent vertices of 4. However, 2 is already visited and 2 is also parent of 4. Therefore, it is not a cycle and we will visit 3 as it is unvisited yet. </a:t>
            </a:r>
            <a:endParaRPr/>
          </a:p>
        </p:txBody>
      </p:sp>
      <p:sp>
        <p:nvSpPr>
          <p:cNvPr id="1859" name="Google Shape;1859;p63"/>
          <p:cNvSpPr/>
          <p:nvPr/>
        </p:nvSpPr>
        <p:spPr>
          <a:xfrm>
            <a:off x="905325" y="3460450"/>
            <a:ext cx="691218" cy="975310"/>
          </a:xfrm>
          <a:custGeom>
            <a:rect b="b" l="l" r="r" t="t"/>
            <a:pathLst>
              <a:path extrusionOk="0" h="88084" w="40636">
                <a:moveTo>
                  <a:pt x="40636" y="0"/>
                </a:moveTo>
                <a:cubicBezTo>
                  <a:pt x="32884" y="597"/>
                  <a:pt x="24625" y="612"/>
                  <a:pt x="17671" y="4090"/>
                </a:cubicBezTo>
                <a:cubicBezTo>
                  <a:pt x="10391" y="7731"/>
                  <a:pt x="5429" y="15658"/>
                  <a:pt x="2571" y="23279"/>
                </a:cubicBezTo>
                <a:cubicBezTo>
                  <a:pt x="-5722" y="45391"/>
                  <a:pt x="7583" y="88084"/>
                  <a:pt x="31199" y="8808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64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865" name="Google Shape;1865;p64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64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64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64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9" name="Google Shape;1869;p64"/>
          <p:cNvCxnSpPr>
            <a:stCxn id="1865" idx="3"/>
            <a:endCxn id="1867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64"/>
          <p:cNvCxnSpPr>
            <a:stCxn id="1867" idx="4"/>
            <a:endCxn id="1868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64"/>
          <p:cNvCxnSpPr>
            <a:stCxn id="1865" idx="5"/>
            <a:endCxn id="1866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64"/>
          <p:cNvCxnSpPr>
            <a:stCxn id="1866" idx="4"/>
            <a:endCxn id="1868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3" name="Google Shape;1873;p64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64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5" name="Google Shape;1875;p64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76" name="Google Shape;1876;p64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64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4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9" name="Google Shape;1879;p64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0" name="Google Shape;1880;p64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64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64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64"/>
          <p:cNvSpPr txBox="1"/>
          <p:nvPr/>
        </p:nvSpPr>
        <p:spPr>
          <a:xfrm>
            <a:off x="1470700" y="4139150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65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889" name="Google Shape;1889;p65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5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65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65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3" name="Google Shape;1893;p65"/>
          <p:cNvCxnSpPr>
            <a:stCxn id="1889" idx="3"/>
            <a:endCxn id="1891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65"/>
          <p:cNvCxnSpPr>
            <a:stCxn id="1891" idx="4"/>
            <a:endCxn id="1892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5" name="Google Shape;1895;p65"/>
          <p:cNvCxnSpPr>
            <a:stCxn id="1889" idx="5"/>
            <a:endCxn id="1890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6" name="Google Shape;1896;p65"/>
          <p:cNvCxnSpPr>
            <a:stCxn id="1890" idx="4"/>
            <a:endCxn id="1892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7" name="Google Shape;1897;p65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5"/>
          <p:cNvSpPr txBox="1"/>
          <p:nvPr/>
        </p:nvSpPr>
        <p:spPr>
          <a:xfrm>
            <a:off x="2359550" y="17508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9" name="Google Shape;1899;p65"/>
          <p:cNvGraphicFramePr/>
          <p:nvPr/>
        </p:nvGraphicFramePr>
        <p:xfrm>
          <a:off x="359265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0" name="Google Shape;1900;p65"/>
          <p:cNvSpPr txBox="1"/>
          <p:nvPr/>
        </p:nvSpPr>
        <p:spPr>
          <a:xfrm>
            <a:off x="3592650" y="1750825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65"/>
          <p:cNvSpPr txBox="1"/>
          <p:nvPr/>
        </p:nvSpPr>
        <p:spPr>
          <a:xfrm>
            <a:off x="3592650" y="24992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65"/>
          <p:cNvSpPr txBox="1"/>
          <p:nvPr/>
        </p:nvSpPr>
        <p:spPr>
          <a:xfrm>
            <a:off x="2359550" y="28783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3" name="Google Shape;1903;p65"/>
          <p:cNvGraphicFramePr/>
          <p:nvPr/>
        </p:nvGraphicFramePr>
        <p:xfrm>
          <a:off x="3592650" y="329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4" name="Google Shape;1904;p65"/>
          <p:cNvSpPr txBox="1"/>
          <p:nvPr/>
        </p:nvSpPr>
        <p:spPr>
          <a:xfrm>
            <a:off x="3592650" y="2878375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65"/>
          <p:cNvSpPr txBox="1"/>
          <p:nvPr/>
        </p:nvSpPr>
        <p:spPr>
          <a:xfrm>
            <a:off x="3592650" y="36267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65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65"/>
          <p:cNvSpPr txBox="1"/>
          <p:nvPr/>
        </p:nvSpPr>
        <p:spPr>
          <a:xfrm>
            <a:off x="1470700" y="4139150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65"/>
          <p:cNvSpPr txBox="1"/>
          <p:nvPr/>
        </p:nvSpPr>
        <p:spPr>
          <a:xfrm>
            <a:off x="6260250" y="1750825"/>
            <a:ext cx="20685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 are adjacent vertices of 3. However, 4 is already visited and 4 is also parent of 3. Therefore, it is not a cycle. We will then check 1 and since 1 is already visited, we will check whether 1 is parent of 3.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parent of 3 is 4, therefore,  there exists a cycle!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09" name="Google Shape;1909;p65"/>
          <p:cNvSpPr/>
          <p:nvPr/>
        </p:nvSpPr>
        <p:spPr>
          <a:xfrm>
            <a:off x="2493100" y="1690900"/>
            <a:ext cx="3775050" cy="597725"/>
          </a:xfrm>
          <a:custGeom>
            <a:rect b="b" l="l" r="r" t="t"/>
            <a:pathLst>
              <a:path extrusionOk="0" h="23909" w="151002">
                <a:moveTo>
                  <a:pt x="0" y="23909"/>
                </a:moveTo>
                <a:cubicBezTo>
                  <a:pt x="15193" y="1107"/>
                  <a:pt x="51247" y="0"/>
                  <a:pt x="78647" y="0"/>
                </a:cubicBezTo>
                <a:cubicBezTo>
                  <a:pt x="95887" y="0"/>
                  <a:pt x="113117" y="3789"/>
                  <a:pt x="129610" y="8809"/>
                </a:cubicBezTo>
                <a:cubicBezTo>
                  <a:pt x="136750" y="10982"/>
                  <a:pt x="145725" y="10138"/>
                  <a:pt x="151002" y="1541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66"/>
          <p:cNvSpPr txBox="1"/>
          <p:nvPr>
            <p:ph type="title"/>
          </p:nvPr>
        </p:nvSpPr>
        <p:spPr>
          <a:xfrm>
            <a:off x="68765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in a Directed Graph</a:t>
            </a:r>
            <a:endParaRPr/>
          </a:p>
        </p:txBody>
      </p:sp>
      <p:sp>
        <p:nvSpPr>
          <p:cNvPr id="1915" name="Google Shape;1915;p66"/>
          <p:cNvSpPr/>
          <p:nvPr/>
        </p:nvSpPr>
        <p:spPr>
          <a:xfrm>
            <a:off x="855425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66"/>
          <p:cNvSpPr/>
          <p:nvPr/>
        </p:nvSpPr>
        <p:spPr>
          <a:xfrm>
            <a:off x="2200100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66"/>
          <p:cNvSpPr/>
          <p:nvPr/>
        </p:nvSpPr>
        <p:spPr>
          <a:xfrm>
            <a:off x="85542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66"/>
          <p:cNvSpPr/>
          <p:nvPr/>
        </p:nvSpPr>
        <p:spPr>
          <a:xfrm>
            <a:off x="220010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66"/>
          <p:cNvSpPr txBox="1"/>
          <p:nvPr/>
        </p:nvSpPr>
        <p:spPr>
          <a:xfrm>
            <a:off x="1547600" y="3540025"/>
            <a:ext cx="904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66"/>
          <p:cNvSpPr/>
          <p:nvPr/>
        </p:nvSpPr>
        <p:spPr>
          <a:xfrm>
            <a:off x="309965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1" name="Google Shape;1921;p66"/>
          <p:cNvCxnSpPr>
            <a:stCxn id="1915" idx="6"/>
            <a:endCxn id="1916" idx="2"/>
          </p:cNvCxnSpPr>
          <p:nvPr/>
        </p:nvCxnSpPr>
        <p:spPr>
          <a:xfrm>
            <a:off x="1358825" y="2224538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2" name="Google Shape;1922;p66"/>
          <p:cNvCxnSpPr>
            <a:stCxn id="1915" idx="4"/>
            <a:endCxn id="1917" idx="0"/>
          </p:cNvCxnSpPr>
          <p:nvPr/>
        </p:nvCxnSpPr>
        <p:spPr>
          <a:xfrm>
            <a:off x="1107125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3" name="Google Shape;1923;p66"/>
          <p:cNvCxnSpPr>
            <a:stCxn id="1917" idx="6"/>
            <a:endCxn id="1918" idx="2"/>
          </p:cNvCxnSpPr>
          <p:nvPr/>
        </p:nvCxnSpPr>
        <p:spPr>
          <a:xfrm>
            <a:off x="1358825" y="3304063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4" name="Google Shape;1924;p66"/>
          <p:cNvCxnSpPr>
            <a:stCxn id="1916" idx="4"/>
            <a:endCxn id="1918" idx="0"/>
          </p:cNvCxnSpPr>
          <p:nvPr/>
        </p:nvCxnSpPr>
        <p:spPr>
          <a:xfrm>
            <a:off x="2451800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5" name="Google Shape;1925;p66"/>
          <p:cNvCxnSpPr>
            <a:stCxn id="1918" idx="6"/>
            <a:endCxn id="1920" idx="2"/>
          </p:cNvCxnSpPr>
          <p:nvPr/>
        </p:nvCxnSpPr>
        <p:spPr>
          <a:xfrm>
            <a:off x="2703500" y="3304063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6" name="Google Shape;1926;p66"/>
          <p:cNvSpPr/>
          <p:nvPr/>
        </p:nvSpPr>
        <p:spPr>
          <a:xfrm>
            <a:off x="4900850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66"/>
          <p:cNvSpPr/>
          <p:nvPr/>
        </p:nvSpPr>
        <p:spPr>
          <a:xfrm>
            <a:off x="6245525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66"/>
          <p:cNvSpPr/>
          <p:nvPr/>
        </p:nvSpPr>
        <p:spPr>
          <a:xfrm>
            <a:off x="490085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66"/>
          <p:cNvSpPr/>
          <p:nvPr/>
        </p:nvSpPr>
        <p:spPr>
          <a:xfrm>
            <a:off x="624552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66"/>
          <p:cNvSpPr txBox="1"/>
          <p:nvPr/>
        </p:nvSpPr>
        <p:spPr>
          <a:xfrm>
            <a:off x="5593025" y="3429925"/>
            <a:ext cx="904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66"/>
          <p:cNvSpPr/>
          <p:nvPr/>
        </p:nvSpPr>
        <p:spPr>
          <a:xfrm>
            <a:off x="714507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2" name="Google Shape;1932;p66"/>
          <p:cNvCxnSpPr>
            <a:stCxn id="1926" idx="6"/>
            <a:endCxn id="1927" idx="2"/>
          </p:cNvCxnSpPr>
          <p:nvPr/>
        </p:nvCxnSpPr>
        <p:spPr>
          <a:xfrm>
            <a:off x="5404250" y="2224538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33" name="Google Shape;1933;p66"/>
          <p:cNvCxnSpPr>
            <a:stCxn id="1926" idx="4"/>
            <a:endCxn id="1928" idx="0"/>
          </p:cNvCxnSpPr>
          <p:nvPr/>
        </p:nvCxnSpPr>
        <p:spPr>
          <a:xfrm>
            <a:off x="5152550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4" name="Google Shape;1934;p66"/>
          <p:cNvCxnSpPr>
            <a:stCxn id="1928" idx="6"/>
            <a:endCxn id="1929" idx="2"/>
          </p:cNvCxnSpPr>
          <p:nvPr/>
        </p:nvCxnSpPr>
        <p:spPr>
          <a:xfrm>
            <a:off x="5404250" y="3304063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5" name="Google Shape;1935;p66"/>
          <p:cNvCxnSpPr>
            <a:stCxn id="1927" idx="4"/>
            <a:endCxn id="1929" idx="0"/>
          </p:cNvCxnSpPr>
          <p:nvPr/>
        </p:nvCxnSpPr>
        <p:spPr>
          <a:xfrm>
            <a:off x="6497225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36" name="Google Shape;1936;p66"/>
          <p:cNvCxnSpPr>
            <a:stCxn id="1929" idx="6"/>
            <a:endCxn id="1931" idx="2"/>
          </p:cNvCxnSpPr>
          <p:nvPr/>
        </p:nvCxnSpPr>
        <p:spPr>
          <a:xfrm>
            <a:off x="6748925" y="3304063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67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942" name="Google Shape;1942;p67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67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67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67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67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7" name="Google Shape;1947;p67"/>
          <p:cNvCxnSpPr>
            <a:stCxn id="1942" idx="6"/>
            <a:endCxn id="194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8" name="Google Shape;1948;p67"/>
          <p:cNvCxnSpPr>
            <a:stCxn id="1942" idx="4"/>
            <a:endCxn id="194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9" name="Google Shape;1949;p67"/>
          <p:cNvCxnSpPr>
            <a:stCxn id="1944" idx="6"/>
            <a:endCxn id="194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0" name="Google Shape;1950;p67"/>
          <p:cNvCxnSpPr>
            <a:stCxn id="1943" idx="4"/>
            <a:endCxn id="194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1" name="Google Shape;1951;p67"/>
          <p:cNvCxnSpPr>
            <a:stCxn id="1945" idx="6"/>
            <a:endCxn id="194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52" name="Google Shape;1952;p67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3" name="Google Shape;1953;p67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4" name="Google Shape;1954;p67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67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67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7" name="Google Shape;1957;p67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8" name="Google Shape;1958;p67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67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68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965" name="Google Shape;1965;p68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68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68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68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68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0" name="Google Shape;1970;p68"/>
          <p:cNvCxnSpPr>
            <a:stCxn id="1965" idx="6"/>
            <a:endCxn id="1966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1" name="Google Shape;1971;p68"/>
          <p:cNvCxnSpPr>
            <a:stCxn id="1965" idx="4"/>
            <a:endCxn id="1967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2" name="Google Shape;1972;p68"/>
          <p:cNvCxnSpPr>
            <a:stCxn id="1967" idx="6"/>
            <a:endCxn id="1968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3" name="Google Shape;1973;p68"/>
          <p:cNvCxnSpPr>
            <a:stCxn id="1966" idx="4"/>
            <a:endCxn id="1968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4" name="Google Shape;1974;p68"/>
          <p:cNvCxnSpPr>
            <a:stCxn id="1968" idx="6"/>
            <a:endCxn id="1969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75" name="Google Shape;1975;p68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6" name="Google Shape;1976;p68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7" name="Google Shape;1977;p68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68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68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0" name="Google Shape;1980;p68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81" name="Google Shape;1981;p68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68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69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1988" name="Google Shape;1988;p69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69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69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69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69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3" name="Google Shape;1993;p69"/>
          <p:cNvCxnSpPr>
            <a:stCxn id="1988" idx="6"/>
            <a:endCxn id="1989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4" name="Google Shape;1994;p69"/>
          <p:cNvCxnSpPr>
            <a:stCxn id="1988" idx="4"/>
            <a:endCxn id="1990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5" name="Google Shape;1995;p69"/>
          <p:cNvCxnSpPr>
            <a:stCxn id="1990" idx="6"/>
            <a:endCxn id="1991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6" name="Google Shape;1996;p69"/>
          <p:cNvCxnSpPr>
            <a:stCxn id="1989" idx="4"/>
            <a:endCxn id="1991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7" name="Google Shape;1997;p69"/>
          <p:cNvCxnSpPr>
            <a:stCxn id="1991" idx="6"/>
            <a:endCxn id="1992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8" name="Google Shape;1998;p69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9" name="Google Shape;1999;p69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0" name="Google Shape;2000;p69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69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69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3" name="Google Shape;2003;p69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4" name="Google Shape;2004;p69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69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70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011" name="Google Shape;2011;p70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70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0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70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70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6" name="Google Shape;2016;p70"/>
          <p:cNvCxnSpPr>
            <a:stCxn id="2011" idx="6"/>
            <a:endCxn id="2012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7" name="Google Shape;2017;p70"/>
          <p:cNvCxnSpPr>
            <a:stCxn id="2011" idx="4"/>
            <a:endCxn id="2013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8" name="Google Shape;2018;p70"/>
          <p:cNvCxnSpPr>
            <a:stCxn id="2013" idx="6"/>
            <a:endCxn id="2014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9" name="Google Shape;2019;p70"/>
          <p:cNvCxnSpPr>
            <a:stCxn id="2012" idx="4"/>
            <a:endCxn id="2014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0" name="Google Shape;2020;p70"/>
          <p:cNvCxnSpPr>
            <a:stCxn id="2014" idx="6"/>
            <a:endCxn id="2015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21" name="Google Shape;2021;p70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2" name="Google Shape;2022;p70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3" name="Google Shape;2023;p70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70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70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6" name="Google Shape;2026;p70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7" name="Google Shape;2027;p70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70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71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034" name="Google Shape;2034;p71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71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71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71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71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9" name="Google Shape;2039;p71"/>
          <p:cNvCxnSpPr>
            <a:stCxn id="2034" idx="6"/>
            <a:endCxn id="2035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0" name="Google Shape;2040;p71"/>
          <p:cNvCxnSpPr>
            <a:stCxn id="2034" idx="4"/>
            <a:endCxn id="2036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1" name="Google Shape;2041;p71"/>
          <p:cNvCxnSpPr>
            <a:stCxn id="2036" idx="6"/>
            <a:endCxn id="2037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2" name="Google Shape;2042;p71"/>
          <p:cNvCxnSpPr>
            <a:stCxn id="2035" idx="4"/>
            <a:endCxn id="2037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3" name="Google Shape;2043;p71"/>
          <p:cNvCxnSpPr>
            <a:stCxn id="2037" idx="6"/>
            <a:endCxn id="2038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4" name="Google Shape;2044;p71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5" name="Google Shape;2045;p71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6" name="Google Shape;2046;p71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71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1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9" name="Google Shape;2049;p71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50" name="Google Shape;2050;p71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71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2" name="Google Shape;2052;p71"/>
          <p:cNvCxnSpPr>
            <a:stCxn id="2038" idx="4"/>
            <a:endCxn id="2037" idx="4"/>
          </p:cNvCxnSpPr>
          <p:nvPr/>
        </p:nvCxnSpPr>
        <p:spPr>
          <a:xfrm rot="5400000">
            <a:off x="2980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3" name="Google Shape;2053;p71"/>
          <p:cNvCxnSpPr>
            <a:stCxn id="2037" idx="4"/>
            <a:endCxn id="2036" idx="4"/>
          </p:cNvCxnSpPr>
          <p:nvPr/>
        </p:nvCxnSpPr>
        <p:spPr>
          <a:xfrm rot="5400000">
            <a:off x="1857875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4" name="Google Shape;2054;p71"/>
          <p:cNvCxnSpPr>
            <a:stCxn id="2036" idx="2"/>
            <a:endCxn id="2034" idx="2"/>
          </p:cNvCxnSpPr>
          <p:nvPr/>
        </p:nvCxnSpPr>
        <p:spPr>
          <a:xfrm flipH="1" rot="10800000">
            <a:off x="934100" y="2341950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72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060" name="Google Shape;2060;p72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72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72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72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72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5" name="Google Shape;2065;p72"/>
          <p:cNvCxnSpPr>
            <a:stCxn id="2060" idx="6"/>
            <a:endCxn id="2061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6" name="Google Shape;2066;p72"/>
          <p:cNvCxnSpPr>
            <a:stCxn id="2060" idx="4"/>
            <a:endCxn id="2062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7" name="Google Shape;2067;p72"/>
          <p:cNvCxnSpPr>
            <a:stCxn id="2062" idx="6"/>
            <a:endCxn id="2063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8" name="Google Shape;2068;p72"/>
          <p:cNvCxnSpPr>
            <a:stCxn id="2061" idx="4"/>
            <a:endCxn id="2063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9" name="Google Shape;2069;p72"/>
          <p:cNvCxnSpPr>
            <a:stCxn id="2063" idx="6"/>
            <a:endCxn id="2064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0" name="Google Shape;2070;p72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1" name="Google Shape;2071;p72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2" name="Google Shape;2072;p72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2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72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5" name="Google Shape;2075;p72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6" name="Google Shape;2076;p72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72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73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083" name="Google Shape;2083;p73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73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73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73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73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8" name="Google Shape;2088;p73"/>
          <p:cNvCxnSpPr>
            <a:stCxn id="2083" idx="6"/>
            <a:endCxn id="2084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9" name="Google Shape;2089;p73"/>
          <p:cNvCxnSpPr>
            <a:stCxn id="2083" idx="4"/>
            <a:endCxn id="2085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0" name="Google Shape;2090;p73"/>
          <p:cNvCxnSpPr>
            <a:stCxn id="2085" idx="6"/>
            <a:endCxn id="2086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1" name="Google Shape;2091;p73"/>
          <p:cNvCxnSpPr>
            <a:stCxn id="2084" idx="4"/>
            <a:endCxn id="2086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2" name="Google Shape;2092;p73"/>
          <p:cNvCxnSpPr>
            <a:stCxn id="2086" idx="6"/>
            <a:endCxn id="2087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3" name="Google Shape;2093;p73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4" name="Google Shape;2094;p73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5" name="Google Shape;2095;p73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73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73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8" name="Google Shape;2098;p73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9" name="Google Shape;2099;p73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73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73"/>
          <p:cNvSpPr txBox="1"/>
          <p:nvPr/>
        </p:nvSpPr>
        <p:spPr>
          <a:xfrm>
            <a:off x="6620300" y="1756200"/>
            <a:ext cx="1873500" cy="2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4, which has already been visited. So according to previous way of cycle detection in an undirected graph, we will check parent of 3 which is 1 and not 4. </a:t>
            </a:r>
            <a:r>
              <a:rPr b="1"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return True which means a cycle is present. However, there are no cycles in this graph!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Workaround?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73"/>
          <p:cNvSpPr/>
          <p:nvPr/>
        </p:nvSpPr>
        <p:spPr>
          <a:xfrm>
            <a:off x="2563875" y="1485195"/>
            <a:ext cx="4097500" cy="1448325"/>
          </a:xfrm>
          <a:custGeom>
            <a:rect b="b" l="l" r="r" t="t"/>
            <a:pathLst>
              <a:path extrusionOk="0" h="57933" w="163900">
                <a:moveTo>
                  <a:pt x="0" y="57933"/>
                </a:moveTo>
                <a:cubicBezTo>
                  <a:pt x="21280" y="49424"/>
                  <a:pt x="28896" y="20033"/>
                  <a:pt x="49705" y="10430"/>
                </a:cubicBezTo>
                <a:cubicBezTo>
                  <a:pt x="65579" y="3104"/>
                  <a:pt x="83814" y="993"/>
                  <a:pt x="101297" y="993"/>
                </a:cubicBezTo>
                <a:cubicBezTo>
                  <a:pt x="109582" y="993"/>
                  <a:pt x="118291" y="-1314"/>
                  <a:pt x="126150" y="1307"/>
                </a:cubicBezTo>
                <a:cubicBezTo>
                  <a:pt x="139082" y="5620"/>
                  <a:pt x="151707" y="10941"/>
                  <a:pt x="163900" y="170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74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108" name="Google Shape;2108;p74"/>
          <p:cNvSpPr txBox="1"/>
          <p:nvPr/>
        </p:nvSpPr>
        <p:spPr>
          <a:xfrm>
            <a:off x="766000" y="1454975"/>
            <a:ext cx="7400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not follow the approach used to detect cycle in an undirected graph. Instead, we will keep a list/stack named currentPath and will check whether the vertex exists in currentPath or not.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74"/>
          <p:cNvSpPr/>
          <p:nvPr/>
        </p:nvSpPr>
        <p:spPr>
          <a:xfrm>
            <a:off x="831850" y="23934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74"/>
          <p:cNvSpPr/>
          <p:nvPr/>
        </p:nvSpPr>
        <p:spPr>
          <a:xfrm>
            <a:off x="2176525" y="23934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74"/>
          <p:cNvSpPr/>
          <p:nvPr/>
        </p:nvSpPr>
        <p:spPr>
          <a:xfrm>
            <a:off x="831850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74"/>
          <p:cNvSpPr/>
          <p:nvPr/>
        </p:nvSpPr>
        <p:spPr>
          <a:xfrm>
            <a:off x="2176525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74"/>
          <p:cNvSpPr/>
          <p:nvPr/>
        </p:nvSpPr>
        <p:spPr>
          <a:xfrm>
            <a:off x="3076075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4" name="Google Shape;2114;p74"/>
          <p:cNvCxnSpPr>
            <a:stCxn id="2109" idx="6"/>
            <a:endCxn id="2110" idx="2"/>
          </p:cNvCxnSpPr>
          <p:nvPr/>
        </p:nvCxnSpPr>
        <p:spPr>
          <a:xfrm>
            <a:off x="1335250" y="26294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5" name="Google Shape;2115;p74"/>
          <p:cNvCxnSpPr>
            <a:stCxn id="2109" idx="4"/>
            <a:endCxn id="2111" idx="0"/>
          </p:cNvCxnSpPr>
          <p:nvPr/>
        </p:nvCxnSpPr>
        <p:spPr>
          <a:xfrm>
            <a:off x="1083550" y="28653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6" name="Google Shape;2116;p74"/>
          <p:cNvCxnSpPr>
            <a:stCxn id="2111" idx="6"/>
            <a:endCxn id="2112" idx="2"/>
          </p:cNvCxnSpPr>
          <p:nvPr/>
        </p:nvCxnSpPr>
        <p:spPr>
          <a:xfrm>
            <a:off x="1335250" y="37089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7" name="Google Shape;2117;p74"/>
          <p:cNvCxnSpPr>
            <a:stCxn id="2110" idx="4"/>
            <a:endCxn id="2112" idx="0"/>
          </p:cNvCxnSpPr>
          <p:nvPr/>
        </p:nvCxnSpPr>
        <p:spPr>
          <a:xfrm>
            <a:off x="2428225" y="28653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8" name="Google Shape;2118;p74"/>
          <p:cNvCxnSpPr>
            <a:stCxn id="2112" idx="6"/>
            <a:endCxn id="2113" idx="2"/>
          </p:cNvCxnSpPr>
          <p:nvPr/>
        </p:nvCxnSpPr>
        <p:spPr>
          <a:xfrm>
            <a:off x="2679925" y="37089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19" name="Google Shape;2119;p74"/>
          <p:cNvSpPr txBox="1"/>
          <p:nvPr/>
        </p:nvSpPr>
        <p:spPr>
          <a:xfrm>
            <a:off x="3211325" y="218398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0" name="Google Shape;2120;p74"/>
          <p:cNvGraphicFramePr/>
          <p:nvPr/>
        </p:nvGraphicFramePr>
        <p:xfrm>
          <a:off x="4483750" y="2631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21" name="Google Shape;2121;p74"/>
          <p:cNvSpPr txBox="1"/>
          <p:nvPr/>
        </p:nvSpPr>
        <p:spPr>
          <a:xfrm>
            <a:off x="4444425" y="218398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74"/>
          <p:cNvSpPr txBox="1"/>
          <p:nvPr/>
        </p:nvSpPr>
        <p:spPr>
          <a:xfrm>
            <a:off x="4247800" y="2957375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3" name="Google Shape;2123;p74"/>
          <p:cNvGraphicFramePr/>
          <p:nvPr/>
        </p:nvGraphicFramePr>
        <p:xfrm>
          <a:off x="4499788" y="33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24" name="Google Shape;2124;p74"/>
          <p:cNvSpPr txBox="1"/>
          <p:nvPr/>
        </p:nvSpPr>
        <p:spPr>
          <a:xfrm>
            <a:off x="4455500" y="3709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75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130" name="Google Shape;2130;p75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5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75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5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75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5" name="Google Shape;2135;p75"/>
          <p:cNvCxnSpPr>
            <a:stCxn id="2130" idx="6"/>
            <a:endCxn id="2131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6" name="Google Shape;2136;p75"/>
          <p:cNvCxnSpPr>
            <a:stCxn id="2130" idx="4"/>
            <a:endCxn id="2132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7" name="Google Shape;2137;p75"/>
          <p:cNvCxnSpPr>
            <a:stCxn id="2132" idx="6"/>
            <a:endCxn id="2133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8" name="Google Shape;2138;p75"/>
          <p:cNvCxnSpPr>
            <a:stCxn id="2131" idx="4"/>
            <a:endCxn id="2133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9" name="Google Shape;2139;p75"/>
          <p:cNvCxnSpPr>
            <a:stCxn id="2133" idx="6"/>
            <a:endCxn id="2134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40" name="Google Shape;2140;p75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1" name="Google Shape;2141;p75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2" name="Google Shape;2142;p75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75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4" name="Google Shape;2144;p75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5" name="Google Shape;2145;p75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76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151" name="Google Shape;2151;p76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76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76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76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76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6" name="Google Shape;2156;p76"/>
          <p:cNvCxnSpPr>
            <a:stCxn id="2151" idx="6"/>
            <a:endCxn id="215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7" name="Google Shape;2157;p76"/>
          <p:cNvCxnSpPr>
            <a:stCxn id="2151" idx="4"/>
            <a:endCxn id="215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8" name="Google Shape;2158;p76"/>
          <p:cNvCxnSpPr>
            <a:stCxn id="2153" idx="6"/>
            <a:endCxn id="215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9" name="Google Shape;2159;p76"/>
          <p:cNvCxnSpPr>
            <a:stCxn id="2152" idx="4"/>
            <a:endCxn id="215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60" name="Google Shape;2160;p76"/>
          <p:cNvCxnSpPr>
            <a:stCxn id="2154" idx="6"/>
            <a:endCxn id="215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61" name="Google Shape;2161;p76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2" name="Google Shape;2162;p76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3" name="Google Shape;2163;p76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76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5" name="Google Shape;2165;p76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6" name="Google Shape;2166;p76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77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172" name="Google Shape;2172;p77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77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77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77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77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7" name="Google Shape;2177;p77"/>
          <p:cNvCxnSpPr>
            <a:stCxn id="2172" idx="6"/>
            <a:endCxn id="2173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8" name="Google Shape;2178;p77"/>
          <p:cNvCxnSpPr>
            <a:stCxn id="2172" idx="4"/>
            <a:endCxn id="2174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9" name="Google Shape;2179;p77"/>
          <p:cNvCxnSpPr>
            <a:stCxn id="2174" idx="6"/>
            <a:endCxn id="2175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0" name="Google Shape;2180;p77"/>
          <p:cNvCxnSpPr>
            <a:stCxn id="2173" idx="4"/>
            <a:endCxn id="2175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1" name="Google Shape;2181;p77"/>
          <p:cNvCxnSpPr>
            <a:stCxn id="2175" idx="6"/>
            <a:endCxn id="2176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2" name="Google Shape;2182;p77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3" name="Google Shape;2183;p77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4" name="Google Shape;2184;p77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77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6" name="Google Shape;2186;p77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7" name="Google Shape;2187;p77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78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193" name="Google Shape;2193;p78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78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78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78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78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8" name="Google Shape;2198;p78"/>
          <p:cNvCxnSpPr>
            <a:stCxn id="2193" idx="6"/>
            <a:endCxn id="2194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9" name="Google Shape;2199;p78"/>
          <p:cNvCxnSpPr>
            <a:stCxn id="2193" idx="4"/>
            <a:endCxn id="2195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0" name="Google Shape;2200;p78"/>
          <p:cNvCxnSpPr>
            <a:stCxn id="2195" idx="6"/>
            <a:endCxn id="2196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1" name="Google Shape;2201;p78"/>
          <p:cNvCxnSpPr>
            <a:stCxn id="2194" idx="4"/>
            <a:endCxn id="2196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2" name="Google Shape;2202;p78"/>
          <p:cNvCxnSpPr>
            <a:stCxn id="2196" idx="6"/>
            <a:endCxn id="2197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03" name="Google Shape;2203;p78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4" name="Google Shape;2204;p78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05" name="Google Shape;2205;p78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78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7" name="Google Shape;2207;p78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08" name="Google Shape;2208;p78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79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214" name="Google Shape;2214;p79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79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79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79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79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9" name="Google Shape;2219;p79"/>
          <p:cNvCxnSpPr>
            <a:stCxn id="2214" idx="6"/>
            <a:endCxn id="2215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0" name="Google Shape;2220;p79"/>
          <p:cNvCxnSpPr>
            <a:stCxn id="2214" idx="4"/>
            <a:endCxn id="2216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1" name="Google Shape;2221;p79"/>
          <p:cNvCxnSpPr>
            <a:stCxn id="2216" idx="6"/>
            <a:endCxn id="2217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2" name="Google Shape;2222;p79"/>
          <p:cNvCxnSpPr>
            <a:stCxn id="2215" idx="4"/>
            <a:endCxn id="2217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3" name="Google Shape;2223;p79"/>
          <p:cNvCxnSpPr>
            <a:stCxn id="2217" idx="6"/>
            <a:endCxn id="2218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24" name="Google Shape;2224;p79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5" name="Google Shape;2225;p79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6" name="Google Shape;2226;p79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79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8" name="Google Shape;2228;p79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9" name="Google Shape;2229;p79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0" name="Google Shape;2230;p79"/>
          <p:cNvCxnSpPr>
            <a:stCxn id="2218" idx="4"/>
            <a:endCxn id="2217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31" name="Google Shape;2231;p79"/>
          <p:cNvSpPr txBox="1"/>
          <p:nvPr/>
        </p:nvSpPr>
        <p:spPr>
          <a:xfrm>
            <a:off x="841550" y="3995275"/>
            <a:ext cx="5489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5 to 4, we will remove 5 from Current Path.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80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237" name="Google Shape;2237;p80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80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80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80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80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2" name="Google Shape;2242;p80"/>
          <p:cNvCxnSpPr>
            <a:stCxn id="2237" idx="6"/>
            <a:endCxn id="2238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3" name="Google Shape;2243;p80"/>
          <p:cNvCxnSpPr>
            <a:stCxn id="2237" idx="4"/>
            <a:endCxn id="2239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4" name="Google Shape;2244;p80"/>
          <p:cNvCxnSpPr>
            <a:stCxn id="2239" idx="6"/>
            <a:endCxn id="2240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5" name="Google Shape;2245;p80"/>
          <p:cNvCxnSpPr>
            <a:stCxn id="2238" idx="4"/>
            <a:endCxn id="2240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6" name="Google Shape;2246;p80"/>
          <p:cNvCxnSpPr>
            <a:stCxn id="2240" idx="6"/>
            <a:endCxn id="2241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47" name="Google Shape;2247;p80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8" name="Google Shape;2248;p80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9" name="Google Shape;2249;p80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80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1" name="Google Shape;2251;p80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52" name="Google Shape;2252;p80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3" name="Google Shape;2253;p80"/>
          <p:cNvCxnSpPr>
            <a:stCxn id="2241" idx="4"/>
            <a:endCxn id="2240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54" name="Google Shape;2254;p80"/>
          <p:cNvCxnSpPr>
            <a:stCxn id="2240" idx="4"/>
            <a:endCxn id="2239" idx="4"/>
          </p:cNvCxnSpPr>
          <p:nvPr/>
        </p:nvCxnSpPr>
        <p:spPr>
          <a:xfrm rot="5400000">
            <a:off x="1689775" y="2942575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55" name="Google Shape;2255;p80"/>
          <p:cNvSpPr txBox="1"/>
          <p:nvPr/>
        </p:nvSpPr>
        <p:spPr>
          <a:xfrm>
            <a:off x="825775" y="4018850"/>
            <a:ext cx="59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4 to 2, we will remove 4 from Current Path.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81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261" name="Google Shape;2261;p81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81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81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81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81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6" name="Google Shape;2266;p81"/>
          <p:cNvCxnSpPr>
            <a:stCxn id="2261" idx="6"/>
            <a:endCxn id="226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7" name="Google Shape;2267;p81"/>
          <p:cNvCxnSpPr>
            <a:stCxn id="2261" idx="4"/>
            <a:endCxn id="226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8" name="Google Shape;2268;p81"/>
          <p:cNvCxnSpPr>
            <a:stCxn id="2263" idx="6"/>
            <a:endCxn id="226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9" name="Google Shape;2269;p81"/>
          <p:cNvCxnSpPr>
            <a:stCxn id="2262" idx="4"/>
            <a:endCxn id="226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0" name="Google Shape;2270;p81"/>
          <p:cNvCxnSpPr>
            <a:stCxn id="2264" idx="6"/>
            <a:endCxn id="226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1" name="Google Shape;2271;p81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2" name="Google Shape;2272;p81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73" name="Google Shape;2273;p81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81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5" name="Google Shape;2275;p81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76" name="Google Shape;2276;p81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7" name="Google Shape;2277;p81"/>
          <p:cNvCxnSpPr>
            <a:stCxn id="2265" idx="4"/>
            <a:endCxn id="2264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78" name="Google Shape;2278;p81"/>
          <p:cNvCxnSpPr>
            <a:stCxn id="2264" idx="4"/>
            <a:endCxn id="2263" idx="4"/>
          </p:cNvCxnSpPr>
          <p:nvPr/>
        </p:nvCxnSpPr>
        <p:spPr>
          <a:xfrm rot="5400000">
            <a:off x="1689775" y="2942575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79" name="Google Shape;2279;p81"/>
          <p:cNvCxnSpPr>
            <a:stCxn id="2263" idx="2"/>
            <a:endCxn id="2261" idx="2"/>
          </p:cNvCxnSpPr>
          <p:nvPr/>
        </p:nvCxnSpPr>
        <p:spPr>
          <a:xfrm flipH="1" rot="10800000">
            <a:off x="766000" y="22992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80" name="Google Shape;2280;p81"/>
          <p:cNvSpPr txBox="1"/>
          <p:nvPr/>
        </p:nvSpPr>
        <p:spPr>
          <a:xfrm>
            <a:off x="766600" y="4042450"/>
            <a:ext cx="58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2 to 1, we will remove 2 from Current Path.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82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286" name="Google Shape;2286;p82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82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82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82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82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1" name="Google Shape;2291;p82"/>
          <p:cNvCxnSpPr>
            <a:stCxn id="2286" idx="6"/>
            <a:endCxn id="2287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2" name="Google Shape;2292;p82"/>
          <p:cNvCxnSpPr>
            <a:stCxn id="2286" idx="4"/>
            <a:endCxn id="2288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3" name="Google Shape;2293;p82"/>
          <p:cNvCxnSpPr>
            <a:stCxn id="2288" idx="6"/>
            <a:endCxn id="2289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4" name="Google Shape;2294;p82"/>
          <p:cNvCxnSpPr>
            <a:stCxn id="2287" idx="4"/>
            <a:endCxn id="2289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5" name="Google Shape;2295;p82"/>
          <p:cNvCxnSpPr>
            <a:stCxn id="2289" idx="6"/>
            <a:endCxn id="2290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6" name="Google Shape;2296;p82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7" name="Google Shape;2297;p82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8" name="Google Shape;2298;p82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82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0" name="Google Shape;2300;p82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01" name="Google Shape;2301;p82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83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307" name="Google Shape;2307;p83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83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3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83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83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2" name="Google Shape;2312;p83"/>
          <p:cNvCxnSpPr>
            <a:stCxn id="2307" idx="6"/>
            <a:endCxn id="2308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3" name="Google Shape;2313;p83"/>
          <p:cNvCxnSpPr>
            <a:stCxn id="2307" idx="4"/>
            <a:endCxn id="2309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4" name="Google Shape;2314;p83"/>
          <p:cNvCxnSpPr>
            <a:stCxn id="2309" idx="6"/>
            <a:endCxn id="2310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5" name="Google Shape;2315;p83"/>
          <p:cNvCxnSpPr>
            <a:stCxn id="2308" idx="4"/>
            <a:endCxn id="2310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6" name="Google Shape;2316;p83"/>
          <p:cNvCxnSpPr>
            <a:stCxn id="2310" idx="6"/>
            <a:endCxn id="2311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17" name="Google Shape;2317;p83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8" name="Google Shape;2318;p83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9" name="Google Shape;2319;p83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83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1" name="Google Shape;2321;p83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2" name="Google Shape;2322;p83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83"/>
          <p:cNvSpPr txBox="1"/>
          <p:nvPr/>
        </p:nvSpPr>
        <p:spPr>
          <a:xfrm>
            <a:off x="802200" y="4011000"/>
            <a:ext cx="7770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4. However, 4 is already visited. So we will check whether 4 exists in currentPath or not.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it does not exist in currentPath, no cycle is present in the above graph.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84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329" name="Google Shape;2329;p84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84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84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84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84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4" name="Google Shape;2334;p84"/>
          <p:cNvCxnSpPr>
            <a:stCxn id="2329" idx="6"/>
            <a:endCxn id="2330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5" name="Google Shape;2335;p84"/>
          <p:cNvCxnSpPr>
            <a:stCxn id="2329" idx="4"/>
            <a:endCxn id="2331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6" name="Google Shape;2336;p84"/>
          <p:cNvCxnSpPr>
            <a:stCxn id="2331" idx="6"/>
            <a:endCxn id="2332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7" name="Google Shape;2337;p84"/>
          <p:cNvCxnSpPr>
            <a:stCxn id="2330" idx="4"/>
            <a:endCxn id="2332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8" name="Google Shape;2338;p84"/>
          <p:cNvCxnSpPr>
            <a:stCxn id="2332" idx="6"/>
            <a:endCxn id="2333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39" name="Google Shape;2339;p84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0" name="Google Shape;2340;p84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1" name="Google Shape;2341;p84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84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3" name="Google Shape;2343;p84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4" name="Google Shape;2344;p84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5" name="Google Shape;2345;p84"/>
          <p:cNvCxnSpPr>
            <a:stCxn id="2330" idx="0"/>
            <a:endCxn id="2329" idx="0"/>
          </p:cNvCxnSpPr>
          <p:nvPr/>
        </p:nvCxnSpPr>
        <p:spPr>
          <a:xfrm rot="5400000">
            <a:off x="1689775" y="1391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85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351" name="Google Shape;2351;p85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85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85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85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85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6" name="Google Shape;2356;p85"/>
          <p:cNvCxnSpPr>
            <a:stCxn id="2351" idx="6"/>
            <a:endCxn id="235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7" name="Google Shape;2357;p85"/>
          <p:cNvCxnSpPr>
            <a:stCxn id="2351" idx="4"/>
            <a:endCxn id="235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8" name="Google Shape;2358;p85"/>
          <p:cNvCxnSpPr>
            <a:stCxn id="2353" idx="6"/>
            <a:endCxn id="235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9" name="Google Shape;2359;p85"/>
          <p:cNvCxnSpPr>
            <a:stCxn id="2352" idx="4"/>
            <a:endCxn id="235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0" name="Google Shape;2360;p85"/>
          <p:cNvCxnSpPr>
            <a:stCxn id="2354" idx="6"/>
            <a:endCxn id="235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61" name="Google Shape;2361;p85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2" name="Google Shape;2362;p85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63" name="Google Shape;2363;p85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85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5" name="Google Shape;2365;p85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66" name="Google Shape;2366;p85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p86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372" name="Google Shape;2372;p86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86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86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86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6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7" name="Google Shape;2377;p86"/>
          <p:cNvCxnSpPr>
            <a:stCxn id="2372" idx="6"/>
            <a:endCxn id="2373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78" name="Google Shape;2378;p86"/>
          <p:cNvCxnSpPr>
            <a:stCxn id="2372" idx="4"/>
            <a:endCxn id="2374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9" name="Google Shape;2379;p86"/>
          <p:cNvCxnSpPr>
            <a:stCxn id="2374" idx="6"/>
            <a:endCxn id="2375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0" name="Google Shape;2380;p86"/>
          <p:cNvCxnSpPr>
            <a:stCxn id="2373" idx="4"/>
            <a:endCxn id="2375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81" name="Google Shape;2381;p86"/>
          <p:cNvCxnSpPr>
            <a:stCxn id="2375" idx="6"/>
            <a:endCxn id="2376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2" name="Google Shape;2382;p86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3" name="Google Shape;2383;p86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4" name="Google Shape;2384;p86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86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6" name="Google Shape;2386;p86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7" name="Google Shape;2387;p86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87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393" name="Google Shape;2393;p87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87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87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87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87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8" name="Google Shape;2398;p87"/>
          <p:cNvCxnSpPr>
            <a:stCxn id="2393" idx="6"/>
            <a:endCxn id="2394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99" name="Google Shape;2399;p87"/>
          <p:cNvCxnSpPr>
            <a:stCxn id="2393" idx="4"/>
            <a:endCxn id="2395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0" name="Google Shape;2400;p87"/>
          <p:cNvCxnSpPr>
            <a:stCxn id="2395" idx="6"/>
            <a:endCxn id="2396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1" name="Google Shape;2401;p87"/>
          <p:cNvCxnSpPr>
            <a:stCxn id="2394" idx="4"/>
            <a:endCxn id="2396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02" name="Google Shape;2402;p87"/>
          <p:cNvCxnSpPr>
            <a:stCxn id="2396" idx="6"/>
            <a:endCxn id="2397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03" name="Google Shape;2403;p87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4" name="Google Shape;2404;p87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05" name="Google Shape;2405;p87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87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7" name="Google Shape;2407;p87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08" name="Google Shape;2408;p87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88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414" name="Google Shape;2414;p88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88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88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88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88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9" name="Google Shape;2419;p88"/>
          <p:cNvCxnSpPr>
            <a:stCxn id="2414" idx="6"/>
            <a:endCxn id="2415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20" name="Google Shape;2420;p88"/>
          <p:cNvCxnSpPr>
            <a:stCxn id="2414" idx="4"/>
            <a:endCxn id="2416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1" name="Google Shape;2421;p88"/>
          <p:cNvCxnSpPr>
            <a:stCxn id="2416" idx="6"/>
            <a:endCxn id="2417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2" name="Google Shape;2422;p88"/>
          <p:cNvCxnSpPr>
            <a:stCxn id="2415" idx="4"/>
            <a:endCxn id="2417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23" name="Google Shape;2423;p88"/>
          <p:cNvCxnSpPr>
            <a:stCxn id="2417" idx="6"/>
            <a:endCxn id="2418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4" name="Google Shape;2424;p88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5" name="Google Shape;2425;p88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6" name="Google Shape;2426;p88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88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8" name="Google Shape;2428;p88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9" name="Google Shape;2429;p88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89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435" name="Google Shape;2435;p89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89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9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89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89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0" name="Google Shape;2440;p89"/>
          <p:cNvCxnSpPr>
            <a:stCxn id="2435" idx="6"/>
            <a:endCxn id="2436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1" name="Google Shape;2441;p89"/>
          <p:cNvCxnSpPr>
            <a:stCxn id="2435" idx="4"/>
            <a:endCxn id="2437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2" name="Google Shape;2442;p89"/>
          <p:cNvCxnSpPr>
            <a:stCxn id="2437" idx="6"/>
            <a:endCxn id="2438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3" name="Google Shape;2443;p89"/>
          <p:cNvCxnSpPr>
            <a:stCxn id="2436" idx="4"/>
            <a:endCxn id="2438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4" name="Google Shape;2444;p89"/>
          <p:cNvCxnSpPr>
            <a:stCxn id="2438" idx="6"/>
            <a:endCxn id="2439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5" name="Google Shape;2445;p89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6" name="Google Shape;2446;p89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47" name="Google Shape;2447;p89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89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9" name="Google Shape;2449;p89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50" name="Google Shape;2450;p89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90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456" name="Google Shape;2456;p90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90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90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90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90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1" name="Google Shape;2461;p90"/>
          <p:cNvCxnSpPr>
            <a:stCxn id="2456" idx="6"/>
            <a:endCxn id="2457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2" name="Google Shape;2462;p90"/>
          <p:cNvCxnSpPr>
            <a:stCxn id="2456" idx="4"/>
            <a:endCxn id="2458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3" name="Google Shape;2463;p90"/>
          <p:cNvCxnSpPr>
            <a:stCxn id="2458" idx="6"/>
            <a:endCxn id="2459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4" name="Google Shape;2464;p90"/>
          <p:cNvCxnSpPr>
            <a:stCxn id="2457" idx="4"/>
            <a:endCxn id="2459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5" name="Google Shape;2465;p90"/>
          <p:cNvCxnSpPr>
            <a:stCxn id="2459" idx="6"/>
            <a:endCxn id="2460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6" name="Google Shape;2466;p90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7" name="Google Shape;2467;p90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68" name="Google Shape;2468;p90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90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0" name="Google Shape;2470;p90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1" name="Google Shape;2471;p90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91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477" name="Google Shape;2477;p91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91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91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91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91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2" name="Google Shape;2482;p91"/>
          <p:cNvCxnSpPr>
            <a:stCxn id="2477" idx="6"/>
            <a:endCxn id="2478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83" name="Google Shape;2483;p91"/>
          <p:cNvCxnSpPr>
            <a:stCxn id="2477" idx="4"/>
            <a:endCxn id="2479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4" name="Google Shape;2484;p91"/>
          <p:cNvCxnSpPr>
            <a:stCxn id="2479" idx="6"/>
            <a:endCxn id="2480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5" name="Google Shape;2485;p91"/>
          <p:cNvCxnSpPr>
            <a:stCxn id="2478" idx="4"/>
            <a:endCxn id="2480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86" name="Google Shape;2486;p91"/>
          <p:cNvCxnSpPr>
            <a:stCxn id="2480" idx="6"/>
            <a:endCxn id="2481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7" name="Google Shape;2487;p91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8" name="Google Shape;2488;p91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89" name="Google Shape;2489;p91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91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1" name="Google Shape;2491;p91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92" name="Google Shape;2492;p91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3" name="Google Shape;2493;p91"/>
          <p:cNvCxnSpPr>
            <a:stCxn id="2481" idx="4"/>
            <a:endCxn id="2480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494" name="Google Shape;2494;p91"/>
          <p:cNvSpPr txBox="1"/>
          <p:nvPr/>
        </p:nvSpPr>
        <p:spPr>
          <a:xfrm>
            <a:off x="815200" y="3995250"/>
            <a:ext cx="49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5 to 4, we will remove 5 from Current Path.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92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500" name="Google Shape;2500;p92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92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92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92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92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5" name="Google Shape;2505;p92"/>
          <p:cNvCxnSpPr>
            <a:stCxn id="2500" idx="6"/>
            <a:endCxn id="2501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06" name="Google Shape;2506;p92"/>
          <p:cNvCxnSpPr>
            <a:stCxn id="2500" idx="4"/>
            <a:endCxn id="2502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7" name="Google Shape;2507;p92"/>
          <p:cNvCxnSpPr>
            <a:stCxn id="2502" idx="6"/>
            <a:endCxn id="2503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8" name="Google Shape;2508;p92"/>
          <p:cNvCxnSpPr>
            <a:stCxn id="2501" idx="4"/>
            <a:endCxn id="2503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09" name="Google Shape;2509;p92"/>
          <p:cNvCxnSpPr>
            <a:stCxn id="2503" idx="6"/>
            <a:endCxn id="2504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0" name="Google Shape;2510;p92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1" name="Google Shape;2511;p92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12" name="Google Shape;2512;p92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92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4" name="Google Shape;2514;p92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15" name="Google Shape;2515;p92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93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521" name="Google Shape;2521;p93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93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93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93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93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6" name="Google Shape;2526;p93"/>
          <p:cNvCxnSpPr>
            <a:stCxn id="2521" idx="6"/>
            <a:endCxn id="252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27" name="Google Shape;2527;p93"/>
          <p:cNvCxnSpPr>
            <a:stCxn id="2521" idx="4"/>
            <a:endCxn id="252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8" name="Google Shape;2528;p93"/>
          <p:cNvCxnSpPr>
            <a:stCxn id="2523" idx="6"/>
            <a:endCxn id="252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9" name="Google Shape;2529;p93"/>
          <p:cNvCxnSpPr>
            <a:stCxn id="2522" idx="4"/>
            <a:endCxn id="252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30" name="Google Shape;2530;p93"/>
          <p:cNvCxnSpPr>
            <a:stCxn id="2524" idx="6"/>
            <a:endCxn id="252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1" name="Google Shape;2531;p93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2" name="Google Shape;2532;p93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3" name="Google Shape;2533;p93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93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5" name="Google Shape;2535;p93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{C1ACFDB3-2CBA-4EAC-B7F7-653BFF9CA4A7}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6" name="Google Shape;2536;p93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93"/>
          <p:cNvSpPr txBox="1"/>
          <p:nvPr/>
        </p:nvSpPr>
        <p:spPr>
          <a:xfrm>
            <a:off x="888700" y="4034600"/>
            <a:ext cx="730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1. However, 1 is already visited. So we will check whether 1 exists in currentPath or not.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it exists in currentPath, therefore, cycle is present in the above graph.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93"/>
          <p:cNvSpPr/>
          <p:nvPr/>
        </p:nvSpPr>
        <p:spPr>
          <a:xfrm>
            <a:off x="514321" y="1725828"/>
            <a:ext cx="1255550" cy="2611100"/>
          </a:xfrm>
          <a:custGeom>
            <a:rect b="b" l="l" r="r" t="t"/>
            <a:pathLst>
              <a:path extrusionOk="0" h="104444" w="50222">
                <a:moveTo>
                  <a:pt x="49895" y="18108"/>
                </a:moveTo>
                <a:cubicBezTo>
                  <a:pt x="51416" y="15064"/>
                  <a:pt x="47012" y="11576"/>
                  <a:pt x="44232" y="9614"/>
                </a:cubicBezTo>
                <a:cubicBezTo>
                  <a:pt x="33140" y="1785"/>
                  <a:pt x="10385" y="-5635"/>
                  <a:pt x="3650" y="6153"/>
                </a:cubicBezTo>
                <a:cubicBezTo>
                  <a:pt x="-419" y="13276"/>
                  <a:pt x="2925" y="22570"/>
                  <a:pt x="1763" y="30691"/>
                </a:cubicBezTo>
                <a:cubicBezTo>
                  <a:pt x="-64" y="43461"/>
                  <a:pt x="-693" y="56615"/>
                  <a:pt x="1134" y="69385"/>
                </a:cubicBezTo>
                <a:cubicBezTo>
                  <a:pt x="2667" y="80103"/>
                  <a:pt x="1323" y="91790"/>
                  <a:pt x="6167" y="101473"/>
                </a:cubicBezTo>
                <a:cubicBezTo>
                  <a:pt x="7862" y="104862"/>
                  <a:pt x="13388" y="104305"/>
                  <a:pt x="17177" y="1043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