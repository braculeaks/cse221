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Tahom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C1F50F-17B5-4B8A-BD7A-D9D559CBB433}">
  <a:tblStyle styleId="{6AC1F50F-17B5-4B8A-BD7A-D9D559CBB4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Tahoma-bold.fntdata"/><Relationship Id="rId10" Type="http://schemas.openxmlformats.org/officeDocument/2006/relationships/slide" Target="slides/slide3.xml"/><Relationship Id="rId32" Type="http://schemas.openxmlformats.org/officeDocument/2006/relationships/font" Target="fonts/Tahoma-regular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d91b4f1e2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4d91b4f1e2_2_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d91b4f1e2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d91b4f1e2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d91b4f1e2_2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d91b4f1e2_2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d91b4f1e2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d91b4f1e2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d91b4f1e2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4d91b4f1e2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d91b4f1e2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d91b4f1e2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d91b4f1e2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d91b4f1e2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d91b4f1e2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d91b4f1e2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d91b4f1e2_2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d91b4f1e2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d91b4f1e2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d91b4f1e2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4d91b4f1e2_2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4d91b4f1e2_2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d91b4f1e2_2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d91b4f1e2_2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d91b4f1e2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d91b4f1e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d91b4f1e2_2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d91b4f1e2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d91b4f1e2_2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d91b4f1e2_2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d91b4f1e2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d91b4f1e2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d91b4f1e2_2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d91b4f1e2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d91b4f1e2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d91b4f1e2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d91b4f1e2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d91b4f1e2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d91b4f1e2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d91b4f1e2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d91b4f1e2_2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4d91b4f1e2_2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d91b4f1e2_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d91b4f1e2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4d91b4f1e2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4d91b4f1e2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d91b4f1e2_2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d91b4f1e2_2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7996"/>
                </a:lnTo>
                <a:lnTo>
                  <a:pt x="12192000" y="6857996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6" name="Google Shape;66;p14"/>
          <p:cNvSpPr txBox="1"/>
          <p:nvPr>
            <p:ph type="ctrTitle"/>
          </p:nvPr>
        </p:nvSpPr>
        <p:spPr>
          <a:xfrm>
            <a:off x="1252628" y="552068"/>
            <a:ext cx="6638742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641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0"/>
                </a:moveTo>
                <a:lnTo>
                  <a:pt x="0" y="0"/>
                </a:lnTo>
                <a:lnTo>
                  <a:pt x="0" y="6857996"/>
                </a:lnTo>
                <a:lnTo>
                  <a:pt x="12191999" y="6857996"/>
                </a:lnTo>
                <a:lnTo>
                  <a:pt x="12191999" y="0"/>
                </a:lnTo>
                <a:close/>
              </a:path>
            </a:pathLst>
          </a:custGeom>
          <a:solidFill>
            <a:srgbClr val="F8F6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p13"/>
          <p:cNvSpPr/>
          <p:nvPr/>
        </p:nvSpPr>
        <p:spPr>
          <a:xfrm>
            <a:off x="1250" y="4707530"/>
            <a:ext cx="9142571" cy="0"/>
          </a:xfrm>
          <a:custGeom>
            <a:rect b="b" l="l" r="r" t="t"/>
            <a:pathLst>
              <a:path extrusionOk="0" h="120000" w="12190095">
                <a:moveTo>
                  <a:pt x="0" y="0"/>
                </a:moveTo>
                <a:lnTo>
                  <a:pt x="12189811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p13"/>
          <p:cNvSpPr/>
          <p:nvPr/>
        </p:nvSpPr>
        <p:spPr>
          <a:xfrm>
            <a:off x="429" y="435657"/>
            <a:ext cx="9144000" cy="0"/>
          </a:xfrm>
          <a:custGeom>
            <a:rect b="b" l="l" r="r" t="t"/>
            <a:pathLst>
              <a:path extrusionOk="0" h="120000"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p13"/>
          <p:cNvSpPr/>
          <p:nvPr/>
        </p:nvSpPr>
        <p:spPr>
          <a:xfrm>
            <a:off x="8672460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p13"/>
          <p:cNvSpPr/>
          <p:nvPr/>
        </p:nvSpPr>
        <p:spPr>
          <a:xfrm>
            <a:off x="476021" y="0"/>
            <a:ext cx="0" cy="5143500"/>
          </a:xfrm>
          <a:custGeom>
            <a:rect b="b" l="l" r="r" t="t"/>
            <a:pathLst>
              <a:path extrusionOk="0" h="6858000" w="120000">
                <a:moveTo>
                  <a:pt x="0" y="6857912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p13"/>
          <p:cNvSpPr/>
          <p:nvPr/>
        </p:nvSpPr>
        <p:spPr>
          <a:xfrm>
            <a:off x="3207762" y="0"/>
            <a:ext cx="2728913" cy="435769"/>
          </a:xfrm>
          <a:custGeom>
            <a:rect b="b" l="l" r="r" t="t"/>
            <a:pathLst>
              <a:path extrusionOk="0" h="581025" w="3638550">
                <a:moveTo>
                  <a:pt x="0" y="6615"/>
                </a:moveTo>
                <a:lnTo>
                  <a:pt x="38929" y="34030"/>
                </a:lnTo>
                <a:lnTo>
                  <a:pt x="78348" y="60862"/>
                </a:lnTo>
                <a:lnTo>
                  <a:pt x="118250" y="87104"/>
                </a:lnTo>
                <a:lnTo>
                  <a:pt x="158627" y="112749"/>
                </a:lnTo>
                <a:lnTo>
                  <a:pt x="199472" y="137790"/>
                </a:lnTo>
                <a:lnTo>
                  <a:pt x="240778" y="162222"/>
                </a:lnTo>
                <a:lnTo>
                  <a:pt x="282538" y="186035"/>
                </a:lnTo>
                <a:lnTo>
                  <a:pt x="324743" y="209224"/>
                </a:lnTo>
                <a:lnTo>
                  <a:pt x="367387" y="231783"/>
                </a:lnTo>
                <a:lnTo>
                  <a:pt x="410463" y="253703"/>
                </a:lnTo>
                <a:lnTo>
                  <a:pt x="453962" y="274978"/>
                </a:lnTo>
                <a:lnTo>
                  <a:pt x="497879" y="295601"/>
                </a:lnTo>
                <a:lnTo>
                  <a:pt x="542205" y="315566"/>
                </a:lnTo>
                <a:lnTo>
                  <a:pt x="586933" y="334864"/>
                </a:lnTo>
                <a:lnTo>
                  <a:pt x="632055" y="353491"/>
                </a:lnTo>
                <a:lnTo>
                  <a:pt x="677566" y="371438"/>
                </a:lnTo>
                <a:lnTo>
                  <a:pt x="723456" y="388699"/>
                </a:lnTo>
                <a:lnTo>
                  <a:pt x="769719" y="405266"/>
                </a:lnTo>
                <a:lnTo>
                  <a:pt x="816348" y="421134"/>
                </a:lnTo>
                <a:lnTo>
                  <a:pt x="863334" y="436294"/>
                </a:lnTo>
                <a:lnTo>
                  <a:pt x="910672" y="450741"/>
                </a:lnTo>
                <a:lnTo>
                  <a:pt x="958353" y="464467"/>
                </a:lnTo>
                <a:lnTo>
                  <a:pt x="1006370" y="477466"/>
                </a:lnTo>
                <a:lnTo>
                  <a:pt x="1054717" y="489730"/>
                </a:lnTo>
                <a:lnTo>
                  <a:pt x="1103384" y="501253"/>
                </a:lnTo>
                <a:lnTo>
                  <a:pt x="1152366" y="512027"/>
                </a:lnTo>
                <a:lnTo>
                  <a:pt x="1201655" y="522047"/>
                </a:lnTo>
                <a:lnTo>
                  <a:pt x="1251244" y="531304"/>
                </a:lnTo>
                <a:lnTo>
                  <a:pt x="1301124" y="539793"/>
                </a:lnTo>
                <a:lnTo>
                  <a:pt x="1351290" y="547506"/>
                </a:lnTo>
                <a:lnTo>
                  <a:pt x="1401733" y="554436"/>
                </a:lnTo>
                <a:lnTo>
                  <a:pt x="1452447" y="560577"/>
                </a:lnTo>
                <a:lnTo>
                  <a:pt x="1503423" y="565921"/>
                </a:lnTo>
                <a:lnTo>
                  <a:pt x="1554655" y="570462"/>
                </a:lnTo>
                <a:lnTo>
                  <a:pt x="1606136" y="574192"/>
                </a:lnTo>
                <a:lnTo>
                  <a:pt x="1657857" y="577106"/>
                </a:lnTo>
                <a:lnTo>
                  <a:pt x="1709812" y="579196"/>
                </a:lnTo>
                <a:lnTo>
                  <a:pt x="1761993" y="580455"/>
                </a:lnTo>
                <a:lnTo>
                  <a:pt x="1814394" y="580876"/>
                </a:lnTo>
                <a:lnTo>
                  <a:pt x="1867101" y="580450"/>
                </a:lnTo>
                <a:lnTo>
                  <a:pt x="1919589" y="579176"/>
                </a:lnTo>
                <a:lnTo>
                  <a:pt x="1971848" y="577061"/>
                </a:lnTo>
                <a:lnTo>
                  <a:pt x="2023871" y="574113"/>
                </a:lnTo>
                <a:lnTo>
                  <a:pt x="2075651" y="570338"/>
                </a:lnTo>
                <a:lnTo>
                  <a:pt x="2127181" y="565744"/>
                </a:lnTo>
                <a:lnTo>
                  <a:pt x="2178452" y="560337"/>
                </a:lnTo>
                <a:lnTo>
                  <a:pt x="2229457" y="554123"/>
                </a:lnTo>
                <a:lnTo>
                  <a:pt x="2280190" y="547112"/>
                </a:lnTo>
                <a:lnTo>
                  <a:pt x="2330642" y="539308"/>
                </a:lnTo>
                <a:lnTo>
                  <a:pt x="2380805" y="530720"/>
                </a:lnTo>
                <a:lnTo>
                  <a:pt x="2430673" y="521354"/>
                </a:lnTo>
                <a:lnTo>
                  <a:pt x="2480238" y="511217"/>
                </a:lnTo>
                <a:lnTo>
                  <a:pt x="2529492" y="500316"/>
                </a:lnTo>
                <a:lnTo>
                  <a:pt x="2578428" y="488659"/>
                </a:lnTo>
                <a:lnTo>
                  <a:pt x="2627039" y="476252"/>
                </a:lnTo>
                <a:lnTo>
                  <a:pt x="2675316" y="463101"/>
                </a:lnTo>
                <a:lnTo>
                  <a:pt x="2723253" y="449215"/>
                </a:lnTo>
                <a:lnTo>
                  <a:pt x="2770841" y="434600"/>
                </a:lnTo>
                <a:lnTo>
                  <a:pt x="2818074" y="419264"/>
                </a:lnTo>
                <a:lnTo>
                  <a:pt x="2864944" y="403212"/>
                </a:lnTo>
                <a:lnTo>
                  <a:pt x="2911443" y="386452"/>
                </a:lnTo>
                <a:lnTo>
                  <a:pt x="2957565" y="368992"/>
                </a:lnTo>
                <a:lnTo>
                  <a:pt x="3003300" y="350837"/>
                </a:lnTo>
                <a:lnTo>
                  <a:pt x="3048643" y="331996"/>
                </a:lnTo>
                <a:lnTo>
                  <a:pt x="3093585" y="312475"/>
                </a:lnTo>
                <a:lnTo>
                  <a:pt x="3138119" y="292280"/>
                </a:lnTo>
                <a:lnTo>
                  <a:pt x="3182237" y="271420"/>
                </a:lnTo>
                <a:lnTo>
                  <a:pt x="3225932" y="249901"/>
                </a:lnTo>
                <a:lnTo>
                  <a:pt x="3269197" y="227729"/>
                </a:lnTo>
                <a:lnTo>
                  <a:pt x="3312024" y="204913"/>
                </a:lnTo>
                <a:lnTo>
                  <a:pt x="3354405" y="181458"/>
                </a:lnTo>
                <a:lnTo>
                  <a:pt x="3396333" y="157373"/>
                </a:lnTo>
                <a:lnTo>
                  <a:pt x="3437801" y="132663"/>
                </a:lnTo>
                <a:lnTo>
                  <a:pt x="3478800" y="107337"/>
                </a:lnTo>
                <a:lnTo>
                  <a:pt x="3519324" y="81400"/>
                </a:lnTo>
                <a:lnTo>
                  <a:pt x="3559365" y="54860"/>
                </a:lnTo>
                <a:lnTo>
                  <a:pt x="3598916" y="27725"/>
                </a:lnTo>
                <a:lnTo>
                  <a:pt x="3637969" y="0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p13"/>
          <p:cNvSpPr/>
          <p:nvPr/>
        </p:nvSpPr>
        <p:spPr>
          <a:xfrm>
            <a:off x="3228815" y="4707527"/>
            <a:ext cx="2686526" cy="436245"/>
          </a:xfrm>
          <a:custGeom>
            <a:rect b="b" l="l" r="r" t="t"/>
            <a:pathLst>
              <a:path extrusionOk="0" h="581659" w="3582034">
                <a:moveTo>
                  <a:pt x="3581825" y="574671"/>
                </a:moveTo>
                <a:lnTo>
                  <a:pt x="3542481" y="546522"/>
                </a:lnTo>
                <a:lnTo>
                  <a:pt x="3502629" y="518988"/>
                </a:lnTo>
                <a:lnTo>
                  <a:pt x="3462278" y="492077"/>
                </a:lnTo>
                <a:lnTo>
                  <a:pt x="3421433" y="465794"/>
                </a:lnTo>
                <a:lnTo>
                  <a:pt x="3380105" y="440149"/>
                </a:lnTo>
                <a:lnTo>
                  <a:pt x="3338299" y="415149"/>
                </a:lnTo>
                <a:lnTo>
                  <a:pt x="3296025" y="390800"/>
                </a:lnTo>
                <a:lnTo>
                  <a:pt x="3253289" y="367111"/>
                </a:lnTo>
                <a:lnTo>
                  <a:pt x="3210100" y="344089"/>
                </a:lnTo>
                <a:lnTo>
                  <a:pt x="3166465" y="321741"/>
                </a:lnTo>
                <a:lnTo>
                  <a:pt x="3122393" y="300075"/>
                </a:lnTo>
                <a:lnTo>
                  <a:pt x="3077891" y="279098"/>
                </a:lnTo>
                <a:lnTo>
                  <a:pt x="3032966" y="258817"/>
                </a:lnTo>
                <a:lnTo>
                  <a:pt x="2987627" y="239241"/>
                </a:lnTo>
                <a:lnTo>
                  <a:pt x="2941881" y="220376"/>
                </a:lnTo>
                <a:lnTo>
                  <a:pt x="2895736" y="202230"/>
                </a:lnTo>
                <a:lnTo>
                  <a:pt x="2849201" y="184811"/>
                </a:lnTo>
                <a:lnTo>
                  <a:pt x="2802282" y="168125"/>
                </a:lnTo>
                <a:lnTo>
                  <a:pt x="2754988" y="152181"/>
                </a:lnTo>
                <a:lnTo>
                  <a:pt x="2707326" y="136986"/>
                </a:lnTo>
                <a:lnTo>
                  <a:pt x="2659304" y="122547"/>
                </a:lnTo>
                <a:lnTo>
                  <a:pt x="2610930" y="108871"/>
                </a:lnTo>
                <a:lnTo>
                  <a:pt x="2562212" y="95967"/>
                </a:lnTo>
                <a:lnTo>
                  <a:pt x="2513158" y="83841"/>
                </a:lnTo>
                <a:lnTo>
                  <a:pt x="2463775" y="72501"/>
                </a:lnTo>
                <a:lnTo>
                  <a:pt x="2414071" y="61955"/>
                </a:lnTo>
                <a:lnTo>
                  <a:pt x="2364053" y="52209"/>
                </a:lnTo>
                <a:lnTo>
                  <a:pt x="2313731" y="43272"/>
                </a:lnTo>
                <a:lnTo>
                  <a:pt x="2263111" y="35151"/>
                </a:lnTo>
                <a:lnTo>
                  <a:pt x="2212202" y="27853"/>
                </a:lnTo>
                <a:lnTo>
                  <a:pt x="2161010" y="21386"/>
                </a:lnTo>
                <a:lnTo>
                  <a:pt x="2109545" y="15756"/>
                </a:lnTo>
                <a:lnTo>
                  <a:pt x="2057813" y="10973"/>
                </a:lnTo>
                <a:lnTo>
                  <a:pt x="2005822" y="7042"/>
                </a:lnTo>
                <a:lnTo>
                  <a:pt x="1953581" y="3972"/>
                </a:lnTo>
                <a:lnTo>
                  <a:pt x="1901097" y="1770"/>
                </a:lnTo>
                <a:lnTo>
                  <a:pt x="1848378" y="443"/>
                </a:lnTo>
                <a:lnTo>
                  <a:pt x="1795432" y="0"/>
                </a:lnTo>
                <a:lnTo>
                  <a:pt x="1742174" y="449"/>
                </a:lnTo>
                <a:lnTo>
                  <a:pt x="1689146" y="1791"/>
                </a:lnTo>
                <a:lnTo>
                  <a:pt x="1636355" y="4019"/>
                </a:lnTo>
                <a:lnTo>
                  <a:pt x="1583809" y="7126"/>
                </a:lnTo>
                <a:lnTo>
                  <a:pt x="1531516" y="11103"/>
                </a:lnTo>
                <a:lnTo>
                  <a:pt x="1479484" y="15943"/>
                </a:lnTo>
                <a:lnTo>
                  <a:pt x="1427721" y="21638"/>
                </a:lnTo>
                <a:lnTo>
                  <a:pt x="1376235" y="28182"/>
                </a:lnTo>
                <a:lnTo>
                  <a:pt x="1325034" y="35566"/>
                </a:lnTo>
                <a:lnTo>
                  <a:pt x="1274126" y="43783"/>
                </a:lnTo>
                <a:lnTo>
                  <a:pt x="1223518" y="52825"/>
                </a:lnTo>
                <a:lnTo>
                  <a:pt x="1173220" y="62684"/>
                </a:lnTo>
                <a:lnTo>
                  <a:pt x="1123238" y="73354"/>
                </a:lnTo>
                <a:lnTo>
                  <a:pt x="1073581" y="84827"/>
                </a:lnTo>
                <a:lnTo>
                  <a:pt x="1024257" y="97094"/>
                </a:lnTo>
                <a:lnTo>
                  <a:pt x="975274" y="110149"/>
                </a:lnTo>
                <a:lnTo>
                  <a:pt x="926639" y="123984"/>
                </a:lnTo>
                <a:lnTo>
                  <a:pt x="878362" y="138591"/>
                </a:lnTo>
                <a:lnTo>
                  <a:pt x="830448" y="153963"/>
                </a:lnTo>
                <a:lnTo>
                  <a:pt x="782908" y="170093"/>
                </a:lnTo>
                <a:lnTo>
                  <a:pt x="735748" y="186972"/>
                </a:lnTo>
                <a:lnTo>
                  <a:pt x="688977" y="204593"/>
                </a:lnTo>
                <a:lnTo>
                  <a:pt x="642602" y="222948"/>
                </a:lnTo>
                <a:lnTo>
                  <a:pt x="596632" y="242031"/>
                </a:lnTo>
                <a:lnTo>
                  <a:pt x="551075" y="261833"/>
                </a:lnTo>
                <a:lnTo>
                  <a:pt x="505938" y="282347"/>
                </a:lnTo>
                <a:lnTo>
                  <a:pt x="461230" y="303566"/>
                </a:lnTo>
                <a:lnTo>
                  <a:pt x="416958" y="325481"/>
                </a:lnTo>
                <a:lnTo>
                  <a:pt x="373130" y="348085"/>
                </a:lnTo>
                <a:lnTo>
                  <a:pt x="329755" y="371371"/>
                </a:lnTo>
                <a:lnTo>
                  <a:pt x="286840" y="395331"/>
                </a:lnTo>
                <a:lnTo>
                  <a:pt x="244394" y="419957"/>
                </a:lnTo>
                <a:lnTo>
                  <a:pt x="202424" y="445243"/>
                </a:lnTo>
                <a:lnTo>
                  <a:pt x="160939" y="471180"/>
                </a:lnTo>
                <a:lnTo>
                  <a:pt x="119946" y="497761"/>
                </a:lnTo>
                <a:lnTo>
                  <a:pt x="79453" y="524978"/>
                </a:lnTo>
                <a:lnTo>
                  <a:pt x="39468" y="552824"/>
                </a:lnTo>
                <a:lnTo>
                  <a:pt x="0" y="581291"/>
                </a:lnTo>
              </a:path>
            </a:pathLst>
          </a:custGeom>
          <a:noFill/>
          <a:ln cap="flat" cmpd="sng" w="12700">
            <a:solidFill>
              <a:srgbClr val="D889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p13"/>
          <p:cNvSpPr/>
          <p:nvPr/>
        </p:nvSpPr>
        <p:spPr>
          <a:xfrm>
            <a:off x="740421" y="1323048"/>
            <a:ext cx="4946332" cy="0"/>
          </a:xfrm>
          <a:custGeom>
            <a:rect b="b" l="l" r="r" t="t"/>
            <a:pathLst>
              <a:path extrusionOk="0" h="120000" w="6595109">
                <a:moveTo>
                  <a:pt x="0" y="0"/>
                </a:moveTo>
                <a:lnTo>
                  <a:pt x="6595009" y="0"/>
                </a:lnTo>
              </a:path>
            </a:pathLst>
          </a:custGeom>
          <a:noFill/>
          <a:ln cap="flat" cmpd="sng" w="38100">
            <a:solidFill>
              <a:srgbClr val="C25D5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7704" y="762381"/>
            <a:ext cx="438626" cy="521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3300" u="none" cap="none" strike="noStrike">
                <a:solidFill>
                  <a:srgbClr val="C25D5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1929978" y="2074847"/>
            <a:ext cx="5278279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rive.google.com/file/d/1OkLO91GV4M23e-1EtvFr9yeGWgk6V91q/view" TargetMode="External"/><Relationship Id="rId4" Type="http://schemas.openxmlformats.org/officeDocument/2006/relationships/hyperlink" Target="https://docs.google.com/presentation/d/1bKKT_3Mnlp0cV509k7E8hBWEKQ_YfV0cfek10LDCo6Y/edit?slide=id.g26e6291b7d8_0_183#slide=id.g26e6291b7d8_0_18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1028175" y="564750"/>
            <a:ext cx="7263600" cy="17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CSE221: Algorithms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Graphs</a:t>
            </a:r>
            <a:endParaRPr/>
          </a:p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Prepared by: A B M Muntasir Rahman [MUNR]</a:t>
            </a:r>
            <a:endParaRPr sz="1500"/>
          </a:p>
        </p:txBody>
      </p:sp>
      <p:grpSp>
        <p:nvGrpSpPr>
          <p:cNvPr id="98" name="Google Shape;98;p19"/>
          <p:cNvGrpSpPr/>
          <p:nvPr/>
        </p:nvGrpSpPr>
        <p:grpSpPr>
          <a:xfrm>
            <a:off x="3283" y="2791955"/>
            <a:ext cx="9141143" cy="2351759"/>
            <a:chOff x="4377" y="3722607"/>
            <a:chExt cx="12188190" cy="3135678"/>
          </a:xfrm>
        </p:grpSpPr>
        <p:sp>
          <p:nvSpPr>
            <p:cNvPr id="99" name="Google Shape;99;p19"/>
            <p:cNvSpPr/>
            <p:nvPr/>
          </p:nvSpPr>
          <p:spPr>
            <a:xfrm>
              <a:off x="634693" y="5270374"/>
              <a:ext cx="10926445" cy="0"/>
            </a:xfrm>
            <a:custGeom>
              <a:rect b="b" l="l" r="r" t="t"/>
              <a:pathLst>
                <a:path extrusionOk="0" h="120000" w="10926445">
                  <a:moveTo>
                    <a:pt x="0" y="0"/>
                  </a:moveTo>
                  <a:lnTo>
                    <a:pt x="10926296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0" name="Google Shape;100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3854265" y="0"/>
                  </a:moveTo>
                  <a:lnTo>
                    <a:pt x="1582517" y="0"/>
                  </a:lnTo>
                  <a:lnTo>
                    <a:pt x="1534135" y="718"/>
                  </a:lnTo>
                  <a:lnTo>
                    <a:pt x="1486115" y="2860"/>
                  </a:lnTo>
                  <a:lnTo>
                    <a:pt x="1438476" y="6405"/>
                  </a:lnTo>
                  <a:lnTo>
                    <a:pt x="1391240" y="11332"/>
                  </a:lnTo>
                  <a:lnTo>
                    <a:pt x="1344427" y="17621"/>
                  </a:lnTo>
                  <a:lnTo>
                    <a:pt x="1298057" y="25252"/>
                  </a:lnTo>
                  <a:lnTo>
                    <a:pt x="1252153" y="34204"/>
                  </a:lnTo>
                  <a:lnTo>
                    <a:pt x="1206734" y="44456"/>
                  </a:lnTo>
                  <a:lnTo>
                    <a:pt x="1161821" y="55988"/>
                  </a:lnTo>
                  <a:lnTo>
                    <a:pt x="1117435" y="68779"/>
                  </a:lnTo>
                  <a:lnTo>
                    <a:pt x="1073596" y="82809"/>
                  </a:lnTo>
                  <a:lnTo>
                    <a:pt x="1030325" y="98058"/>
                  </a:lnTo>
                  <a:lnTo>
                    <a:pt x="987643" y="114505"/>
                  </a:lnTo>
                  <a:lnTo>
                    <a:pt x="945571" y="132130"/>
                  </a:lnTo>
                  <a:lnTo>
                    <a:pt x="904129" y="150911"/>
                  </a:lnTo>
                  <a:lnTo>
                    <a:pt x="863337" y="170829"/>
                  </a:lnTo>
                  <a:lnTo>
                    <a:pt x="823217" y="191863"/>
                  </a:lnTo>
                  <a:lnTo>
                    <a:pt x="783790" y="213992"/>
                  </a:lnTo>
                  <a:lnTo>
                    <a:pt x="745075" y="237196"/>
                  </a:lnTo>
                  <a:lnTo>
                    <a:pt x="707094" y="261455"/>
                  </a:lnTo>
                  <a:lnTo>
                    <a:pt x="669868" y="286748"/>
                  </a:lnTo>
                  <a:lnTo>
                    <a:pt x="633416" y="313055"/>
                  </a:lnTo>
                  <a:lnTo>
                    <a:pt x="597760" y="340354"/>
                  </a:lnTo>
                  <a:lnTo>
                    <a:pt x="562921" y="368626"/>
                  </a:lnTo>
                  <a:lnTo>
                    <a:pt x="528919" y="397850"/>
                  </a:lnTo>
                  <a:lnTo>
                    <a:pt x="495774" y="428006"/>
                  </a:lnTo>
                  <a:lnTo>
                    <a:pt x="463508" y="459073"/>
                  </a:lnTo>
                  <a:lnTo>
                    <a:pt x="432141" y="491030"/>
                  </a:lnTo>
                  <a:lnTo>
                    <a:pt x="401694" y="523857"/>
                  </a:lnTo>
                  <a:lnTo>
                    <a:pt x="372188" y="557534"/>
                  </a:lnTo>
                  <a:lnTo>
                    <a:pt x="343642" y="592040"/>
                  </a:lnTo>
                  <a:lnTo>
                    <a:pt x="316079" y="627355"/>
                  </a:lnTo>
                  <a:lnTo>
                    <a:pt x="289518" y="663458"/>
                  </a:lnTo>
                  <a:lnTo>
                    <a:pt x="263981" y="700328"/>
                  </a:lnTo>
                  <a:lnTo>
                    <a:pt x="239488" y="737945"/>
                  </a:lnTo>
                  <a:lnTo>
                    <a:pt x="216059" y="776290"/>
                  </a:lnTo>
                  <a:lnTo>
                    <a:pt x="193716" y="815340"/>
                  </a:lnTo>
                  <a:lnTo>
                    <a:pt x="172479" y="855076"/>
                  </a:lnTo>
                  <a:lnTo>
                    <a:pt x="152369" y="895477"/>
                  </a:lnTo>
                  <a:lnTo>
                    <a:pt x="133406" y="936522"/>
                  </a:lnTo>
                  <a:lnTo>
                    <a:pt x="115611" y="978192"/>
                  </a:lnTo>
                  <a:lnTo>
                    <a:pt x="99006" y="1020465"/>
                  </a:lnTo>
                  <a:lnTo>
                    <a:pt x="83610" y="1063322"/>
                  </a:lnTo>
                  <a:lnTo>
                    <a:pt x="69444" y="1106741"/>
                  </a:lnTo>
                  <a:lnTo>
                    <a:pt x="56529" y="1150703"/>
                  </a:lnTo>
                  <a:lnTo>
                    <a:pt x="44885" y="1195186"/>
                  </a:lnTo>
                  <a:lnTo>
                    <a:pt x="34534" y="1240170"/>
                  </a:lnTo>
                  <a:lnTo>
                    <a:pt x="25496" y="1285635"/>
                  </a:lnTo>
                  <a:lnTo>
                    <a:pt x="17792" y="1331561"/>
                  </a:lnTo>
                  <a:lnTo>
                    <a:pt x="11442" y="1377926"/>
                  </a:lnTo>
                  <a:lnTo>
                    <a:pt x="6467" y="1424710"/>
                  </a:lnTo>
                  <a:lnTo>
                    <a:pt x="2888" y="1471893"/>
                  </a:lnTo>
                  <a:lnTo>
                    <a:pt x="725" y="1519454"/>
                  </a:lnTo>
                  <a:lnTo>
                    <a:pt x="0" y="1567373"/>
                  </a:lnTo>
                  <a:lnTo>
                    <a:pt x="725" y="1615291"/>
                  </a:lnTo>
                  <a:lnTo>
                    <a:pt x="2888" y="1662853"/>
                  </a:lnTo>
                  <a:lnTo>
                    <a:pt x="6467" y="1710036"/>
                  </a:lnTo>
                  <a:lnTo>
                    <a:pt x="11442" y="1756820"/>
                  </a:lnTo>
                  <a:lnTo>
                    <a:pt x="17792" y="1803185"/>
                  </a:lnTo>
                  <a:lnTo>
                    <a:pt x="25496" y="1849110"/>
                  </a:lnTo>
                  <a:lnTo>
                    <a:pt x="34534" y="1894575"/>
                  </a:lnTo>
                  <a:lnTo>
                    <a:pt x="44885" y="1939560"/>
                  </a:lnTo>
                  <a:lnTo>
                    <a:pt x="56529" y="1984043"/>
                  </a:lnTo>
                  <a:lnTo>
                    <a:pt x="69444" y="2028004"/>
                  </a:lnTo>
                  <a:lnTo>
                    <a:pt x="83610" y="2071424"/>
                  </a:lnTo>
                  <a:lnTo>
                    <a:pt x="99006" y="2114280"/>
                  </a:lnTo>
                  <a:lnTo>
                    <a:pt x="115611" y="2156554"/>
                  </a:lnTo>
                  <a:lnTo>
                    <a:pt x="133406" y="2198224"/>
                  </a:lnTo>
                  <a:lnTo>
                    <a:pt x="152369" y="2239269"/>
                  </a:lnTo>
                  <a:lnTo>
                    <a:pt x="172479" y="2279670"/>
                  </a:lnTo>
                  <a:lnTo>
                    <a:pt x="193716" y="2319406"/>
                  </a:lnTo>
                  <a:lnTo>
                    <a:pt x="216059" y="2358456"/>
                  </a:lnTo>
                  <a:lnTo>
                    <a:pt x="239488" y="2396801"/>
                  </a:lnTo>
                  <a:lnTo>
                    <a:pt x="263981" y="2434418"/>
                  </a:lnTo>
                  <a:lnTo>
                    <a:pt x="289518" y="2471288"/>
                  </a:lnTo>
                  <a:lnTo>
                    <a:pt x="316079" y="2507391"/>
                  </a:lnTo>
                  <a:lnTo>
                    <a:pt x="343642" y="2542706"/>
                  </a:lnTo>
                  <a:lnTo>
                    <a:pt x="372188" y="2577212"/>
                  </a:lnTo>
                  <a:lnTo>
                    <a:pt x="401694" y="2610889"/>
                  </a:lnTo>
                  <a:lnTo>
                    <a:pt x="432141" y="2643716"/>
                  </a:lnTo>
                  <a:lnTo>
                    <a:pt x="463508" y="2675674"/>
                  </a:lnTo>
                  <a:lnTo>
                    <a:pt x="495774" y="2706740"/>
                  </a:lnTo>
                  <a:lnTo>
                    <a:pt x="528919" y="2736896"/>
                  </a:lnTo>
                  <a:lnTo>
                    <a:pt x="562921" y="2766120"/>
                  </a:lnTo>
                  <a:lnTo>
                    <a:pt x="597760" y="2794392"/>
                  </a:lnTo>
                  <a:lnTo>
                    <a:pt x="633416" y="2821692"/>
                  </a:lnTo>
                  <a:lnTo>
                    <a:pt x="669868" y="2847998"/>
                  </a:lnTo>
                  <a:lnTo>
                    <a:pt x="707094" y="2873291"/>
                  </a:lnTo>
                  <a:lnTo>
                    <a:pt x="745075" y="2897550"/>
                  </a:lnTo>
                  <a:lnTo>
                    <a:pt x="783790" y="2920754"/>
                  </a:lnTo>
                  <a:lnTo>
                    <a:pt x="823217" y="2942884"/>
                  </a:lnTo>
                  <a:lnTo>
                    <a:pt x="863337" y="2963917"/>
                  </a:lnTo>
                  <a:lnTo>
                    <a:pt x="904129" y="2983835"/>
                  </a:lnTo>
                  <a:lnTo>
                    <a:pt x="945571" y="3002617"/>
                  </a:lnTo>
                  <a:lnTo>
                    <a:pt x="987643" y="3020241"/>
                  </a:lnTo>
                  <a:lnTo>
                    <a:pt x="1030325" y="3036688"/>
                  </a:lnTo>
                  <a:lnTo>
                    <a:pt x="1073596" y="3051937"/>
                  </a:lnTo>
                  <a:lnTo>
                    <a:pt x="1117435" y="3065967"/>
                  </a:lnTo>
                  <a:lnTo>
                    <a:pt x="1161821" y="3078759"/>
                  </a:lnTo>
                  <a:lnTo>
                    <a:pt x="1206734" y="3090291"/>
                  </a:lnTo>
                  <a:lnTo>
                    <a:pt x="1252153" y="3100543"/>
                  </a:lnTo>
                  <a:lnTo>
                    <a:pt x="1298057" y="3109494"/>
                  </a:lnTo>
                  <a:lnTo>
                    <a:pt x="1344427" y="3117125"/>
                  </a:lnTo>
                  <a:lnTo>
                    <a:pt x="1391240" y="3123414"/>
                  </a:lnTo>
                  <a:lnTo>
                    <a:pt x="1438476" y="3128341"/>
                  </a:lnTo>
                  <a:lnTo>
                    <a:pt x="1486115" y="3131886"/>
                  </a:lnTo>
                  <a:lnTo>
                    <a:pt x="1534135" y="3134028"/>
                  </a:lnTo>
                  <a:lnTo>
                    <a:pt x="1582517" y="3134747"/>
                  </a:lnTo>
                  <a:lnTo>
                    <a:pt x="3854265" y="3134747"/>
                  </a:lnTo>
                  <a:lnTo>
                    <a:pt x="3902647" y="3134028"/>
                  </a:lnTo>
                  <a:lnTo>
                    <a:pt x="3950668" y="3131886"/>
                  </a:lnTo>
                  <a:lnTo>
                    <a:pt x="3998307" y="3128341"/>
                  </a:lnTo>
                  <a:lnTo>
                    <a:pt x="4045543" y="3123414"/>
                  </a:lnTo>
                  <a:lnTo>
                    <a:pt x="4092356" y="3117125"/>
                  </a:lnTo>
                  <a:lnTo>
                    <a:pt x="4138725" y="3109494"/>
                  </a:lnTo>
                  <a:lnTo>
                    <a:pt x="4184629" y="3100543"/>
                  </a:lnTo>
                  <a:lnTo>
                    <a:pt x="4230048" y="3090291"/>
                  </a:lnTo>
                  <a:lnTo>
                    <a:pt x="4274961" y="3078759"/>
                  </a:lnTo>
                  <a:lnTo>
                    <a:pt x="4319347" y="3065967"/>
                  </a:lnTo>
                  <a:lnTo>
                    <a:pt x="4363186" y="3051937"/>
                  </a:lnTo>
                  <a:lnTo>
                    <a:pt x="4406457" y="3036688"/>
                  </a:lnTo>
                  <a:lnTo>
                    <a:pt x="4449139" y="3020241"/>
                  </a:lnTo>
                  <a:lnTo>
                    <a:pt x="4491211" y="3002617"/>
                  </a:lnTo>
                  <a:lnTo>
                    <a:pt x="4532653" y="2983835"/>
                  </a:lnTo>
                  <a:lnTo>
                    <a:pt x="4573445" y="2963917"/>
                  </a:lnTo>
                  <a:lnTo>
                    <a:pt x="4613564" y="2942884"/>
                  </a:lnTo>
                  <a:lnTo>
                    <a:pt x="4652992" y="2920754"/>
                  </a:lnTo>
                  <a:lnTo>
                    <a:pt x="4691706" y="2897550"/>
                  </a:lnTo>
                  <a:lnTo>
                    <a:pt x="4729687" y="2873291"/>
                  </a:lnTo>
                  <a:lnTo>
                    <a:pt x="4766914" y="2847998"/>
                  </a:lnTo>
                  <a:lnTo>
                    <a:pt x="4803365" y="2821692"/>
                  </a:lnTo>
                  <a:lnTo>
                    <a:pt x="4839021" y="2794392"/>
                  </a:lnTo>
                  <a:lnTo>
                    <a:pt x="4873861" y="2766120"/>
                  </a:lnTo>
                  <a:lnTo>
                    <a:pt x="4907863" y="2736896"/>
                  </a:lnTo>
                  <a:lnTo>
                    <a:pt x="4941008" y="2706740"/>
                  </a:lnTo>
                  <a:lnTo>
                    <a:pt x="4973274" y="2675674"/>
                  </a:lnTo>
                  <a:lnTo>
                    <a:pt x="5004640" y="2643716"/>
                  </a:lnTo>
                  <a:lnTo>
                    <a:pt x="5035087" y="2610889"/>
                  </a:lnTo>
                  <a:lnTo>
                    <a:pt x="5064594" y="2577212"/>
                  </a:lnTo>
                  <a:lnTo>
                    <a:pt x="5093139" y="2542706"/>
                  </a:lnTo>
                  <a:lnTo>
                    <a:pt x="5120702" y="2507391"/>
                  </a:lnTo>
                  <a:lnTo>
                    <a:pt x="5147263" y="2471288"/>
                  </a:lnTo>
                  <a:lnTo>
                    <a:pt x="5172800" y="2434418"/>
                  </a:lnTo>
                  <a:lnTo>
                    <a:pt x="5197293" y="2396801"/>
                  </a:lnTo>
                  <a:lnTo>
                    <a:pt x="5220722" y="2358456"/>
                  </a:lnTo>
                  <a:lnTo>
                    <a:pt x="5243065" y="2319406"/>
                  </a:lnTo>
                  <a:lnTo>
                    <a:pt x="5264302" y="2279670"/>
                  </a:lnTo>
                  <a:lnTo>
                    <a:pt x="5284413" y="2239269"/>
                  </a:lnTo>
                  <a:lnTo>
                    <a:pt x="5303375" y="2198224"/>
                  </a:lnTo>
                  <a:lnTo>
                    <a:pt x="5321170" y="2156554"/>
                  </a:lnTo>
                  <a:lnTo>
                    <a:pt x="5337776" y="2114280"/>
                  </a:lnTo>
                  <a:lnTo>
                    <a:pt x="5353172" y="2071424"/>
                  </a:lnTo>
                  <a:lnTo>
                    <a:pt x="5367338" y="2028004"/>
                  </a:lnTo>
                  <a:lnTo>
                    <a:pt x="5380253" y="1984043"/>
                  </a:lnTo>
                  <a:lnTo>
                    <a:pt x="5391896" y="1939560"/>
                  </a:lnTo>
                  <a:lnTo>
                    <a:pt x="5402247" y="1894575"/>
                  </a:lnTo>
                  <a:lnTo>
                    <a:pt x="5411285" y="1849110"/>
                  </a:lnTo>
                  <a:lnTo>
                    <a:pt x="5418990" y="1803185"/>
                  </a:lnTo>
                  <a:lnTo>
                    <a:pt x="5425340" y="1756820"/>
                  </a:lnTo>
                  <a:lnTo>
                    <a:pt x="5430315" y="1710036"/>
                  </a:lnTo>
                  <a:lnTo>
                    <a:pt x="5433894" y="1662853"/>
                  </a:lnTo>
                  <a:lnTo>
                    <a:pt x="5436056" y="1615291"/>
                  </a:lnTo>
                  <a:lnTo>
                    <a:pt x="5436782" y="1567373"/>
                  </a:lnTo>
                  <a:lnTo>
                    <a:pt x="5436056" y="1519454"/>
                  </a:lnTo>
                  <a:lnTo>
                    <a:pt x="5433894" y="1471893"/>
                  </a:lnTo>
                  <a:lnTo>
                    <a:pt x="5430315" y="1424710"/>
                  </a:lnTo>
                  <a:lnTo>
                    <a:pt x="5425340" y="1377926"/>
                  </a:lnTo>
                  <a:lnTo>
                    <a:pt x="5418990" y="1331561"/>
                  </a:lnTo>
                  <a:lnTo>
                    <a:pt x="5411285" y="1285635"/>
                  </a:lnTo>
                  <a:lnTo>
                    <a:pt x="5402247" y="1240170"/>
                  </a:lnTo>
                  <a:lnTo>
                    <a:pt x="5391896" y="1195186"/>
                  </a:lnTo>
                  <a:lnTo>
                    <a:pt x="5380253" y="1150703"/>
                  </a:lnTo>
                  <a:lnTo>
                    <a:pt x="5367338" y="1106741"/>
                  </a:lnTo>
                  <a:lnTo>
                    <a:pt x="5353172" y="1063322"/>
                  </a:lnTo>
                  <a:lnTo>
                    <a:pt x="5337776" y="1020465"/>
                  </a:lnTo>
                  <a:lnTo>
                    <a:pt x="5321170" y="978192"/>
                  </a:lnTo>
                  <a:lnTo>
                    <a:pt x="5303375" y="936522"/>
                  </a:lnTo>
                  <a:lnTo>
                    <a:pt x="5284413" y="895477"/>
                  </a:lnTo>
                  <a:lnTo>
                    <a:pt x="5264302" y="855076"/>
                  </a:lnTo>
                  <a:lnTo>
                    <a:pt x="5243065" y="815340"/>
                  </a:lnTo>
                  <a:lnTo>
                    <a:pt x="5220722" y="776290"/>
                  </a:lnTo>
                  <a:lnTo>
                    <a:pt x="5197293" y="737945"/>
                  </a:lnTo>
                  <a:lnTo>
                    <a:pt x="5172800" y="700328"/>
                  </a:lnTo>
                  <a:lnTo>
                    <a:pt x="5147263" y="663458"/>
                  </a:lnTo>
                  <a:lnTo>
                    <a:pt x="5120702" y="627355"/>
                  </a:lnTo>
                  <a:lnTo>
                    <a:pt x="5093139" y="592040"/>
                  </a:lnTo>
                  <a:lnTo>
                    <a:pt x="5064594" y="557534"/>
                  </a:lnTo>
                  <a:lnTo>
                    <a:pt x="5035087" y="523857"/>
                  </a:lnTo>
                  <a:lnTo>
                    <a:pt x="5004640" y="491030"/>
                  </a:lnTo>
                  <a:lnTo>
                    <a:pt x="4973274" y="459073"/>
                  </a:lnTo>
                  <a:lnTo>
                    <a:pt x="4941008" y="428006"/>
                  </a:lnTo>
                  <a:lnTo>
                    <a:pt x="4907863" y="397850"/>
                  </a:lnTo>
                  <a:lnTo>
                    <a:pt x="4873861" y="368626"/>
                  </a:lnTo>
                  <a:lnTo>
                    <a:pt x="4839021" y="340354"/>
                  </a:lnTo>
                  <a:lnTo>
                    <a:pt x="4803365" y="313055"/>
                  </a:lnTo>
                  <a:lnTo>
                    <a:pt x="4766914" y="286748"/>
                  </a:lnTo>
                  <a:lnTo>
                    <a:pt x="4729687" y="261455"/>
                  </a:lnTo>
                  <a:lnTo>
                    <a:pt x="4691706" y="237196"/>
                  </a:lnTo>
                  <a:lnTo>
                    <a:pt x="4652992" y="213992"/>
                  </a:lnTo>
                  <a:lnTo>
                    <a:pt x="4613564" y="191863"/>
                  </a:lnTo>
                  <a:lnTo>
                    <a:pt x="4573445" y="170829"/>
                  </a:lnTo>
                  <a:lnTo>
                    <a:pt x="4532653" y="150911"/>
                  </a:lnTo>
                  <a:lnTo>
                    <a:pt x="4491211" y="132130"/>
                  </a:lnTo>
                  <a:lnTo>
                    <a:pt x="4449139" y="114505"/>
                  </a:lnTo>
                  <a:lnTo>
                    <a:pt x="4406457" y="98058"/>
                  </a:lnTo>
                  <a:lnTo>
                    <a:pt x="4363186" y="82809"/>
                  </a:lnTo>
                  <a:lnTo>
                    <a:pt x="4319347" y="68779"/>
                  </a:lnTo>
                  <a:lnTo>
                    <a:pt x="4274961" y="55988"/>
                  </a:lnTo>
                  <a:lnTo>
                    <a:pt x="4230048" y="44456"/>
                  </a:lnTo>
                  <a:lnTo>
                    <a:pt x="4184629" y="34204"/>
                  </a:lnTo>
                  <a:lnTo>
                    <a:pt x="4138725" y="25252"/>
                  </a:lnTo>
                  <a:lnTo>
                    <a:pt x="4092356" y="17621"/>
                  </a:lnTo>
                  <a:lnTo>
                    <a:pt x="4045543" y="11332"/>
                  </a:lnTo>
                  <a:lnTo>
                    <a:pt x="3998307" y="6405"/>
                  </a:lnTo>
                  <a:lnTo>
                    <a:pt x="3950668" y="2860"/>
                  </a:lnTo>
                  <a:lnTo>
                    <a:pt x="3902647" y="718"/>
                  </a:lnTo>
                  <a:lnTo>
                    <a:pt x="3854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1" name="Google Shape;101;p19"/>
            <p:cNvSpPr/>
            <p:nvPr/>
          </p:nvSpPr>
          <p:spPr>
            <a:xfrm>
              <a:off x="3375418" y="3723252"/>
              <a:ext cx="5436870" cy="3134995"/>
            </a:xfrm>
            <a:custGeom>
              <a:rect b="b" l="l" r="r" t="t"/>
              <a:pathLst>
                <a:path extrusionOk="0" h="3134995" w="5436870">
                  <a:moveTo>
                    <a:pt x="0" y="1567374"/>
                  </a:moveTo>
                  <a:lnTo>
                    <a:pt x="725" y="1519455"/>
                  </a:lnTo>
                  <a:lnTo>
                    <a:pt x="2888" y="1471893"/>
                  </a:lnTo>
                  <a:lnTo>
                    <a:pt x="6467" y="1424710"/>
                  </a:lnTo>
                  <a:lnTo>
                    <a:pt x="11442" y="1377926"/>
                  </a:lnTo>
                  <a:lnTo>
                    <a:pt x="17792" y="1331561"/>
                  </a:lnTo>
                  <a:lnTo>
                    <a:pt x="25496" y="1285636"/>
                  </a:lnTo>
                  <a:lnTo>
                    <a:pt x="34534" y="1240171"/>
                  </a:lnTo>
                  <a:lnTo>
                    <a:pt x="44885" y="1195186"/>
                  </a:lnTo>
                  <a:lnTo>
                    <a:pt x="56529" y="1150703"/>
                  </a:lnTo>
                  <a:lnTo>
                    <a:pt x="69444" y="1106742"/>
                  </a:lnTo>
                  <a:lnTo>
                    <a:pt x="83610" y="1063322"/>
                  </a:lnTo>
                  <a:lnTo>
                    <a:pt x="99006" y="1020466"/>
                  </a:lnTo>
                  <a:lnTo>
                    <a:pt x="115612" y="978192"/>
                  </a:lnTo>
                  <a:lnTo>
                    <a:pt x="133406" y="936522"/>
                  </a:lnTo>
                  <a:lnTo>
                    <a:pt x="152369" y="895477"/>
                  </a:lnTo>
                  <a:lnTo>
                    <a:pt x="172479" y="855076"/>
                  </a:lnTo>
                  <a:lnTo>
                    <a:pt x="193716" y="815340"/>
                  </a:lnTo>
                  <a:lnTo>
                    <a:pt x="216059" y="776290"/>
                  </a:lnTo>
                  <a:lnTo>
                    <a:pt x="239488" y="737946"/>
                  </a:lnTo>
                  <a:lnTo>
                    <a:pt x="263981" y="700328"/>
                  </a:lnTo>
                  <a:lnTo>
                    <a:pt x="289519" y="663458"/>
                  </a:lnTo>
                  <a:lnTo>
                    <a:pt x="316079" y="627355"/>
                  </a:lnTo>
                  <a:lnTo>
                    <a:pt x="343642" y="592040"/>
                  </a:lnTo>
                  <a:lnTo>
                    <a:pt x="372188" y="557534"/>
                  </a:lnTo>
                  <a:lnTo>
                    <a:pt x="401694" y="523857"/>
                  </a:lnTo>
                  <a:lnTo>
                    <a:pt x="432141" y="491030"/>
                  </a:lnTo>
                  <a:lnTo>
                    <a:pt x="463508" y="459073"/>
                  </a:lnTo>
                  <a:lnTo>
                    <a:pt x="495774" y="428006"/>
                  </a:lnTo>
                  <a:lnTo>
                    <a:pt x="528919" y="397850"/>
                  </a:lnTo>
                  <a:lnTo>
                    <a:pt x="562921" y="368626"/>
                  </a:lnTo>
                  <a:lnTo>
                    <a:pt x="597760" y="340354"/>
                  </a:lnTo>
                  <a:lnTo>
                    <a:pt x="633416" y="313055"/>
                  </a:lnTo>
                  <a:lnTo>
                    <a:pt x="669868" y="286748"/>
                  </a:lnTo>
                  <a:lnTo>
                    <a:pt x="707094" y="261455"/>
                  </a:lnTo>
                  <a:lnTo>
                    <a:pt x="745075" y="237196"/>
                  </a:lnTo>
                  <a:lnTo>
                    <a:pt x="783790" y="213992"/>
                  </a:lnTo>
                  <a:lnTo>
                    <a:pt x="823217" y="191863"/>
                  </a:lnTo>
                  <a:lnTo>
                    <a:pt x="863337" y="170829"/>
                  </a:lnTo>
                  <a:lnTo>
                    <a:pt x="904129" y="150911"/>
                  </a:lnTo>
                  <a:lnTo>
                    <a:pt x="945571" y="132130"/>
                  </a:lnTo>
                  <a:lnTo>
                    <a:pt x="987643" y="114505"/>
                  </a:lnTo>
                  <a:lnTo>
                    <a:pt x="1030325" y="98058"/>
                  </a:lnTo>
                  <a:lnTo>
                    <a:pt x="1073596" y="82809"/>
                  </a:lnTo>
                  <a:lnTo>
                    <a:pt x="1117435" y="68779"/>
                  </a:lnTo>
                  <a:lnTo>
                    <a:pt x="1161821" y="55988"/>
                  </a:lnTo>
                  <a:lnTo>
                    <a:pt x="1206734" y="44456"/>
                  </a:lnTo>
                  <a:lnTo>
                    <a:pt x="1252153" y="34204"/>
                  </a:lnTo>
                  <a:lnTo>
                    <a:pt x="1298057" y="25252"/>
                  </a:lnTo>
                  <a:lnTo>
                    <a:pt x="1344426" y="17621"/>
                  </a:lnTo>
                  <a:lnTo>
                    <a:pt x="1391239" y="11332"/>
                  </a:lnTo>
                  <a:lnTo>
                    <a:pt x="1438475" y="6405"/>
                  </a:lnTo>
                  <a:lnTo>
                    <a:pt x="1486114" y="2860"/>
                  </a:lnTo>
                  <a:lnTo>
                    <a:pt x="1534135" y="718"/>
                  </a:lnTo>
                  <a:lnTo>
                    <a:pt x="1582517" y="0"/>
                  </a:lnTo>
                  <a:lnTo>
                    <a:pt x="2145485" y="0"/>
                  </a:lnTo>
                  <a:lnTo>
                    <a:pt x="3854266" y="0"/>
                  </a:lnTo>
                  <a:lnTo>
                    <a:pt x="3902647" y="718"/>
                  </a:lnTo>
                  <a:lnTo>
                    <a:pt x="3950668" y="2860"/>
                  </a:lnTo>
                  <a:lnTo>
                    <a:pt x="3998307" y="6405"/>
                  </a:lnTo>
                  <a:lnTo>
                    <a:pt x="4045543" y="11332"/>
                  </a:lnTo>
                  <a:lnTo>
                    <a:pt x="4092356" y="17621"/>
                  </a:lnTo>
                  <a:lnTo>
                    <a:pt x="4138725" y="25252"/>
                  </a:lnTo>
                  <a:lnTo>
                    <a:pt x="4184629" y="34204"/>
                  </a:lnTo>
                  <a:lnTo>
                    <a:pt x="4230048" y="44456"/>
                  </a:lnTo>
                  <a:lnTo>
                    <a:pt x="4274961" y="55988"/>
                  </a:lnTo>
                  <a:lnTo>
                    <a:pt x="4319348" y="68779"/>
                  </a:lnTo>
                  <a:lnTo>
                    <a:pt x="4363186" y="82809"/>
                  </a:lnTo>
                  <a:lnTo>
                    <a:pt x="4406457" y="98058"/>
                  </a:lnTo>
                  <a:lnTo>
                    <a:pt x="4449139" y="114505"/>
                  </a:lnTo>
                  <a:lnTo>
                    <a:pt x="4491211" y="132130"/>
                  </a:lnTo>
                  <a:lnTo>
                    <a:pt x="4532654" y="150911"/>
                  </a:lnTo>
                  <a:lnTo>
                    <a:pt x="4573445" y="170829"/>
                  </a:lnTo>
                  <a:lnTo>
                    <a:pt x="4613565" y="191863"/>
                  </a:lnTo>
                  <a:lnTo>
                    <a:pt x="4652992" y="213992"/>
                  </a:lnTo>
                  <a:lnTo>
                    <a:pt x="4691707" y="237196"/>
                  </a:lnTo>
                  <a:lnTo>
                    <a:pt x="4729688" y="261455"/>
                  </a:lnTo>
                  <a:lnTo>
                    <a:pt x="4766914" y="286748"/>
                  </a:lnTo>
                  <a:lnTo>
                    <a:pt x="4803366" y="313054"/>
                  </a:lnTo>
                  <a:lnTo>
                    <a:pt x="4839022" y="340354"/>
                  </a:lnTo>
                  <a:lnTo>
                    <a:pt x="4873861" y="368626"/>
                  </a:lnTo>
                  <a:lnTo>
                    <a:pt x="4907864" y="397850"/>
                  </a:lnTo>
                  <a:lnTo>
                    <a:pt x="4941008" y="428006"/>
                  </a:lnTo>
                  <a:lnTo>
                    <a:pt x="4973274" y="459072"/>
                  </a:lnTo>
                  <a:lnTo>
                    <a:pt x="5004641" y="491030"/>
                  </a:lnTo>
                  <a:lnTo>
                    <a:pt x="5035088" y="523857"/>
                  </a:lnTo>
                  <a:lnTo>
                    <a:pt x="5064594" y="557534"/>
                  </a:lnTo>
                  <a:lnTo>
                    <a:pt x="5093140" y="592040"/>
                  </a:lnTo>
                  <a:lnTo>
                    <a:pt x="5120703" y="627355"/>
                  </a:lnTo>
                  <a:lnTo>
                    <a:pt x="5147264" y="663457"/>
                  </a:lnTo>
                  <a:lnTo>
                    <a:pt x="5172801" y="700328"/>
                  </a:lnTo>
                  <a:lnTo>
                    <a:pt x="5197294" y="737945"/>
                  </a:lnTo>
                  <a:lnTo>
                    <a:pt x="5220723" y="776289"/>
                  </a:lnTo>
                  <a:lnTo>
                    <a:pt x="5243066" y="815340"/>
                  </a:lnTo>
                  <a:lnTo>
                    <a:pt x="5264303" y="855075"/>
                  </a:lnTo>
                  <a:lnTo>
                    <a:pt x="5284413" y="895476"/>
                  </a:lnTo>
                  <a:lnTo>
                    <a:pt x="5303376" y="936522"/>
                  </a:lnTo>
                  <a:lnTo>
                    <a:pt x="5321171" y="978192"/>
                  </a:lnTo>
                  <a:lnTo>
                    <a:pt x="5337776" y="1020465"/>
                  </a:lnTo>
                  <a:lnTo>
                    <a:pt x="5353173" y="1063322"/>
                  </a:lnTo>
                  <a:lnTo>
                    <a:pt x="5367339" y="1106741"/>
                  </a:lnTo>
                  <a:lnTo>
                    <a:pt x="5380254" y="1150703"/>
                  </a:lnTo>
                  <a:lnTo>
                    <a:pt x="5391897" y="1195186"/>
                  </a:lnTo>
                  <a:lnTo>
                    <a:pt x="5402248" y="1240170"/>
                  </a:lnTo>
                  <a:lnTo>
                    <a:pt x="5411286" y="1285635"/>
                  </a:lnTo>
                  <a:lnTo>
                    <a:pt x="5418990" y="1331560"/>
                  </a:lnTo>
                  <a:lnTo>
                    <a:pt x="5425340" y="1377925"/>
                  </a:lnTo>
                  <a:lnTo>
                    <a:pt x="5430315" y="1424710"/>
                  </a:lnTo>
                  <a:lnTo>
                    <a:pt x="5433894" y="1471893"/>
                  </a:lnTo>
                  <a:lnTo>
                    <a:pt x="5436057" y="1519454"/>
                  </a:lnTo>
                  <a:lnTo>
                    <a:pt x="5436783" y="1567373"/>
                  </a:lnTo>
                  <a:lnTo>
                    <a:pt x="5436057" y="1615291"/>
                  </a:lnTo>
                  <a:lnTo>
                    <a:pt x="5433894" y="1662853"/>
                  </a:lnTo>
                  <a:lnTo>
                    <a:pt x="5430315" y="1710036"/>
                  </a:lnTo>
                  <a:lnTo>
                    <a:pt x="5425340" y="1756820"/>
                  </a:lnTo>
                  <a:lnTo>
                    <a:pt x="5418990" y="1803185"/>
                  </a:lnTo>
                  <a:lnTo>
                    <a:pt x="5411286" y="1849110"/>
                  </a:lnTo>
                  <a:lnTo>
                    <a:pt x="5402248" y="1894575"/>
                  </a:lnTo>
                  <a:lnTo>
                    <a:pt x="5391897" y="1939560"/>
                  </a:lnTo>
                  <a:lnTo>
                    <a:pt x="5380254" y="1984043"/>
                  </a:lnTo>
                  <a:lnTo>
                    <a:pt x="5367339" y="2028004"/>
                  </a:lnTo>
                  <a:lnTo>
                    <a:pt x="5353173" y="2071424"/>
                  </a:lnTo>
                  <a:lnTo>
                    <a:pt x="5337776" y="2114280"/>
                  </a:lnTo>
                  <a:lnTo>
                    <a:pt x="5321171" y="2156554"/>
                  </a:lnTo>
                  <a:lnTo>
                    <a:pt x="5303376" y="2198224"/>
                  </a:lnTo>
                  <a:lnTo>
                    <a:pt x="5284413" y="2239269"/>
                  </a:lnTo>
                  <a:lnTo>
                    <a:pt x="5264303" y="2279670"/>
                  </a:lnTo>
                  <a:lnTo>
                    <a:pt x="5243066" y="2319406"/>
                  </a:lnTo>
                  <a:lnTo>
                    <a:pt x="5220723" y="2358456"/>
                  </a:lnTo>
                  <a:lnTo>
                    <a:pt x="5197294" y="2396800"/>
                  </a:lnTo>
                  <a:lnTo>
                    <a:pt x="5172801" y="2434418"/>
                  </a:lnTo>
                  <a:lnTo>
                    <a:pt x="5147264" y="2471288"/>
                  </a:lnTo>
                  <a:lnTo>
                    <a:pt x="5120703" y="2507391"/>
                  </a:lnTo>
                  <a:lnTo>
                    <a:pt x="5093140" y="2542706"/>
                  </a:lnTo>
                  <a:lnTo>
                    <a:pt x="5064594" y="2577212"/>
                  </a:lnTo>
                  <a:lnTo>
                    <a:pt x="5035088" y="2610889"/>
                  </a:lnTo>
                  <a:lnTo>
                    <a:pt x="5004641" y="2643716"/>
                  </a:lnTo>
                  <a:lnTo>
                    <a:pt x="4973274" y="2675673"/>
                  </a:lnTo>
                  <a:lnTo>
                    <a:pt x="4941008" y="2706740"/>
                  </a:lnTo>
                  <a:lnTo>
                    <a:pt x="4907864" y="2736896"/>
                  </a:lnTo>
                  <a:lnTo>
                    <a:pt x="4873861" y="2766120"/>
                  </a:lnTo>
                  <a:lnTo>
                    <a:pt x="4839022" y="2794392"/>
                  </a:lnTo>
                  <a:lnTo>
                    <a:pt x="4803366" y="2821691"/>
                  </a:lnTo>
                  <a:lnTo>
                    <a:pt x="4766914" y="2847998"/>
                  </a:lnTo>
                  <a:lnTo>
                    <a:pt x="4729688" y="2873291"/>
                  </a:lnTo>
                  <a:lnTo>
                    <a:pt x="4691707" y="2897550"/>
                  </a:lnTo>
                  <a:lnTo>
                    <a:pt x="4652992" y="2920754"/>
                  </a:lnTo>
                  <a:lnTo>
                    <a:pt x="4613565" y="2942883"/>
                  </a:lnTo>
                  <a:lnTo>
                    <a:pt x="4573445" y="2963917"/>
                  </a:lnTo>
                  <a:lnTo>
                    <a:pt x="4532654" y="2983835"/>
                  </a:lnTo>
                  <a:lnTo>
                    <a:pt x="4491211" y="3002616"/>
                  </a:lnTo>
                  <a:lnTo>
                    <a:pt x="4449139" y="3020241"/>
                  </a:lnTo>
                  <a:lnTo>
                    <a:pt x="4406457" y="3036688"/>
                  </a:lnTo>
                  <a:lnTo>
                    <a:pt x="4363186" y="3051937"/>
                  </a:lnTo>
                  <a:lnTo>
                    <a:pt x="4319348" y="3065967"/>
                  </a:lnTo>
                  <a:lnTo>
                    <a:pt x="4274961" y="3078758"/>
                  </a:lnTo>
                  <a:lnTo>
                    <a:pt x="4230048" y="3090290"/>
                  </a:lnTo>
                  <a:lnTo>
                    <a:pt x="4184629" y="3100542"/>
                  </a:lnTo>
                  <a:lnTo>
                    <a:pt x="4138725" y="3109494"/>
                  </a:lnTo>
                  <a:lnTo>
                    <a:pt x="4092356" y="3117125"/>
                  </a:lnTo>
                  <a:lnTo>
                    <a:pt x="4045543" y="3123414"/>
                  </a:lnTo>
                  <a:lnTo>
                    <a:pt x="3998307" y="3128341"/>
                  </a:lnTo>
                  <a:lnTo>
                    <a:pt x="3950668" y="3131886"/>
                  </a:lnTo>
                  <a:lnTo>
                    <a:pt x="3902647" y="3134028"/>
                  </a:lnTo>
                  <a:lnTo>
                    <a:pt x="3854266" y="3134747"/>
                  </a:lnTo>
                  <a:lnTo>
                    <a:pt x="3291298" y="3134747"/>
                  </a:lnTo>
                  <a:lnTo>
                    <a:pt x="1582517" y="3134747"/>
                  </a:lnTo>
                  <a:lnTo>
                    <a:pt x="1534135" y="3134028"/>
                  </a:lnTo>
                  <a:lnTo>
                    <a:pt x="1486114" y="3131886"/>
                  </a:lnTo>
                  <a:lnTo>
                    <a:pt x="1438475" y="3128341"/>
                  </a:lnTo>
                  <a:lnTo>
                    <a:pt x="1391239" y="3123414"/>
                  </a:lnTo>
                  <a:lnTo>
                    <a:pt x="1344426" y="3117125"/>
                  </a:lnTo>
                  <a:lnTo>
                    <a:pt x="1298057" y="3109494"/>
                  </a:lnTo>
                  <a:lnTo>
                    <a:pt x="1252153" y="3100542"/>
                  </a:lnTo>
                  <a:lnTo>
                    <a:pt x="1206734" y="3090290"/>
                  </a:lnTo>
                  <a:lnTo>
                    <a:pt x="1161821" y="3078758"/>
                  </a:lnTo>
                  <a:lnTo>
                    <a:pt x="1117435" y="3065967"/>
                  </a:lnTo>
                  <a:lnTo>
                    <a:pt x="1073596" y="3051937"/>
                  </a:lnTo>
                  <a:lnTo>
                    <a:pt x="1030325" y="3036688"/>
                  </a:lnTo>
                  <a:lnTo>
                    <a:pt x="987643" y="3020241"/>
                  </a:lnTo>
                  <a:lnTo>
                    <a:pt x="945571" y="3002616"/>
                  </a:lnTo>
                  <a:lnTo>
                    <a:pt x="904129" y="2983835"/>
                  </a:lnTo>
                  <a:lnTo>
                    <a:pt x="863337" y="2963917"/>
                  </a:lnTo>
                  <a:lnTo>
                    <a:pt x="823217" y="2942883"/>
                  </a:lnTo>
                  <a:lnTo>
                    <a:pt x="783790" y="2920754"/>
                  </a:lnTo>
                  <a:lnTo>
                    <a:pt x="745075" y="2897550"/>
                  </a:lnTo>
                  <a:lnTo>
                    <a:pt x="707094" y="2873291"/>
                  </a:lnTo>
                  <a:lnTo>
                    <a:pt x="669868" y="2847998"/>
                  </a:lnTo>
                  <a:lnTo>
                    <a:pt x="633416" y="2821692"/>
                  </a:lnTo>
                  <a:lnTo>
                    <a:pt x="597760" y="2794392"/>
                  </a:lnTo>
                  <a:lnTo>
                    <a:pt x="562921" y="2766120"/>
                  </a:lnTo>
                  <a:lnTo>
                    <a:pt x="528919" y="2736896"/>
                  </a:lnTo>
                  <a:lnTo>
                    <a:pt x="495774" y="2706740"/>
                  </a:lnTo>
                  <a:lnTo>
                    <a:pt x="463508" y="2675674"/>
                  </a:lnTo>
                  <a:lnTo>
                    <a:pt x="432141" y="2643716"/>
                  </a:lnTo>
                  <a:lnTo>
                    <a:pt x="401694" y="2610889"/>
                  </a:lnTo>
                  <a:lnTo>
                    <a:pt x="372188" y="2577212"/>
                  </a:lnTo>
                  <a:lnTo>
                    <a:pt x="343642" y="2542706"/>
                  </a:lnTo>
                  <a:lnTo>
                    <a:pt x="316079" y="2507391"/>
                  </a:lnTo>
                  <a:lnTo>
                    <a:pt x="289519" y="2471289"/>
                  </a:lnTo>
                  <a:lnTo>
                    <a:pt x="263981" y="2434418"/>
                  </a:lnTo>
                  <a:lnTo>
                    <a:pt x="239488" y="2396801"/>
                  </a:lnTo>
                  <a:lnTo>
                    <a:pt x="216059" y="2358457"/>
                  </a:lnTo>
                  <a:lnTo>
                    <a:pt x="193716" y="2319406"/>
                  </a:lnTo>
                  <a:lnTo>
                    <a:pt x="172479" y="2279671"/>
                  </a:lnTo>
                  <a:lnTo>
                    <a:pt x="152369" y="2239270"/>
                  </a:lnTo>
                  <a:lnTo>
                    <a:pt x="133406" y="2198224"/>
                  </a:lnTo>
                  <a:lnTo>
                    <a:pt x="115612" y="2156554"/>
                  </a:lnTo>
                  <a:lnTo>
                    <a:pt x="99006" y="2114281"/>
                  </a:lnTo>
                  <a:lnTo>
                    <a:pt x="83610" y="2071424"/>
                  </a:lnTo>
                  <a:lnTo>
                    <a:pt x="69444" y="2028005"/>
                  </a:lnTo>
                  <a:lnTo>
                    <a:pt x="56529" y="1984043"/>
                  </a:lnTo>
                  <a:lnTo>
                    <a:pt x="44885" y="1939560"/>
                  </a:lnTo>
                  <a:lnTo>
                    <a:pt x="34534" y="1894576"/>
                  </a:lnTo>
                  <a:lnTo>
                    <a:pt x="25496" y="1849111"/>
                  </a:lnTo>
                  <a:lnTo>
                    <a:pt x="17792" y="1803186"/>
                  </a:lnTo>
                  <a:lnTo>
                    <a:pt x="11442" y="1756821"/>
                  </a:lnTo>
                  <a:lnTo>
                    <a:pt x="6467" y="1710036"/>
                  </a:lnTo>
                  <a:lnTo>
                    <a:pt x="2888" y="1662853"/>
                  </a:lnTo>
                  <a:lnTo>
                    <a:pt x="725" y="1615292"/>
                  </a:lnTo>
                  <a:lnTo>
                    <a:pt x="0" y="1567374"/>
                  </a:lnTo>
                  <a:close/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2" name="Google Shape;102;p19"/>
            <p:cNvSpPr/>
            <p:nvPr/>
          </p:nvSpPr>
          <p:spPr>
            <a:xfrm>
              <a:off x="4377" y="3723254"/>
              <a:ext cx="12188190" cy="0"/>
            </a:xfrm>
            <a:custGeom>
              <a:rect b="b" l="l" r="r" t="t"/>
              <a:pathLst>
                <a:path extrusionOk="0" h="120000" w="12188190">
                  <a:moveTo>
                    <a:pt x="0" y="0"/>
                  </a:moveTo>
                  <a:lnTo>
                    <a:pt x="12187623" y="0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3" name="Google Shape;103;p19"/>
            <p:cNvSpPr/>
            <p:nvPr/>
          </p:nvSpPr>
          <p:spPr>
            <a:xfrm>
              <a:off x="8881325" y="3722607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2681207" y="3135442"/>
                  </a:moveTo>
                  <a:lnTo>
                    <a:pt x="2681207" y="0"/>
                  </a:lnTo>
                  <a:lnTo>
                    <a:pt x="1560862" y="0"/>
                  </a:lnTo>
                  <a:lnTo>
                    <a:pt x="1513138" y="718"/>
                  </a:lnTo>
                  <a:lnTo>
                    <a:pt x="1465771" y="2861"/>
                  </a:lnTo>
                  <a:lnTo>
                    <a:pt x="1418781" y="6407"/>
                  </a:lnTo>
                  <a:lnTo>
                    <a:pt x="1372189" y="11335"/>
                  </a:lnTo>
                  <a:lnTo>
                    <a:pt x="1326014" y="17626"/>
                  </a:lnTo>
                  <a:lnTo>
                    <a:pt x="1280277" y="25259"/>
                  </a:lnTo>
                  <a:lnTo>
                    <a:pt x="1234999" y="34213"/>
                  </a:lnTo>
                  <a:lnTo>
                    <a:pt x="1190199" y="44468"/>
                  </a:lnTo>
                  <a:lnTo>
                    <a:pt x="1145899" y="56003"/>
                  </a:lnTo>
                  <a:lnTo>
                    <a:pt x="1102119" y="68798"/>
                  </a:lnTo>
                  <a:lnTo>
                    <a:pt x="1058879" y="82832"/>
                  </a:lnTo>
                  <a:lnTo>
                    <a:pt x="1016199" y="98085"/>
                  </a:lnTo>
                  <a:lnTo>
                    <a:pt x="974101" y="114536"/>
                  </a:lnTo>
                  <a:lnTo>
                    <a:pt x="932603" y="132165"/>
                  </a:lnTo>
                  <a:lnTo>
                    <a:pt x="891728" y="150951"/>
                  </a:lnTo>
                  <a:lnTo>
                    <a:pt x="851494" y="170874"/>
                  </a:lnTo>
                  <a:lnTo>
                    <a:pt x="811923" y="191913"/>
                  </a:lnTo>
                  <a:lnTo>
                    <a:pt x="773035" y="214048"/>
                  </a:lnTo>
                  <a:lnTo>
                    <a:pt x="734850" y="237258"/>
                  </a:lnTo>
                  <a:lnTo>
                    <a:pt x="697389" y="261523"/>
                  </a:lnTo>
                  <a:lnTo>
                    <a:pt x="660672" y="286822"/>
                  </a:lnTo>
                  <a:lnTo>
                    <a:pt x="624720" y="313135"/>
                  </a:lnTo>
                  <a:lnTo>
                    <a:pt x="589553" y="340442"/>
                  </a:lnTo>
                  <a:lnTo>
                    <a:pt x="555191" y="368721"/>
                  </a:lnTo>
                  <a:lnTo>
                    <a:pt x="521654" y="397952"/>
                  </a:lnTo>
                  <a:lnTo>
                    <a:pt x="488964" y="428115"/>
                  </a:lnTo>
                  <a:lnTo>
                    <a:pt x="457140" y="459189"/>
                  </a:lnTo>
                  <a:lnTo>
                    <a:pt x="426204" y="491154"/>
                  </a:lnTo>
                  <a:lnTo>
                    <a:pt x="396174" y="523989"/>
                  </a:lnTo>
                  <a:lnTo>
                    <a:pt x="367073" y="557674"/>
                  </a:lnTo>
                  <a:lnTo>
                    <a:pt x="338919" y="592188"/>
                  </a:lnTo>
                  <a:lnTo>
                    <a:pt x="311734" y="627511"/>
                  </a:lnTo>
                  <a:lnTo>
                    <a:pt x="285538" y="663622"/>
                  </a:lnTo>
                  <a:lnTo>
                    <a:pt x="260352" y="700501"/>
                  </a:lnTo>
                  <a:lnTo>
                    <a:pt x="236195" y="738126"/>
                  </a:lnTo>
                  <a:lnTo>
                    <a:pt x="213088" y="776479"/>
                  </a:lnTo>
                  <a:lnTo>
                    <a:pt x="191052" y="815538"/>
                  </a:lnTo>
                  <a:lnTo>
                    <a:pt x="170107" y="855283"/>
                  </a:lnTo>
                  <a:lnTo>
                    <a:pt x="150273" y="895692"/>
                  </a:lnTo>
                  <a:lnTo>
                    <a:pt x="131571" y="936747"/>
                  </a:lnTo>
                  <a:lnTo>
                    <a:pt x="114021" y="978426"/>
                  </a:lnTo>
                  <a:lnTo>
                    <a:pt x="97643" y="1020708"/>
                  </a:lnTo>
                  <a:lnTo>
                    <a:pt x="82459" y="1063573"/>
                  </a:lnTo>
                  <a:lnTo>
                    <a:pt x="68488" y="1107002"/>
                  </a:lnTo>
                  <a:lnTo>
                    <a:pt x="55750" y="1150972"/>
                  </a:lnTo>
                  <a:lnTo>
                    <a:pt x="44267" y="1195464"/>
                  </a:lnTo>
                  <a:lnTo>
                    <a:pt x="34059" y="1240458"/>
                  </a:lnTo>
                  <a:lnTo>
                    <a:pt x="25145" y="1285932"/>
                  </a:lnTo>
                  <a:lnTo>
                    <a:pt x="17547" y="1331866"/>
                  </a:lnTo>
                  <a:lnTo>
                    <a:pt x="11284" y="1378240"/>
                  </a:lnTo>
                  <a:lnTo>
                    <a:pt x="6378" y="1425033"/>
                  </a:lnTo>
                  <a:lnTo>
                    <a:pt x="2848" y="1472224"/>
                  </a:lnTo>
                  <a:lnTo>
                    <a:pt x="715" y="1519794"/>
                  </a:lnTo>
                  <a:lnTo>
                    <a:pt x="0" y="1567722"/>
                  </a:lnTo>
                  <a:lnTo>
                    <a:pt x="715" y="1615649"/>
                  </a:lnTo>
                  <a:lnTo>
                    <a:pt x="2848" y="1663219"/>
                  </a:lnTo>
                  <a:lnTo>
                    <a:pt x="6379" y="1710410"/>
                  </a:lnTo>
                  <a:lnTo>
                    <a:pt x="11286" y="1757203"/>
                  </a:lnTo>
                  <a:lnTo>
                    <a:pt x="17550" y="1803577"/>
                  </a:lnTo>
                  <a:lnTo>
                    <a:pt x="25149" y="1849511"/>
                  </a:lnTo>
                  <a:lnTo>
                    <a:pt x="34064" y="1894985"/>
                  </a:lnTo>
                  <a:lnTo>
                    <a:pt x="44274" y="1939978"/>
                  </a:lnTo>
                  <a:lnTo>
                    <a:pt x="55759" y="1984470"/>
                  </a:lnTo>
                  <a:lnTo>
                    <a:pt x="68498" y="2028441"/>
                  </a:lnTo>
                  <a:lnTo>
                    <a:pt x="82471" y="2071869"/>
                  </a:lnTo>
                  <a:lnTo>
                    <a:pt x="97658" y="2114735"/>
                  </a:lnTo>
                  <a:lnTo>
                    <a:pt x="114037" y="2157017"/>
                  </a:lnTo>
                  <a:lnTo>
                    <a:pt x="131589" y="2198696"/>
                  </a:lnTo>
                  <a:lnTo>
                    <a:pt x="150294" y="2239750"/>
                  </a:lnTo>
                  <a:lnTo>
                    <a:pt x="170130" y="2280160"/>
                  </a:lnTo>
                  <a:lnTo>
                    <a:pt x="191078" y="2319904"/>
                  </a:lnTo>
                  <a:lnTo>
                    <a:pt x="213116" y="2358963"/>
                  </a:lnTo>
                  <a:lnTo>
                    <a:pt x="236225" y="2397316"/>
                  </a:lnTo>
                  <a:lnTo>
                    <a:pt x="260384" y="2434942"/>
                  </a:lnTo>
                  <a:lnTo>
                    <a:pt x="285573" y="2471820"/>
                  </a:lnTo>
                  <a:lnTo>
                    <a:pt x="311771" y="2507931"/>
                  </a:lnTo>
                  <a:lnTo>
                    <a:pt x="338959" y="2543254"/>
                  </a:lnTo>
                  <a:lnTo>
                    <a:pt x="367114" y="2577768"/>
                  </a:lnTo>
                  <a:lnTo>
                    <a:pt x="396218" y="2611453"/>
                  </a:lnTo>
                  <a:lnTo>
                    <a:pt x="426249" y="2644288"/>
                  </a:lnTo>
                  <a:lnTo>
                    <a:pt x="457188" y="2676253"/>
                  </a:lnTo>
                  <a:lnTo>
                    <a:pt x="489013" y="2707327"/>
                  </a:lnTo>
                  <a:lnTo>
                    <a:pt x="521705" y="2737490"/>
                  </a:lnTo>
                  <a:lnTo>
                    <a:pt x="555242" y="2766721"/>
                  </a:lnTo>
                  <a:lnTo>
                    <a:pt x="589606" y="2795000"/>
                  </a:lnTo>
                  <a:lnTo>
                    <a:pt x="624774" y="2822306"/>
                  </a:lnTo>
                  <a:lnTo>
                    <a:pt x="660727" y="2848619"/>
                  </a:lnTo>
                  <a:lnTo>
                    <a:pt x="697445" y="2873918"/>
                  </a:lnTo>
                  <a:lnTo>
                    <a:pt x="734906" y="2898183"/>
                  </a:lnTo>
                  <a:lnTo>
                    <a:pt x="773091" y="2921393"/>
                  </a:lnTo>
                  <a:lnTo>
                    <a:pt x="811979" y="2943528"/>
                  </a:lnTo>
                  <a:lnTo>
                    <a:pt x="851549" y="2964568"/>
                  </a:lnTo>
                  <a:lnTo>
                    <a:pt x="891782" y="2984490"/>
                  </a:lnTo>
                  <a:lnTo>
                    <a:pt x="932657" y="3003277"/>
                  </a:lnTo>
                  <a:lnTo>
                    <a:pt x="974153" y="3020906"/>
                  </a:lnTo>
                  <a:lnTo>
                    <a:pt x="1016250" y="3037357"/>
                  </a:lnTo>
                  <a:lnTo>
                    <a:pt x="1058928" y="3052610"/>
                  </a:lnTo>
                  <a:lnTo>
                    <a:pt x="1102166" y="3066644"/>
                  </a:lnTo>
                  <a:lnTo>
                    <a:pt x="1145943" y="3079438"/>
                  </a:lnTo>
                  <a:lnTo>
                    <a:pt x="1190240" y="3090973"/>
                  </a:lnTo>
                  <a:lnTo>
                    <a:pt x="1235036" y="3101228"/>
                  </a:lnTo>
                  <a:lnTo>
                    <a:pt x="1280310" y="3110182"/>
                  </a:lnTo>
                  <a:lnTo>
                    <a:pt x="1326043" y="3117815"/>
                  </a:lnTo>
                  <a:lnTo>
                    <a:pt x="1372213" y="3124106"/>
                  </a:lnTo>
                  <a:lnTo>
                    <a:pt x="1418800" y="3129034"/>
                  </a:lnTo>
                  <a:lnTo>
                    <a:pt x="1465784" y="3132580"/>
                  </a:lnTo>
                  <a:lnTo>
                    <a:pt x="1513145" y="3134723"/>
                  </a:lnTo>
                  <a:lnTo>
                    <a:pt x="1560862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sp>
          <p:nvSpPr>
            <p:cNvPr id="104" name="Google Shape;104;p19"/>
            <p:cNvSpPr/>
            <p:nvPr/>
          </p:nvSpPr>
          <p:spPr>
            <a:xfrm>
              <a:off x="629468" y="3722655"/>
              <a:ext cx="2681605" cy="3135630"/>
            </a:xfrm>
            <a:custGeom>
              <a:rect b="b" l="l" r="r" t="t"/>
              <a:pathLst>
                <a:path extrusionOk="0" h="3135629" w="2681604">
                  <a:moveTo>
                    <a:pt x="0" y="3135442"/>
                  </a:moveTo>
                  <a:lnTo>
                    <a:pt x="0" y="0"/>
                  </a:lnTo>
                  <a:lnTo>
                    <a:pt x="1120345" y="0"/>
                  </a:lnTo>
                  <a:lnTo>
                    <a:pt x="1168068" y="718"/>
                  </a:lnTo>
                  <a:lnTo>
                    <a:pt x="1215435" y="2861"/>
                  </a:lnTo>
                  <a:lnTo>
                    <a:pt x="1262425" y="6407"/>
                  </a:lnTo>
                  <a:lnTo>
                    <a:pt x="1309017" y="11335"/>
                  </a:lnTo>
                  <a:lnTo>
                    <a:pt x="1355192" y="17626"/>
                  </a:lnTo>
                  <a:lnTo>
                    <a:pt x="1400929" y="25259"/>
                  </a:lnTo>
                  <a:lnTo>
                    <a:pt x="1446207" y="34213"/>
                  </a:lnTo>
                  <a:lnTo>
                    <a:pt x="1491007" y="44468"/>
                  </a:lnTo>
                  <a:lnTo>
                    <a:pt x="1535307" y="56003"/>
                  </a:lnTo>
                  <a:lnTo>
                    <a:pt x="1579087" y="68798"/>
                  </a:lnTo>
                  <a:lnTo>
                    <a:pt x="1622327" y="82832"/>
                  </a:lnTo>
                  <a:lnTo>
                    <a:pt x="1665007" y="98085"/>
                  </a:lnTo>
                  <a:lnTo>
                    <a:pt x="1707105" y="114536"/>
                  </a:lnTo>
                  <a:lnTo>
                    <a:pt x="1748603" y="132165"/>
                  </a:lnTo>
                  <a:lnTo>
                    <a:pt x="1789479" y="150951"/>
                  </a:lnTo>
                  <a:lnTo>
                    <a:pt x="1829712" y="170874"/>
                  </a:lnTo>
                  <a:lnTo>
                    <a:pt x="1869283" y="191913"/>
                  </a:lnTo>
                  <a:lnTo>
                    <a:pt x="1908171" y="214048"/>
                  </a:lnTo>
                  <a:lnTo>
                    <a:pt x="1946356" y="237258"/>
                  </a:lnTo>
                  <a:lnTo>
                    <a:pt x="1983817" y="261523"/>
                  </a:lnTo>
                  <a:lnTo>
                    <a:pt x="2020534" y="286822"/>
                  </a:lnTo>
                  <a:lnTo>
                    <a:pt x="2056486" y="313135"/>
                  </a:lnTo>
                  <a:lnTo>
                    <a:pt x="2091653" y="340442"/>
                  </a:lnTo>
                  <a:lnTo>
                    <a:pt x="2126016" y="368721"/>
                  </a:lnTo>
                  <a:lnTo>
                    <a:pt x="2159552" y="397952"/>
                  </a:lnTo>
                  <a:lnTo>
                    <a:pt x="2192242" y="428115"/>
                  </a:lnTo>
                  <a:lnTo>
                    <a:pt x="2224066" y="459189"/>
                  </a:lnTo>
                  <a:lnTo>
                    <a:pt x="2255002" y="491154"/>
                  </a:lnTo>
                  <a:lnTo>
                    <a:pt x="2285032" y="523989"/>
                  </a:lnTo>
                  <a:lnTo>
                    <a:pt x="2314133" y="557674"/>
                  </a:lnTo>
                  <a:lnTo>
                    <a:pt x="2342287" y="592188"/>
                  </a:lnTo>
                  <a:lnTo>
                    <a:pt x="2369472" y="627511"/>
                  </a:lnTo>
                  <a:lnTo>
                    <a:pt x="2395668" y="663622"/>
                  </a:lnTo>
                  <a:lnTo>
                    <a:pt x="2420854" y="700501"/>
                  </a:lnTo>
                  <a:lnTo>
                    <a:pt x="2445011" y="738126"/>
                  </a:lnTo>
                  <a:lnTo>
                    <a:pt x="2468118" y="776479"/>
                  </a:lnTo>
                  <a:lnTo>
                    <a:pt x="2490154" y="815538"/>
                  </a:lnTo>
                  <a:lnTo>
                    <a:pt x="2511099" y="855283"/>
                  </a:lnTo>
                  <a:lnTo>
                    <a:pt x="2530933" y="895692"/>
                  </a:lnTo>
                  <a:lnTo>
                    <a:pt x="2549635" y="936747"/>
                  </a:lnTo>
                  <a:lnTo>
                    <a:pt x="2567185" y="978426"/>
                  </a:lnTo>
                  <a:lnTo>
                    <a:pt x="2583563" y="1020708"/>
                  </a:lnTo>
                  <a:lnTo>
                    <a:pt x="2598747" y="1063573"/>
                  </a:lnTo>
                  <a:lnTo>
                    <a:pt x="2612718" y="1107002"/>
                  </a:lnTo>
                  <a:lnTo>
                    <a:pt x="2625456" y="1150972"/>
                  </a:lnTo>
                  <a:lnTo>
                    <a:pt x="2636939" y="1195464"/>
                  </a:lnTo>
                  <a:lnTo>
                    <a:pt x="2647147" y="1240458"/>
                  </a:lnTo>
                  <a:lnTo>
                    <a:pt x="2656061" y="1285932"/>
                  </a:lnTo>
                  <a:lnTo>
                    <a:pt x="2663659" y="1331866"/>
                  </a:lnTo>
                  <a:lnTo>
                    <a:pt x="2669922" y="1378240"/>
                  </a:lnTo>
                  <a:lnTo>
                    <a:pt x="2674828" y="1425033"/>
                  </a:lnTo>
                  <a:lnTo>
                    <a:pt x="2678358" y="1472224"/>
                  </a:lnTo>
                  <a:lnTo>
                    <a:pt x="2680491" y="1519794"/>
                  </a:lnTo>
                  <a:lnTo>
                    <a:pt x="2681207" y="1567722"/>
                  </a:lnTo>
                  <a:lnTo>
                    <a:pt x="2680491" y="1615649"/>
                  </a:lnTo>
                  <a:lnTo>
                    <a:pt x="2678358" y="1663219"/>
                  </a:lnTo>
                  <a:lnTo>
                    <a:pt x="2674827" y="1710410"/>
                  </a:lnTo>
                  <a:lnTo>
                    <a:pt x="2669920" y="1757203"/>
                  </a:lnTo>
                  <a:lnTo>
                    <a:pt x="2663657" y="1803577"/>
                  </a:lnTo>
                  <a:lnTo>
                    <a:pt x="2656057" y="1849511"/>
                  </a:lnTo>
                  <a:lnTo>
                    <a:pt x="2647142" y="1894985"/>
                  </a:lnTo>
                  <a:lnTo>
                    <a:pt x="2636932" y="1939978"/>
                  </a:lnTo>
                  <a:lnTo>
                    <a:pt x="2625447" y="1984470"/>
                  </a:lnTo>
                  <a:lnTo>
                    <a:pt x="2612708" y="2028441"/>
                  </a:lnTo>
                  <a:lnTo>
                    <a:pt x="2598735" y="2071869"/>
                  </a:lnTo>
                  <a:lnTo>
                    <a:pt x="2583548" y="2114735"/>
                  </a:lnTo>
                  <a:lnTo>
                    <a:pt x="2567169" y="2157017"/>
                  </a:lnTo>
                  <a:lnTo>
                    <a:pt x="2549617" y="2198696"/>
                  </a:lnTo>
                  <a:lnTo>
                    <a:pt x="2530912" y="2239750"/>
                  </a:lnTo>
                  <a:lnTo>
                    <a:pt x="2511076" y="2280160"/>
                  </a:lnTo>
                  <a:lnTo>
                    <a:pt x="2490128" y="2319904"/>
                  </a:lnTo>
                  <a:lnTo>
                    <a:pt x="2468090" y="2358963"/>
                  </a:lnTo>
                  <a:lnTo>
                    <a:pt x="2444981" y="2397316"/>
                  </a:lnTo>
                  <a:lnTo>
                    <a:pt x="2420822" y="2434942"/>
                  </a:lnTo>
                  <a:lnTo>
                    <a:pt x="2395633" y="2471820"/>
                  </a:lnTo>
                  <a:lnTo>
                    <a:pt x="2369435" y="2507931"/>
                  </a:lnTo>
                  <a:lnTo>
                    <a:pt x="2342247" y="2543254"/>
                  </a:lnTo>
                  <a:lnTo>
                    <a:pt x="2314092" y="2577768"/>
                  </a:lnTo>
                  <a:lnTo>
                    <a:pt x="2284988" y="2611453"/>
                  </a:lnTo>
                  <a:lnTo>
                    <a:pt x="2254957" y="2644288"/>
                  </a:lnTo>
                  <a:lnTo>
                    <a:pt x="2224018" y="2676253"/>
                  </a:lnTo>
                  <a:lnTo>
                    <a:pt x="2192193" y="2707327"/>
                  </a:lnTo>
                  <a:lnTo>
                    <a:pt x="2159501" y="2737490"/>
                  </a:lnTo>
                  <a:lnTo>
                    <a:pt x="2125964" y="2766721"/>
                  </a:lnTo>
                  <a:lnTo>
                    <a:pt x="2091600" y="2795000"/>
                  </a:lnTo>
                  <a:lnTo>
                    <a:pt x="2056432" y="2822306"/>
                  </a:lnTo>
                  <a:lnTo>
                    <a:pt x="2020479" y="2848619"/>
                  </a:lnTo>
                  <a:lnTo>
                    <a:pt x="1983761" y="2873918"/>
                  </a:lnTo>
                  <a:lnTo>
                    <a:pt x="1946300" y="2898183"/>
                  </a:lnTo>
                  <a:lnTo>
                    <a:pt x="1908115" y="2921393"/>
                  </a:lnTo>
                  <a:lnTo>
                    <a:pt x="1869227" y="2943528"/>
                  </a:lnTo>
                  <a:lnTo>
                    <a:pt x="1829657" y="2964568"/>
                  </a:lnTo>
                  <a:lnTo>
                    <a:pt x="1789424" y="2984490"/>
                  </a:lnTo>
                  <a:lnTo>
                    <a:pt x="1748549" y="3003277"/>
                  </a:lnTo>
                  <a:lnTo>
                    <a:pt x="1707053" y="3020906"/>
                  </a:lnTo>
                  <a:lnTo>
                    <a:pt x="1664956" y="3037357"/>
                  </a:lnTo>
                  <a:lnTo>
                    <a:pt x="1622278" y="3052610"/>
                  </a:lnTo>
                  <a:lnTo>
                    <a:pt x="1579040" y="3066644"/>
                  </a:lnTo>
                  <a:lnTo>
                    <a:pt x="1535263" y="3079438"/>
                  </a:lnTo>
                  <a:lnTo>
                    <a:pt x="1490966" y="3090973"/>
                  </a:lnTo>
                  <a:lnTo>
                    <a:pt x="1446170" y="3101228"/>
                  </a:lnTo>
                  <a:lnTo>
                    <a:pt x="1400896" y="3110182"/>
                  </a:lnTo>
                  <a:lnTo>
                    <a:pt x="1355163" y="3117815"/>
                  </a:lnTo>
                  <a:lnTo>
                    <a:pt x="1308993" y="3124106"/>
                  </a:lnTo>
                  <a:lnTo>
                    <a:pt x="1262406" y="3129034"/>
                  </a:lnTo>
                  <a:lnTo>
                    <a:pt x="1215422" y="3132580"/>
                  </a:lnTo>
                  <a:lnTo>
                    <a:pt x="1168061" y="3134723"/>
                  </a:lnTo>
                  <a:lnTo>
                    <a:pt x="1120345" y="3135442"/>
                  </a:lnTo>
                </a:path>
              </a:pathLst>
            </a:custGeom>
            <a:noFill/>
            <a:ln cap="flat" cmpd="sng" w="12700">
              <a:solidFill>
                <a:srgbClr val="D8897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  <p:pic>
          <p:nvPicPr>
            <p:cNvPr id="105" name="Google Shape;10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617853" y="3923596"/>
              <a:ext cx="2979896" cy="27340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9"/>
          <p:cNvSpPr txBox="1"/>
          <p:nvPr/>
        </p:nvSpPr>
        <p:spPr>
          <a:xfrm>
            <a:off x="3872419" y="1996058"/>
            <a:ext cx="1314600" cy="3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741524" y="744425"/>
            <a:ext cx="494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is a Graph?</a:t>
            </a:r>
            <a:endParaRPr/>
          </a:p>
        </p:txBody>
      </p:sp>
      <p:sp>
        <p:nvSpPr>
          <p:cNvPr id="112" name="Google Shape;112;p20"/>
          <p:cNvSpPr txBox="1"/>
          <p:nvPr/>
        </p:nvSpPr>
        <p:spPr>
          <a:xfrm>
            <a:off x="741525" y="2167025"/>
            <a:ext cx="605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41525" y="1391401"/>
            <a:ext cx="7869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Graph G is pair (V, E) where V is a finite set (set of vertices) and E is a finite set of pairs from V (set of edges). 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●"/>
            </a:pPr>
            <a:r>
              <a:rPr lang="en" sz="1600">
                <a:latin typeface="Calibri"/>
                <a:ea typeface="Calibri"/>
                <a:cs typeface="Calibri"/>
                <a:sym typeface="Calibri"/>
              </a:rPr>
              <a:t>We generally denote n = |V| and m = |E|.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758675" y="2571750"/>
            <a:ext cx="282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300" y="2285000"/>
            <a:ext cx="3312275" cy="193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1208775" y="2705425"/>
            <a:ext cx="4562700" cy="9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Here, 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V = {a, b, …, i} and n = |V| = 9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 = {ab, bc, ad, …..} and m = |E| = 15</a:t>
            </a:r>
            <a:endParaRPr b="1" sz="16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742406" y="77810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Graphs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742399" y="1524300"/>
            <a:ext cx="7680600" cy="14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b="1" lang="en" sz="1600">
                <a:solidFill>
                  <a:srgbClr val="0000FF"/>
                </a:solidFill>
              </a:rPr>
              <a:t>Transportation Networks:</a:t>
            </a:r>
            <a:r>
              <a:rPr b="1" lang="en" sz="1600"/>
              <a:t> </a:t>
            </a:r>
            <a:r>
              <a:rPr lang="en" sz="1600"/>
              <a:t>How should you design the roads and </a:t>
            </a:r>
            <a:r>
              <a:rPr lang="en" sz="1600"/>
              <a:t>highway</a:t>
            </a:r>
            <a:r>
              <a:rPr lang="en" sz="1600"/>
              <a:t> network in a country? What is the quickest way to go from BRAC University to Mirpur?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600">
                <a:solidFill>
                  <a:srgbClr val="0000FF"/>
                </a:solidFill>
              </a:rPr>
              <a:t>Communication Networks:</a:t>
            </a:r>
            <a:r>
              <a:rPr lang="en" sz="1600"/>
              <a:t> How to send network packet from your computer to your friend’s computer?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Social Networks:</a:t>
            </a:r>
            <a:r>
              <a:rPr b="1" lang="en" sz="1600"/>
              <a:t> </a:t>
            </a:r>
            <a:r>
              <a:rPr lang="en" sz="1600"/>
              <a:t>Facebook, Instagram, Twitter etc.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Dependency Networks:</a:t>
            </a:r>
            <a:r>
              <a:rPr lang="en" sz="1600"/>
              <a:t> What courses you must take before you can take CSE470?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687650" y="762375"/>
            <a:ext cx="5278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vs Undirected Graphs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750275" y="1484975"/>
            <a:ext cx="78537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Graph G can be </a:t>
            </a:r>
            <a:r>
              <a:rPr b="1" lang="en" sz="1600"/>
              <a:t>directed,</a:t>
            </a:r>
            <a:r>
              <a:rPr lang="en" sz="1600"/>
              <a:t> if E consists of ordered pairs, or </a:t>
            </a:r>
            <a:r>
              <a:rPr b="1" lang="en" sz="1600"/>
              <a:t>undirected</a:t>
            </a:r>
            <a:r>
              <a:rPr lang="en" sz="1600"/>
              <a:t>, if E consists of unordered pairs.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(u, v) Є E, then vertices u and v are adjacent. </a:t>
            </a:r>
            <a:endParaRPr sz="160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475" y="2378250"/>
            <a:ext cx="3552825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700" y="2375950"/>
            <a:ext cx="3552825" cy="19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750575" y="770250"/>
            <a:ext cx="5753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vs Unweighted Graphs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750574" y="1500750"/>
            <a:ext cx="7845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Weights can be assigned to the edges i.e. </a:t>
            </a:r>
            <a:r>
              <a:rPr b="1" lang="en" sz="1600"/>
              <a:t>w</a:t>
            </a:r>
            <a:r>
              <a:rPr b="1" baseline="-25000" lang="en" sz="1600"/>
              <a:t>G </a:t>
            </a:r>
            <a:r>
              <a:rPr b="1" lang="en" sz="1600"/>
              <a:t>(e) is a weight of the edge e </a:t>
            </a:r>
            <a:r>
              <a:rPr b="1" lang="en" sz="1600"/>
              <a:t>Є E</a:t>
            </a:r>
            <a:r>
              <a:rPr lang="en" sz="1600"/>
              <a:t>. Any graph that has such function assigned to it’s edges is called </a:t>
            </a:r>
            <a:r>
              <a:rPr b="1" lang="en" sz="1600"/>
              <a:t>weighted graph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4675" y="2295150"/>
            <a:ext cx="3381375" cy="180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800" y="2295150"/>
            <a:ext cx="3495437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740128" y="1529097"/>
            <a:ext cx="52782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Connections/Links between vertices (or nodes). </a:t>
            </a:r>
            <a:endParaRPr sz="1600"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798" y="1936050"/>
            <a:ext cx="2325300" cy="2325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24"/>
          <p:cNvSpPr txBox="1"/>
          <p:nvPr/>
        </p:nvSpPr>
        <p:spPr>
          <a:xfrm>
            <a:off x="4134250" y="2715550"/>
            <a:ext cx="430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AF, AC, BC etc. are edges of the graph.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740124" y="1529100"/>
            <a:ext cx="6825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Incoming </a:t>
            </a: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Directed edges coming into a vertex. </a:t>
            </a:r>
            <a:endParaRPr sz="1600"/>
          </a:p>
        </p:txBody>
      </p:sp>
      <p:sp>
        <p:nvSpPr>
          <p:cNvPr id="153" name="Google Shape;153;p25"/>
          <p:cNvSpPr txBox="1"/>
          <p:nvPr/>
        </p:nvSpPr>
        <p:spPr>
          <a:xfrm>
            <a:off x="4179075" y="2610875"/>
            <a:ext cx="43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AB and DB are two incoming edges of vertex B.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75" y="2228750"/>
            <a:ext cx="3126900" cy="16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740125" y="762375"/>
            <a:ext cx="495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740124" y="1529100"/>
            <a:ext cx="6825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Outgoing </a:t>
            </a:r>
            <a:r>
              <a:rPr b="1" lang="en" sz="1600">
                <a:solidFill>
                  <a:srgbClr val="0000FF"/>
                </a:solidFill>
              </a:rPr>
              <a:t>Edges:</a:t>
            </a:r>
            <a:r>
              <a:rPr lang="en" sz="1600"/>
              <a:t> Directed edges going out of a vertex.</a:t>
            </a:r>
            <a:endParaRPr sz="1600"/>
          </a:p>
        </p:txBody>
      </p:sp>
      <p:sp>
        <p:nvSpPr>
          <p:cNvPr id="161" name="Google Shape;161;p26"/>
          <p:cNvSpPr txBox="1"/>
          <p:nvPr/>
        </p:nvSpPr>
        <p:spPr>
          <a:xfrm>
            <a:off x="4179075" y="2610875"/>
            <a:ext cx="43062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Here, BC and BE are two outgoing edges of vertex B. 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75" y="2228750"/>
            <a:ext cx="3126900" cy="16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03199" y="1537288"/>
            <a:ext cx="7737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Degree:</a:t>
            </a:r>
            <a:r>
              <a:rPr lang="en" sz="1600"/>
              <a:t> </a:t>
            </a:r>
            <a:r>
              <a:rPr lang="en" sz="1600"/>
              <a:t>For an undirected graph, </a:t>
            </a:r>
            <a:r>
              <a:rPr b="1" lang="en" sz="1600"/>
              <a:t>number of connected edges</a:t>
            </a:r>
            <a:r>
              <a:rPr lang="en" sz="1600"/>
              <a:t> to a vertex v is called the </a:t>
            </a:r>
            <a:r>
              <a:rPr b="1" lang="en" sz="1600"/>
              <a:t>degree of that vertex</a:t>
            </a:r>
            <a:r>
              <a:rPr lang="en" sz="1600"/>
              <a:t> and is denoted by </a:t>
            </a:r>
            <a:r>
              <a:rPr b="1" lang="en" sz="1600"/>
              <a:t>deg(v)</a:t>
            </a:r>
            <a:r>
              <a:rPr lang="en" sz="1600"/>
              <a:t>.</a:t>
            </a:r>
            <a:endParaRPr sz="1600"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675" y="2349075"/>
            <a:ext cx="3552825" cy="1908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0" name="Google Shape;170;p27"/>
          <p:cNvGraphicFramePr/>
          <p:nvPr/>
        </p:nvGraphicFramePr>
        <p:xfrm>
          <a:off x="6048025" y="2289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{6AC1F50F-17B5-4B8A-BD7A-D9D559CBB433}</a:tableStyleId>
              </a:tblPr>
              <a:tblGrid>
                <a:gridCol w="785000"/>
                <a:gridCol w="785000"/>
              </a:tblGrid>
              <a:tr h="35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Vertex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4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4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687656" y="762375"/>
            <a:ext cx="4998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32275" y="1540025"/>
            <a:ext cx="7704300" cy="12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In Degree:</a:t>
            </a:r>
            <a:r>
              <a:rPr lang="en" sz="1600"/>
              <a:t> </a:t>
            </a:r>
            <a:r>
              <a:rPr lang="en" sz="1600"/>
              <a:t>The </a:t>
            </a:r>
            <a:r>
              <a:rPr b="1" lang="en" sz="1600"/>
              <a:t>number of incoming edges</a:t>
            </a:r>
            <a:r>
              <a:rPr lang="en" sz="1600"/>
              <a:t> to a vertex v is called the </a:t>
            </a:r>
            <a:r>
              <a:rPr b="1" lang="en" sz="1600"/>
              <a:t>in-degree of the vertex</a:t>
            </a:r>
            <a:r>
              <a:rPr lang="en" sz="1600"/>
              <a:t> and is denoted by </a:t>
            </a:r>
            <a:r>
              <a:rPr b="1" lang="en" sz="1600"/>
              <a:t>indeg(v)</a:t>
            </a:r>
            <a:r>
              <a:rPr lang="en" sz="1600"/>
              <a:t>. </a:t>
            </a:r>
            <a:endParaRPr sz="16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Out Degree:</a:t>
            </a:r>
            <a:r>
              <a:rPr lang="en" sz="1600"/>
              <a:t> The </a:t>
            </a:r>
            <a:r>
              <a:rPr b="1" lang="en" sz="1600"/>
              <a:t>number of outgoing edges</a:t>
            </a:r>
            <a:r>
              <a:rPr lang="en" sz="1600"/>
              <a:t> from a vertex v is called the </a:t>
            </a:r>
            <a:r>
              <a:rPr b="1" lang="en" sz="1600"/>
              <a:t>out-degree</a:t>
            </a:r>
            <a:r>
              <a:rPr lang="en" sz="1600"/>
              <a:t> and is denoted by </a:t>
            </a:r>
            <a:r>
              <a:rPr b="1" lang="en" sz="1600"/>
              <a:t>outdeg(v).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7" name="Google Shape;17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950" y="2571750"/>
            <a:ext cx="3552825" cy="1914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28"/>
          <p:cNvGraphicFramePr/>
          <p:nvPr/>
        </p:nvGraphicFramePr>
        <p:xfrm>
          <a:off x="5772775" y="2515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{6AC1F50F-17B5-4B8A-BD7A-D9D559CBB433}</a:tableStyleId>
              </a:tblPr>
              <a:tblGrid>
                <a:gridCol w="785000"/>
                <a:gridCol w="785000"/>
                <a:gridCol w="785000"/>
              </a:tblGrid>
              <a:tr h="351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Vertex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indeg(v)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0000"/>
                          </a:solidFill>
                        </a:rPr>
                        <a:t>outdeg(v)</a:t>
                      </a:r>
                      <a:endParaRPr b="1" sz="10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a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b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0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83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2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3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703199" y="1537288"/>
            <a:ext cx="7737600" cy="4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Source Vertex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</a:t>
            </a:r>
            <a:r>
              <a:rPr b="1" lang="en" sz="1600"/>
              <a:t>A vertex with in-degree zero</a:t>
            </a:r>
            <a:r>
              <a:rPr lang="en" sz="1600"/>
              <a:t>. Generally, in a graph, </a:t>
            </a:r>
            <a:r>
              <a:rPr b="1" lang="en" sz="1600">
                <a:solidFill>
                  <a:srgbClr val="0000FF"/>
                </a:solidFill>
              </a:rPr>
              <a:t>at least</a:t>
            </a:r>
            <a:r>
              <a:rPr b="1" lang="en" sz="1600">
                <a:solidFill>
                  <a:srgbClr val="0000FF"/>
                </a:solidFill>
              </a:rPr>
              <a:t> one</a:t>
            </a:r>
            <a:r>
              <a:rPr lang="en" sz="1600"/>
              <a:t> source vertex is present. </a:t>
            </a:r>
            <a:endParaRPr sz="1600"/>
          </a:p>
        </p:txBody>
      </p:sp>
      <p:sp>
        <p:nvSpPr>
          <p:cNvPr id="185" name="Google Shape;185;p29"/>
          <p:cNvSpPr txBox="1"/>
          <p:nvPr/>
        </p:nvSpPr>
        <p:spPr>
          <a:xfrm>
            <a:off x="4874375" y="2863325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A is a source vertex. </a:t>
            </a:r>
            <a:endParaRPr/>
          </a:p>
        </p:txBody>
      </p:sp>
      <p:pic>
        <p:nvPicPr>
          <p:cNvPr id="186" name="Google Shape;1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4175" y="2289450"/>
            <a:ext cx="3029775" cy="187267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192" name="Google Shape;192;p30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Sink Vertex:</a:t>
            </a:r>
            <a:r>
              <a:rPr lang="en" sz="1600"/>
              <a:t> </a:t>
            </a:r>
            <a:r>
              <a:rPr b="1" lang="en" sz="1600"/>
              <a:t>A vertex with out-degree zero</a:t>
            </a:r>
            <a:r>
              <a:rPr lang="en" sz="1600"/>
              <a:t>. </a:t>
            </a:r>
            <a:endParaRPr sz="1600"/>
          </a:p>
        </p:txBody>
      </p:sp>
      <p:sp>
        <p:nvSpPr>
          <p:cNvPr id="193" name="Google Shape;193;p30"/>
          <p:cNvSpPr txBox="1"/>
          <p:nvPr/>
        </p:nvSpPr>
        <p:spPr>
          <a:xfrm>
            <a:off x="4859425" y="2758638"/>
            <a:ext cx="3453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F is a sink vertex. </a:t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39981" y="747425"/>
            <a:ext cx="5009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39975" y="1596400"/>
            <a:ext cx="5674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Parallel Edges: </a:t>
            </a:r>
            <a:r>
              <a:rPr b="1" lang="en" sz="1600"/>
              <a:t>Multiple edges</a:t>
            </a:r>
            <a:r>
              <a:rPr lang="en" sz="1600"/>
              <a:t> between same pair of vertices. </a:t>
            </a:r>
            <a:endParaRPr sz="1600"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398" y="2078475"/>
            <a:ext cx="3015500" cy="2202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31"/>
          <p:cNvSpPr txBox="1"/>
          <p:nvPr/>
        </p:nvSpPr>
        <p:spPr>
          <a:xfrm>
            <a:off x="4657550" y="2810975"/>
            <a:ext cx="39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a and b has two edges between each other i.e. they are parallel.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739981" y="747425"/>
            <a:ext cx="5009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08" name="Google Shape;208;p32"/>
          <p:cNvSpPr txBox="1"/>
          <p:nvPr>
            <p:ph idx="1" type="body"/>
          </p:nvPr>
        </p:nvSpPr>
        <p:spPr>
          <a:xfrm>
            <a:off x="739975" y="1596400"/>
            <a:ext cx="5674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Self Loop</a:t>
            </a:r>
            <a:r>
              <a:rPr b="1" lang="en" sz="1600">
                <a:solidFill>
                  <a:srgbClr val="0000FF"/>
                </a:solidFill>
              </a:rPr>
              <a:t>: </a:t>
            </a:r>
            <a:r>
              <a:rPr lang="en" sz="1600"/>
              <a:t>An edge between </a:t>
            </a:r>
            <a:r>
              <a:rPr b="1" lang="en" sz="1600"/>
              <a:t>the vertex and itself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209" name="Google Shape;20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398" y="2078475"/>
            <a:ext cx="3015500" cy="220230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p32"/>
          <p:cNvSpPr txBox="1"/>
          <p:nvPr/>
        </p:nvSpPr>
        <p:spPr>
          <a:xfrm>
            <a:off x="4657550" y="2810975"/>
            <a:ext cx="391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vertex c has an edge which starts from c and ends at c i.e. a self loop.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16" name="Google Shape;216;p33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Path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</a:t>
            </a:r>
            <a:r>
              <a:rPr b="1" lang="en" sz="1600"/>
              <a:t>A sequence of vertices connected by edge(s)</a:t>
            </a:r>
            <a:r>
              <a:rPr lang="en" sz="1600"/>
              <a:t>. </a:t>
            </a:r>
            <a:endParaRPr sz="1600"/>
          </a:p>
        </p:txBody>
      </p:sp>
      <p:sp>
        <p:nvSpPr>
          <p:cNvPr id="217" name="Google Shape;217;p33"/>
          <p:cNvSpPr txBox="1"/>
          <p:nvPr/>
        </p:nvSpPr>
        <p:spPr>
          <a:xfrm>
            <a:off x="4799625" y="2758650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path from A to D is (A -&gt; B -&gt; C -&gt; E -&gt; D).</a:t>
            </a:r>
            <a:endParaRPr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Cycle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A closed path </a:t>
            </a:r>
            <a:r>
              <a:rPr b="1" lang="en" sz="1600"/>
              <a:t>where first and last vertices are the same</a:t>
            </a:r>
            <a:r>
              <a:rPr lang="en" sz="1600"/>
              <a:t>.</a:t>
            </a:r>
            <a:endParaRPr sz="1600"/>
          </a:p>
        </p:txBody>
      </p:sp>
      <p:sp>
        <p:nvSpPr>
          <p:cNvPr id="225" name="Google Shape;225;p34"/>
          <p:cNvSpPr txBox="1"/>
          <p:nvPr/>
        </p:nvSpPr>
        <p:spPr>
          <a:xfrm>
            <a:off x="4799625" y="2758650"/>
            <a:ext cx="3453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 the graph, a path exists from B to B (B -&gt; C -&gt; E -&gt; D -&gt; B) which is a cycle.</a:t>
            </a:r>
            <a:endParaRPr/>
          </a:p>
        </p:txBody>
      </p:sp>
      <p:pic>
        <p:nvPicPr>
          <p:cNvPr id="226" name="Google Shape;22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800" y="2101738"/>
            <a:ext cx="3221075" cy="1990925"/>
          </a:xfrm>
          <a:prstGeom prst="rect">
            <a:avLst/>
          </a:prstGeom>
          <a:noFill/>
          <a:ln cap="flat" cmpd="sng" w="19050">
            <a:solidFill>
              <a:srgbClr val="11111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Connected Graph:</a:t>
            </a:r>
            <a:r>
              <a:rPr lang="en" sz="1600"/>
              <a:t> </a:t>
            </a:r>
            <a:r>
              <a:rPr b="1" lang="en" sz="1600"/>
              <a:t>A path exists between every pair of vertices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233" name="Google Shape;233;p35"/>
          <p:cNvPicPr preferRelativeResize="0"/>
          <p:nvPr/>
        </p:nvPicPr>
        <p:blipFill rotWithShape="1">
          <a:blip r:embed="rId3">
            <a:alphaModFix/>
          </a:blip>
          <a:srcRect b="5918" l="1881" r="50014" t="5216"/>
          <a:stretch/>
        </p:blipFill>
        <p:spPr>
          <a:xfrm>
            <a:off x="2919500" y="2076100"/>
            <a:ext cx="3001500" cy="22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Disc</a:t>
            </a:r>
            <a:r>
              <a:rPr b="1" lang="en" sz="1600">
                <a:solidFill>
                  <a:srgbClr val="0000FF"/>
                </a:solidFill>
              </a:rPr>
              <a:t>onnected Graph:</a:t>
            </a:r>
            <a:r>
              <a:rPr lang="en" sz="1600"/>
              <a:t> </a:t>
            </a:r>
            <a:r>
              <a:rPr b="1" lang="en" sz="1600"/>
              <a:t>A path is absent between any pair of vertices</a:t>
            </a:r>
            <a:r>
              <a:rPr lang="en" sz="1600"/>
              <a:t>. </a:t>
            </a:r>
            <a:endParaRPr sz="1600"/>
          </a:p>
        </p:txBody>
      </p:sp>
      <p:pic>
        <p:nvPicPr>
          <p:cNvPr id="240" name="Google Shape;240;p36"/>
          <p:cNvPicPr preferRelativeResize="0"/>
          <p:nvPr/>
        </p:nvPicPr>
        <p:blipFill rotWithShape="1">
          <a:blip r:embed="rId3">
            <a:alphaModFix/>
          </a:blip>
          <a:srcRect b="5563" l="49721" r="2174" t="5572"/>
          <a:stretch/>
        </p:blipFill>
        <p:spPr>
          <a:xfrm>
            <a:off x="1196450" y="1988625"/>
            <a:ext cx="3206925" cy="224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050" y="1988625"/>
            <a:ext cx="3366300" cy="2197950"/>
          </a:xfrm>
          <a:prstGeom prst="rect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Sparse Graph</a:t>
            </a:r>
            <a:r>
              <a:rPr b="1" lang="en" sz="1600">
                <a:solidFill>
                  <a:srgbClr val="0000FF"/>
                </a:solidFill>
              </a:rPr>
              <a:t>:</a:t>
            </a:r>
            <a:r>
              <a:rPr lang="en" sz="1600"/>
              <a:t> Number of edges is </a:t>
            </a:r>
            <a:r>
              <a:rPr b="1" lang="en" sz="1600"/>
              <a:t>considerably less</a:t>
            </a:r>
            <a:r>
              <a:rPr lang="en" sz="1600"/>
              <a:t> than maximum number of edges. </a:t>
            </a:r>
            <a:endParaRPr sz="1600"/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500" y="2152813"/>
            <a:ext cx="1924050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764150" y="769850"/>
            <a:ext cx="54312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Basic Terminologies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703199" y="1537288"/>
            <a:ext cx="77376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600">
                <a:solidFill>
                  <a:srgbClr val="0000FF"/>
                </a:solidFill>
              </a:rPr>
              <a:t>Dense</a:t>
            </a:r>
            <a:r>
              <a:rPr b="1" lang="en" sz="1600">
                <a:solidFill>
                  <a:srgbClr val="0000FF"/>
                </a:solidFill>
              </a:rPr>
              <a:t> Graph:</a:t>
            </a:r>
            <a:r>
              <a:rPr lang="en" sz="1600"/>
              <a:t> Number of edges is</a:t>
            </a:r>
            <a:r>
              <a:rPr b="1" lang="en" sz="1600"/>
              <a:t> close to the maximum number</a:t>
            </a:r>
            <a:r>
              <a:rPr lang="en" sz="1600"/>
              <a:t> of edges. </a:t>
            </a:r>
            <a:endParaRPr sz="1600"/>
          </a:p>
        </p:txBody>
      </p:sp>
      <p:pic>
        <p:nvPicPr>
          <p:cNvPr id="255" name="Google Shape;25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8750" y="2190163"/>
            <a:ext cx="2028825" cy="18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9"/>
          <p:cNvSpPr txBox="1"/>
          <p:nvPr>
            <p:ph type="title"/>
          </p:nvPr>
        </p:nvSpPr>
        <p:spPr>
          <a:xfrm>
            <a:off x="687650" y="762375"/>
            <a:ext cx="522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Relationship between n and m</a:t>
            </a:r>
            <a:endParaRPr/>
          </a:p>
        </p:txBody>
      </p:sp>
      <p:sp>
        <p:nvSpPr>
          <p:cNvPr id="261" name="Google Shape;261;p39"/>
          <p:cNvSpPr txBox="1"/>
          <p:nvPr>
            <p:ph idx="1" type="body"/>
          </p:nvPr>
        </p:nvSpPr>
        <p:spPr>
          <a:xfrm>
            <a:off x="773875" y="1547900"/>
            <a:ext cx="7877400" cy="1339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graph with m edges, then Σdeg(v) = 2m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directed graph with m edges, then </a:t>
            </a:r>
            <a:r>
              <a:rPr lang="en" sz="1600"/>
              <a:t>Σindeg(v) = Σoutdeg(v) = m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simple undirected graph with n vertices and m edges, then m ≤ n(n - 1)/2.</a:t>
            </a:r>
            <a:endParaRPr sz="1600"/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600"/>
              <a:t>If G is a simple directed graph with n vertices and m edges, then m ≤ n(n - 1).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 </a:t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766006" y="793850"/>
            <a:ext cx="49905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of Graphs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766000" y="1458225"/>
            <a:ext cx="75234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Adjacency Matrix:</a:t>
            </a:r>
            <a:endParaRPr b="1" sz="1600">
              <a:solidFill>
                <a:srgbClr val="0000FF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 graph G = (V, E) can be represented in an matrix of size n х n.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If (v</a:t>
            </a:r>
            <a:r>
              <a:rPr baseline="-25000" lang="en" sz="1600">
                <a:solidFill>
                  <a:schemeClr val="dk1"/>
                </a:solidFill>
              </a:rPr>
              <a:t>i</a:t>
            </a:r>
            <a:r>
              <a:rPr lang="en" sz="1600">
                <a:solidFill>
                  <a:schemeClr val="dk1"/>
                </a:solidFill>
              </a:rPr>
              <a:t>, v</a:t>
            </a:r>
            <a:r>
              <a:rPr baseline="-25000" lang="en" sz="1600">
                <a:solidFill>
                  <a:schemeClr val="dk1"/>
                </a:solidFill>
              </a:rPr>
              <a:t>j</a:t>
            </a:r>
            <a:r>
              <a:rPr lang="en" sz="1600">
                <a:solidFill>
                  <a:schemeClr val="dk1"/>
                </a:solidFill>
              </a:rPr>
              <a:t>) Є E, then a</a:t>
            </a:r>
            <a:r>
              <a:rPr baseline="-25000" lang="en" sz="1600">
                <a:solidFill>
                  <a:schemeClr val="dk1"/>
                </a:solidFill>
              </a:rPr>
              <a:t>i, j</a:t>
            </a:r>
            <a:r>
              <a:rPr lang="en" sz="1600">
                <a:solidFill>
                  <a:schemeClr val="dk1"/>
                </a:solidFill>
              </a:rPr>
              <a:t> = 1 and 0 otherwise. In case of undirected graph, a</a:t>
            </a:r>
            <a:r>
              <a:rPr baseline="-25000" lang="en" sz="1600">
                <a:solidFill>
                  <a:schemeClr val="dk1"/>
                </a:solidFill>
              </a:rPr>
              <a:t>i, j</a:t>
            </a:r>
            <a:r>
              <a:rPr lang="en" sz="1600">
                <a:solidFill>
                  <a:schemeClr val="dk1"/>
                </a:solidFill>
              </a:rPr>
              <a:t> = 1 and also a</a:t>
            </a:r>
            <a:r>
              <a:rPr baseline="-25000" lang="en" sz="1600">
                <a:solidFill>
                  <a:schemeClr val="dk1"/>
                </a:solidFill>
              </a:rPr>
              <a:t>j, i</a:t>
            </a:r>
            <a:r>
              <a:rPr lang="en" sz="1600">
                <a:solidFill>
                  <a:schemeClr val="dk1"/>
                </a:solidFill>
              </a:rPr>
              <a:t> = 1.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Memory complexity is </a:t>
            </a:r>
            <a:r>
              <a:rPr b="1" lang="en" sz="1600">
                <a:solidFill>
                  <a:schemeClr val="dk1"/>
                </a:solidFill>
              </a:rPr>
              <a:t>O(n</a:t>
            </a:r>
            <a:r>
              <a:rPr b="1" baseline="30000" lang="en" sz="1600">
                <a:solidFill>
                  <a:schemeClr val="dk1"/>
                </a:solidFill>
              </a:rPr>
              <a:t>2</a:t>
            </a:r>
            <a:r>
              <a:rPr b="1" lang="en" sz="1600">
                <a:solidFill>
                  <a:schemeClr val="dk1"/>
                </a:solidFill>
              </a:rPr>
              <a:t>)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268" name="Google Shape;26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650" y="2689725"/>
            <a:ext cx="23526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025" y="2689725"/>
            <a:ext cx="13525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/>
          <p:cNvPicPr preferRelativeResize="0"/>
          <p:nvPr/>
        </p:nvPicPr>
        <p:blipFill rotWithShape="1">
          <a:blip r:embed="rId5">
            <a:alphaModFix/>
          </a:blip>
          <a:srcRect b="3200" l="4520" r="-4520" t="-3200"/>
          <a:stretch/>
        </p:blipFill>
        <p:spPr>
          <a:xfrm>
            <a:off x="4816975" y="2706825"/>
            <a:ext cx="1420879" cy="15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9750" y="2769725"/>
            <a:ext cx="2218375" cy="14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1714500" y="4232775"/>
            <a:ext cx="13056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Graph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5693575" y="42156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Undirected Graph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687656" y="762375"/>
            <a:ext cx="50064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Representation of Graphs</a:t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758150" y="1500725"/>
            <a:ext cx="77280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 sz="1600">
                <a:solidFill>
                  <a:srgbClr val="0000FF"/>
                </a:solidFill>
              </a:rPr>
              <a:t>Adjacency List:</a:t>
            </a:r>
            <a:endParaRPr b="1" sz="1600">
              <a:solidFill>
                <a:srgbClr val="0000FF"/>
              </a:solidFill>
            </a:endParaRPr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Represents the graph by listing for each vertex v</a:t>
            </a:r>
            <a:r>
              <a:rPr baseline="-25000" lang="en" sz="1600"/>
              <a:t>i</a:t>
            </a:r>
            <a:r>
              <a:rPr lang="en" sz="1600"/>
              <a:t>, it’s outgoing/connected vertices in a list </a:t>
            </a:r>
            <a:r>
              <a:rPr b="1" i="1" lang="en" sz="1600"/>
              <a:t>out(v</a:t>
            </a:r>
            <a:r>
              <a:rPr b="1" baseline="-25000" i="1" lang="en" sz="1600"/>
              <a:t>i</a:t>
            </a:r>
            <a:r>
              <a:rPr b="1" i="1" lang="en" sz="1600"/>
              <a:t>)</a:t>
            </a:r>
            <a:r>
              <a:rPr lang="en" sz="1600"/>
              <a:t>. (Can be represented using a Linked List or any other appropriate data structure) </a:t>
            </a:r>
            <a:endParaRPr sz="1600"/>
          </a:p>
          <a:p>
            <a:pPr indent="-330200" lvl="1" marL="914400" rtl="0" algn="just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Memory complexity is </a:t>
            </a:r>
            <a:r>
              <a:rPr b="1" lang="en" sz="1600"/>
              <a:t>O(m + n)</a:t>
            </a:r>
            <a:endParaRPr b="1" sz="1600"/>
          </a:p>
        </p:txBody>
      </p:sp>
      <p:pic>
        <p:nvPicPr>
          <p:cNvPr id="280" name="Google Shape;28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150" y="2799850"/>
            <a:ext cx="1352550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78825" y="2799849"/>
            <a:ext cx="1614175" cy="15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1"/>
          <p:cNvPicPr preferRelativeResize="0"/>
          <p:nvPr/>
        </p:nvPicPr>
        <p:blipFill rotWithShape="1">
          <a:blip r:embed="rId5">
            <a:alphaModFix/>
          </a:blip>
          <a:srcRect b="3200" l="4520" r="-4520" t="-3200"/>
          <a:stretch/>
        </p:blipFill>
        <p:spPr>
          <a:xfrm>
            <a:off x="4675400" y="2816950"/>
            <a:ext cx="1420879" cy="150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7226" y="2891600"/>
            <a:ext cx="2132525" cy="145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1"/>
          <p:cNvSpPr txBox="1"/>
          <p:nvPr/>
        </p:nvSpPr>
        <p:spPr>
          <a:xfrm>
            <a:off x="1585913" y="43258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Directed Graph</a:t>
            </a:r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5615400" y="4294125"/>
            <a:ext cx="17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Undirected Graph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"/>
          <p:cNvSpPr txBox="1"/>
          <p:nvPr>
            <p:ph type="title"/>
          </p:nvPr>
        </p:nvSpPr>
        <p:spPr>
          <a:xfrm>
            <a:off x="740006" y="762375"/>
            <a:ext cx="49866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1" name="Google Shape;291;p42"/>
          <p:cNvSpPr txBox="1"/>
          <p:nvPr>
            <p:ph idx="1" type="body"/>
          </p:nvPr>
        </p:nvSpPr>
        <p:spPr>
          <a:xfrm>
            <a:off x="739999" y="1499200"/>
            <a:ext cx="7214400" cy="12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Mumit sir’s slide - </a:t>
            </a:r>
            <a:r>
              <a:rPr lang="en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https://drive.google.com/file/d/1OkLO91GV4M23e-1EtvFr9yeGWgk6V91q/view</a:t>
            </a:r>
            <a:endParaRPr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FF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PNP sir’s slide - </a:t>
            </a:r>
            <a:r>
              <a:rPr lang="en" u="sng">
                <a:solidFill>
                  <a:srgbClr val="00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https://docs.google.com/presentation/d/1bKKT_3Mnlp0cV509k7E8hBWEKQ_YfV0cfek10LDCo6Y/edit?slide=id.g26e6291b7d8_0_183#slide=id.g26e6291b7d8_0_183</a:t>
            </a:r>
            <a:endParaRPr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