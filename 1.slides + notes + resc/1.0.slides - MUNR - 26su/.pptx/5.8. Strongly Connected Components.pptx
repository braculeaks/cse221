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y="5143500" cx="9144000"/>
  <p:notesSz cx="6858000" cy="9144000"/>
  <p:embeddedFontLst>
    <p:embeddedFont>
      <p:font typeface="Tahoma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76074A-8FF2-4C0F-BECD-5AEB91577F40}">
  <a:tblStyle styleId="{5776074A-8FF2-4C0F-BECD-5AEB91577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30da40b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f30da40bf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30da40bf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30da40bf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f30da40bf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f30da40bf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c631a5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6c631a5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f30da40bf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f30da40bf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f30da40bf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f30da40bf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f30da40bf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f30da40bf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82e94b3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82e94b3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82e94b3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82e94b3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82e94b39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82e94b39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82e94b39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782e94b39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82e94b39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782e94b39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82e94b39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782e94b39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82e94b39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782e94b39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82e94b397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782e94b397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782e94b397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782e94b397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82e94b397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782e94b397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782e94b39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782e94b39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782e94b397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782e94b397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782e94b397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782e94b397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782e94b397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782e94b397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782e94b397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782e94b397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782e94b397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782e94b397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782e94b397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782e94b397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782e94b397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782e94b397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782e94b397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782e94b397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782e94b397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782e94b397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82e94b397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82e94b397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782e94b397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782e94b397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782e94b397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782e94b397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782e94b397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782e94b397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782e94b397_0_1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782e94b397_0_1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782e94b397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782e94b397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782e94b397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782e94b397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782e94b397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3782e94b397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782e94b397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782e94b397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782e94b397_0_1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782e94b397_0_1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782e94b397_0_1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3782e94b397_0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782e94b397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782e94b397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782e94b397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782e94b397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782e94b397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782e94b397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2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4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70025" y="762375"/>
            <a:ext cx="491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Components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850" y="1534800"/>
            <a:ext cx="4706999" cy="28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770025" y="762375"/>
            <a:ext cx="491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Components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25" y="1721725"/>
            <a:ext cx="7298100" cy="2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1289250" y="4018050"/>
            <a:ext cx="63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How many connected components here? How do we visit all of them?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745025" y="762375"/>
            <a:ext cx="4942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 wise DFS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805275" y="1523250"/>
            <a:ext cx="5957100" cy="378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vertex v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Є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Adj[s]</a:t>
            </a:r>
            <a:endParaRPr b="1"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v)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ComponentWiseDFS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G, 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each 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vertex u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in G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[u]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u)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770025" y="732475"/>
            <a:ext cx="6414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Components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770025" y="1480250"/>
            <a:ext cx="762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component is called a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Strongly Connected Component (SCC)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only if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every possible pair of vertices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(u, v)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inside that component,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u is reachable from v and v is reachable from u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875" y="2398325"/>
            <a:ext cx="37147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5109900" y="2543550"/>
            <a:ext cx="3393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this graph,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{0, 1, 2}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a strongly connected component. Here, we can reach from 0 to 1 and vice versa, 1 to 2 and vice versa and 2 to 0 and vice versa.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770025" y="732475"/>
            <a:ext cx="6414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Components</a:t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770025" y="1480250"/>
            <a:ext cx="765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Similarly, in this graph, there are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 strongly connected components,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{0, 1, 2}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{3}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{4, 5, 6}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{7}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925" y="2305200"/>
            <a:ext cx="371475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46" name="Google Shape;146;p25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25"/>
          <p:cNvCxnSpPr>
            <a:stCxn id="146" idx="6"/>
            <a:endCxn id="147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5" name="Google Shape;155;p25"/>
          <p:cNvCxnSpPr>
            <a:stCxn id="147" idx="6"/>
            <a:endCxn id="149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" name="Google Shape;156;p25"/>
          <p:cNvCxnSpPr>
            <a:stCxn id="149" idx="6"/>
            <a:endCxn id="150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" name="Google Shape;157;p25"/>
          <p:cNvCxnSpPr>
            <a:stCxn id="153" idx="4"/>
            <a:endCxn id="150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" name="Google Shape;158;p25"/>
          <p:cNvCxnSpPr>
            <a:stCxn id="153" idx="6"/>
            <a:endCxn id="152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25"/>
          <p:cNvCxnSpPr>
            <a:stCxn id="152" idx="4"/>
            <a:endCxn id="151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25"/>
          <p:cNvCxnSpPr>
            <a:stCxn id="152" idx="3"/>
            <a:endCxn id="150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25"/>
          <p:cNvCxnSpPr>
            <a:stCxn id="151" idx="2"/>
            <a:endCxn id="150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" name="Google Shape;162;p25"/>
          <p:cNvCxnSpPr>
            <a:stCxn id="148" idx="5"/>
            <a:endCxn id="147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" name="Google Shape;163;p25"/>
          <p:cNvCxnSpPr>
            <a:stCxn id="148" idx="3"/>
            <a:endCxn id="146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4" name="Google Shape;164;p25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25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25"/>
          <p:cNvSpPr txBox="1"/>
          <p:nvPr/>
        </p:nvSpPr>
        <p:spPr>
          <a:xfrm>
            <a:off x="673138" y="2922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25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5"/>
          <p:cNvSpPr txBox="1"/>
          <p:nvPr/>
        </p:nvSpPr>
        <p:spPr>
          <a:xfrm>
            <a:off x="4444145" y="2898200"/>
            <a:ext cx="1328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25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p25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26"/>
          <p:cNvCxnSpPr>
            <a:stCxn id="182" idx="6"/>
            <a:endCxn id="183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1" name="Google Shape;191;p26"/>
          <p:cNvCxnSpPr>
            <a:stCxn id="183" idx="6"/>
            <a:endCxn id="185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" name="Google Shape;192;p26"/>
          <p:cNvCxnSpPr>
            <a:stCxn id="185" idx="6"/>
            <a:endCxn id="186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" name="Google Shape;193;p26"/>
          <p:cNvCxnSpPr>
            <a:stCxn id="189" idx="4"/>
            <a:endCxn id="186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4" name="Google Shape;194;p26"/>
          <p:cNvCxnSpPr>
            <a:stCxn id="189" idx="6"/>
            <a:endCxn id="188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" name="Google Shape;195;p26"/>
          <p:cNvCxnSpPr>
            <a:stCxn id="188" idx="4"/>
            <a:endCxn id="187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" name="Google Shape;196;p26"/>
          <p:cNvCxnSpPr>
            <a:stCxn id="188" idx="3"/>
            <a:endCxn id="186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" name="Google Shape;197;p26"/>
          <p:cNvCxnSpPr>
            <a:stCxn id="187" idx="2"/>
            <a:endCxn id="186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8" name="Google Shape;198;p26"/>
          <p:cNvCxnSpPr>
            <a:stCxn id="184" idx="5"/>
            <a:endCxn id="183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6"/>
          <p:cNvCxnSpPr>
            <a:stCxn id="184" idx="3"/>
            <a:endCxn id="182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0" name="Google Shape;200;p26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6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3" name="Google Shape;203;p26"/>
          <p:cNvSpPr txBox="1"/>
          <p:nvPr/>
        </p:nvSpPr>
        <p:spPr>
          <a:xfrm>
            <a:off x="673138" y="2922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6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" name="Google Shape;207;p26"/>
          <p:cNvSpPr txBox="1"/>
          <p:nvPr/>
        </p:nvSpPr>
        <p:spPr>
          <a:xfrm>
            <a:off x="4444145" y="2898200"/>
            <a:ext cx="1328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26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1" name="Google Shape;211;p26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27"/>
          <p:cNvCxnSpPr>
            <a:stCxn id="218" idx="6"/>
            <a:endCxn id="219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7" name="Google Shape;227;p27"/>
          <p:cNvCxnSpPr>
            <a:stCxn id="219" idx="6"/>
            <a:endCxn id="221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" name="Google Shape;228;p27"/>
          <p:cNvCxnSpPr>
            <a:stCxn id="221" idx="6"/>
            <a:endCxn id="222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27"/>
          <p:cNvCxnSpPr>
            <a:stCxn id="225" idx="4"/>
            <a:endCxn id="222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0" name="Google Shape;230;p27"/>
          <p:cNvCxnSpPr>
            <a:stCxn id="225" idx="6"/>
            <a:endCxn id="224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" name="Google Shape;231;p27"/>
          <p:cNvCxnSpPr>
            <a:stCxn id="224" idx="4"/>
            <a:endCxn id="223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" name="Google Shape;232;p27"/>
          <p:cNvCxnSpPr>
            <a:stCxn id="224" idx="3"/>
            <a:endCxn id="222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" name="Google Shape;233;p27"/>
          <p:cNvCxnSpPr>
            <a:stCxn id="223" idx="2"/>
            <a:endCxn id="222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4" name="Google Shape;234;p27"/>
          <p:cNvCxnSpPr>
            <a:stCxn id="220" idx="5"/>
            <a:endCxn id="219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27"/>
          <p:cNvCxnSpPr>
            <a:stCxn id="220" idx="3"/>
            <a:endCxn id="218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6" name="Google Shape;236;p27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27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27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7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3" name="Google Shape;243;p27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7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" name="Google Shape;247;p27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28"/>
          <p:cNvCxnSpPr>
            <a:stCxn id="254" idx="6"/>
            <a:endCxn id="255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3" name="Google Shape;263;p28"/>
          <p:cNvCxnSpPr>
            <a:stCxn id="255" idx="6"/>
            <a:endCxn id="257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" name="Google Shape;264;p28"/>
          <p:cNvCxnSpPr>
            <a:stCxn id="257" idx="6"/>
            <a:endCxn id="258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28"/>
          <p:cNvCxnSpPr>
            <a:stCxn id="261" idx="4"/>
            <a:endCxn id="258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6" name="Google Shape;266;p28"/>
          <p:cNvCxnSpPr>
            <a:stCxn id="261" idx="6"/>
            <a:endCxn id="260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" name="Google Shape;267;p28"/>
          <p:cNvCxnSpPr>
            <a:stCxn id="260" idx="4"/>
            <a:endCxn id="259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28"/>
          <p:cNvCxnSpPr>
            <a:stCxn id="260" idx="3"/>
            <a:endCxn id="258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" name="Google Shape;269;p28"/>
          <p:cNvCxnSpPr>
            <a:stCxn id="259" idx="2"/>
            <a:endCxn id="258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0" name="Google Shape;270;p28"/>
          <p:cNvCxnSpPr>
            <a:stCxn id="256" idx="5"/>
            <a:endCxn id="255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" name="Google Shape;271;p28"/>
          <p:cNvCxnSpPr>
            <a:stCxn id="256" idx="3"/>
            <a:endCxn id="254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2" name="Google Shape;272;p28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28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" name="Google Shape;275;p28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28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9" name="Google Shape;279;p28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28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3" name="Google Shape;283;p28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9"/>
          <p:cNvCxnSpPr>
            <a:stCxn id="290" idx="6"/>
            <a:endCxn id="291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9" name="Google Shape;299;p29"/>
          <p:cNvCxnSpPr>
            <a:stCxn id="291" idx="6"/>
            <a:endCxn id="293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" name="Google Shape;300;p29"/>
          <p:cNvCxnSpPr>
            <a:stCxn id="293" idx="6"/>
            <a:endCxn id="294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" name="Google Shape;301;p29"/>
          <p:cNvCxnSpPr>
            <a:stCxn id="297" idx="4"/>
            <a:endCxn id="294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2" name="Google Shape;302;p29"/>
          <p:cNvCxnSpPr>
            <a:stCxn id="297" idx="6"/>
            <a:endCxn id="296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" name="Google Shape;303;p29"/>
          <p:cNvCxnSpPr>
            <a:stCxn id="296" idx="4"/>
            <a:endCxn id="295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" name="Google Shape;304;p29"/>
          <p:cNvCxnSpPr>
            <a:stCxn id="296" idx="3"/>
            <a:endCxn id="294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5" name="Google Shape;305;p29"/>
          <p:cNvCxnSpPr>
            <a:stCxn id="295" idx="2"/>
            <a:endCxn id="294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6" name="Google Shape;306;p29"/>
          <p:cNvCxnSpPr>
            <a:stCxn id="292" idx="5"/>
            <a:endCxn id="291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" name="Google Shape;307;p29"/>
          <p:cNvCxnSpPr>
            <a:stCxn id="292" idx="3"/>
            <a:endCxn id="290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08" name="Google Shape;308;p29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29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1" name="Google Shape;311;p29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29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5" name="Google Shape;315;p29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29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9" name="Google Shape;319;p29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30"/>
          <p:cNvCxnSpPr>
            <a:stCxn id="326" idx="6"/>
            <a:endCxn id="327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5" name="Google Shape;335;p30"/>
          <p:cNvCxnSpPr>
            <a:stCxn id="327" idx="6"/>
            <a:endCxn id="329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6" name="Google Shape;336;p30"/>
          <p:cNvCxnSpPr>
            <a:stCxn id="329" idx="6"/>
            <a:endCxn id="330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7" name="Google Shape;337;p30"/>
          <p:cNvCxnSpPr>
            <a:stCxn id="333" idx="4"/>
            <a:endCxn id="330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8" name="Google Shape;338;p30"/>
          <p:cNvCxnSpPr>
            <a:stCxn id="333" idx="6"/>
            <a:endCxn id="332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9" name="Google Shape;339;p30"/>
          <p:cNvCxnSpPr>
            <a:stCxn id="332" idx="4"/>
            <a:endCxn id="331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" name="Google Shape;340;p30"/>
          <p:cNvCxnSpPr>
            <a:stCxn id="332" idx="3"/>
            <a:endCxn id="330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1" name="Google Shape;341;p30"/>
          <p:cNvCxnSpPr>
            <a:stCxn id="331" idx="2"/>
            <a:endCxn id="330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2" name="Google Shape;342;p30"/>
          <p:cNvCxnSpPr>
            <a:stCxn id="328" idx="5"/>
            <a:endCxn id="327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3" name="Google Shape;343;p30"/>
          <p:cNvCxnSpPr>
            <a:stCxn id="328" idx="3"/>
            <a:endCxn id="326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44" name="Google Shape;344;p30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" name="Google Shape;346;p30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7" name="Google Shape;347;p30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30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1" name="Google Shape;351;p30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30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5" name="Google Shape;355;p30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31"/>
          <p:cNvCxnSpPr>
            <a:stCxn id="362" idx="6"/>
            <a:endCxn id="363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1" name="Google Shape;371;p31"/>
          <p:cNvCxnSpPr>
            <a:stCxn id="363" idx="6"/>
            <a:endCxn id="365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2" name="Google Shape;372;p31"/>
          <p:cNvCxnSpPr>
            <a:stCxn id="365" idx="6"/>
            <a:endCxn id="366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3" name="Google Shape;373;p31"/>
          <p:cNvCxnSpPr>
            <a:stCxn id="369" idx="4"/>
            <a:endCxn id="366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4" name="Google Shape;374;p31"/>
          <p:cNvCxnSpPr>
            <a:stCxn id="369" idx="6"/>
            <a:endCxn id="368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5" name="Google Shape;375;p31"/>
          <p:cNvCxnSpPr>
            <a:stCxn id="368" idx="4"/>
            <a:endCxn id="367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" name="Google Shape;376;p31"/>
          <p:cNvCxnSpPr>
            <a:stCxn id="368" idx="3"/>
            <a:endCxn id="366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7" name="Google Shape;377;p31"/>
          <p:cNvCxnSpPr>
            <a:stCxn id="367" idx="2"/>
            <a:endCxn id="366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8" name="Google Shape;378;p31"/>
          <p:cNvCxnSpPr>
            <a:stCxn id="364" idx="5"/>
            <a:endCxn id="363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" name="Google Shape;379;p31"/>
          <p:cNvCxnSpPr>
            <a:stCxn id="364" idx="3"/>
            <a:endCxn id="362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0" name="Google Shape;380;p31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31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3" name="Google Shape;383;p31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" name="Google Shape;386;p31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7" name="Google Shape;387;p31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31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1" name="Google Shape;391;p31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98" name="Google Shape;398;p32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32"/>
          <p:cNvCxnSpPr>
            <a:stCxn id="398" idx="6"/>
            <a:endCxn id="399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7" name="Google Shape;407;p32"/>
          <p:cNvCxnSpPr>
            <a:stCxn id="399" idx="6"/>
            <a:endCxn id="401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32"/>
          <p:cNvCxnSpPr>
            <a:stCxn id="401" idx="6"/>
            <a:endCxn id="402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32"/>
          <p:cNvCxnSpPr>
            <a:stCxn id="405" idx="4"/>
            <a:endCxn id="402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0" name="Google Shape;410;p32"/>
          <p:cNvCxnSpPr>
            <a:stCxn id="405" idx="6"/>
            <a:endCxn id="404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" name="Google Shape;411;p32"/>
          <p:cNvCxnSpPr>
            <a:stCxn id="404" idx="4"/>
            <a:endCxn id="403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" name="Google Shape;412;p32"/>
          <p:cNvCxnSpPr>
            <a:stCxn id="404" idx="3"/>
            <a:endCxn id="402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" name="Google Shape;413;p32"/>
          <p:cNvCxnSpPr>
            <a:stCxn id="403" idx="2"/>
            <a:endCxn id="402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4" name="Google Shape;414;p32"/>
          <p:cNvCxnSpPr>
            <a:stCxn id="400" idx="5"/>
            <a:endCxn id="399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5" name="Google Shape;415;p32"/>
          <p:cNvCxnSpPr>
            <a:stCxn id="400" idx="3"/>
            <a:endCxn id="398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16" name="Google Shape;416;p32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8" name="Google Shape;418;p32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9" name="Google Shape;419;p32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2" name="Google Shape;422;p32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3" name="Google Shape;423;p32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6" name="Google Shape;426;p32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7" name="Google Shape;427;p32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34" name="Google Shape;434;p33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33"/>
          <p:cNvCxnSpPr>
            <a:stCxn id="434" idx="6"/>
            <a:endCxn id="435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3" name="Google Shape;443;p33"/>
          <p:cNvCxnSpPr>
            <a:stCxn id="435" idx="6"/>
            <a:endCxn id="437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" name="Google Shape;444;p33"/>
          <p:cNvCxnSpPr>
            <a:stCxn id="437" idx="6"/>
            <a:endCxn id="438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" name="Google Shape;445;p33"/>
          <p:cNvCxnSpPr>
            <a:stCxn id="441" idx="4"/>
            <a:endCxn id="438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6" name="Google Shape;446;p33"/>
          <p:cNvCxnSpPr>
            <a:stCxn id="441" idx="6"/>
            <a:endCxn id="440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7" name="Google Shape;447;p33"/>
          <p:cNvCxnSpPr>
            <a:stCxn id="440" idx="4"/>
            <a:endCxn id="439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8" name="Google Shape;448;p33"/>
          <p:cNvCxnSpPr>
            <a:stCxn id="440" idx="3"/>
            <a:endCxn id="438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" name="Google Shape;449;p33"/>
          <p:cNvCxnSpPr>
            <a:stCxn id="439" idx="2"/>
            <a:endCxn id="438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0" name="Google Shape;450;p33"/>
          <p:cNvCxnSpPr>
            <a:stCxn id="436" idx="5"/>
            <a:endCxn id="435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1" name="Google Shape;451;p33"/>
          <p:cNvCxnSpPr>
            <a:stCxn id="436" idx="3"/>
            <a:endCxn id="434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52" name="Google Shape;452;p33"/>
          <p:cNvSpPr txBox="1"/>
          <p:nvPr/>
        </p:nvSpPr>
        <p:spPr>
          <a:xfrm>
            <a:off x="563975" y="1440150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4" name="Google Shape;454;p33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5" name="Google Shape;455;p33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8" name="Google Shape;458;p33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9" name="Google Shape;459;p33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" name="Google Shape;462;p33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" name="Google Shape;463;p33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70" name="Google Shape;470;p34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34"/>
          <p:cNvCxnSpPr>
            <a:stCxn id="470" idx="6"/>
            <a:endCxn id="471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9" name="Google Shape;479;p34"/>
          <p:cNvCxnSpPr>
            <a:stCxn id="471" idx="6"/>
            <a:endCxn id="473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" name="Google Shape;480;p34"/>
          <p:cNvCxnSpPr>
            <a:stCxn id="473" idx="6"/>
            <a:endCxn id="474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1" name="Google Shape;481;p34"/>
          <p:cNvCxnSpPr>
            <a:stCxn id="477" idx="4"/>
            <a:endCxn id="474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2" name="Google Shape;482;p34"/>
          <p:cNvCxnSpPr>
            <a:stCxn id="477" idx="6"/>
            <a:endCxn id="476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" name="Google Shape;483;p34"/>
          <p:cNvCxnSpPr>
            <a:stCxn id="476" idx="4"/>
            <a:endCxn id="475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4" name="Google Shape;484;p34"/>
          <p:cNvCxnSpPr>
            <a:stCxn id="476" idx="3"/>
            <a:endCxn id="474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5" name="Google Shape;485;p34"/>
          <p:cNvCxnSpPr>
            <a:stCxn id="475" idx="2"/>
            <a:endCxn id="474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6" name="Google Shape;486;p34"/>
          <p:cNvCxnSpPr>
            <a:stCxn id="472" idx="5"/>
            <a:endCxn id="471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7" name="Google Shape;487;p34"/>
          <p:cNvCxnSpPr>
            <a:stCxn id="472" idx="3"/>
            <a:endCxn id="470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88" name="Google Shape;488;p34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p34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1" name="Google Shape;491;p34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" name="Google Shape;494;p34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5" name="Google Shape;495;p34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8" name="Google Shape;498;p34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9" name="Google Shape;499;p34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34"/>
          <p:cNvCxnSpPr>
            <a:stCxn id="475" idx="6"/>
            <a:endCxn id="476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07" name="Google Shape;507;p35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35"/>
          <p:cNvCxnSpPr>
            <a:stCxn id="507" idx="6"/>
            <a:endCxn id="508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6" name="Google Shape;516;p35"/>
          <p:cNvCxnSpPr>
            <a:stCxn id="508" idx="6"/>
            <a:endCxn id="510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7" name="Google Shape;517;p35"/>
          <p:cNvCxnSpPr>
            <a:stCxn id="510" idx="6"/>
            <a:endCxn id="511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8" name="Google Shape;518;p35"/>
          <p:cNvCxnSpPr>
            <a:stCxn id="514" idx="4"/>
            <a:endCxn id="511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9" name="Google Shape;519;p35"/>
          <p:cNvCxnSpPr>
            <a:stCxn id="514" idx="6"/>
            <a:endCxn id="513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35"/>
          <p:cNvCxnSpPr>
            <a:stCxn id="513" idx="4"/>
            <a:endCxn id="512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1" name="Google Shape;521;p35"/>
          <p:cNvCxnSpPr>
            <a:stCxn id="513" idx="3"/>
            <a:endCxn id="511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2" name="Google Shape;522;p35"/>
          <p:cNvCxnSpPr>
            <a:stCxn id="512" idx="2"/>
            <a:endCxn id="511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3" name="Google Shape;523;p35"/>
          <p:cNvCxnSpPr>
            <a:stCxn id="509" idx="5"/>
            <a:endCxn id="508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4" name="Google Shape;524;p35"/>
          <p:cNvCxnSpPr>
            <a:stCxn id="509" idx="3"/>
            <a:endCxn id="507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25" name="Google Shape;525;p35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5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7" name="Google Shape;527;p35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8" name="Google Shape;528;p35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5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1" name="Google Shape;531;p35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2" name="Google Shape;532;p35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5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5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5" name="Google Shape;535;p35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6" name="Google Shape;536;p35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35"/>
          <p:cNvCxnSpPr>
            <a:stCxn id="512" idx="6"/>
            <a:endCxn id="513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9" name="Google Shape;539;p35"/>
          <p:cNvCxnSpPr>
            <a:stCxn id="513" idx="7"/>
            <a:endCxn id="514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45" name="Google Shape;545;p36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6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36"/>
          <p:cNvCxnSpPr>
            <a:stCxn id="545" idx="6"/>
            <a:endCxn id="546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4" name="Google Shape;554;p36"/>
          <p:cNvCxnSpPr>
            <a:stCxn id="546" idx="6"/>
            <a:endCxn id="548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5" name="Google Shape;555;p36"/>
          <p:cNvCxnSpPr>
            <a:stCxn id="548" idx="6"/>
            <a:endCxn id="549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6" name="Google Shape;556;p36"/>
          <p:cNvCxnSpPr>
            <a:stCxn id="552" idx="4"/>
            <a:endCxn id="549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7" name="Google Shape;557;p36"/>
          <p:cNvCxnSpPr>
            <a:stCxn id="552" idx="6"/>
            <a:endCxn id="551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8" name="Google Shape;558;p36"/>
          <p:cNvCxnSpPr>
            <a:stCxn id="551" idx="4"/>
            <a:endCxn id="550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9" name="Google Shape;559;p36"/>
          <p:cNvCxnSpPr>
            <a:stCxn id="551" idx="3"/>
            <a:endCxn id="549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0" name="Google Shape;560;p36"/>
          <p:cNvCxnSpPr>
            <a:stCxn id="550" idx="2"/>
            <a:endCxn id="549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1" name="Google Shape;561;p36"/>
          <p:cNvCxnSpPr>
            <a:stCxn id="547" idx="5"/>
            <a:endCxn id="546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2" name="Google Shape;562;p36"/>
          <p:cNvCxnSpPr>
            <a:stCxn id="547" idx="3"/>
            <a:endCxn id="545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63" name="Google Shape;563;p36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6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5" name="Google Shape;565;p36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6" name="Google Shape;566;p36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6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6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9" name="Google Shape;569;p36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0" name="Google Shape;570;p36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6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6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3" name="Google Shape;573;p36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4" name="Google Shape;574;p36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6" name="Google Shape;576;p36"/>
          <p:cNvCxnSpPr>
            <a:stCxn id="550" idx="6"/>
            <a:endCxn id="551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7" name="Google Shape;577;p36"/>
          <p:cNvCxnSpPr>
            <a:stCxn id="551" idx="7"/>
            <a:endCxn id="552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8" name="Google Shape;578;p36"/>
          <p:cNvCxnSpPr>
            <a:stCxn id="552" idx="2"/>
            <a:endCxn id="549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84" name="Google Shape;584;p37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7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37"/>
          <p:cNvCxnSpPr>
            <a:stCxn id="584" idx="6"/>
            <a:endCxn id="585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3" name="Google Shape;593;p37"/>
          <p:cNvCxnSpPr>
            <a:stCxn id="585" idx="6"/>
            <a:endCxn id="587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4" name="Google Shape;594;p37"/>
          <p:cNvCxnSpPr>
            <a:stCxn id="587" idx="6"/>
            <a:endCxn id="588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5" name="Google Shape;595;p37"/>
          <p:cNvCxnSpPr>
            <a:stCxn id="591" idx="4"/>
            <a:endCxn id="588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6" name="Google Shape;596;p37"/>
          <p:cNvCxnSpPr>
            <a:stCxn id="591" idx="6"/>
            <a:endCxn id="590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37"/>
          <p:cNvCxnSpPr>
            <a:stCxn id="590" idx="4"/>
            <a:endCxn id="589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37"/>
          <p:cNvCxnSpPr>
            <a:stCxn id="590" idx="3"/>
            <a:endCxn id="588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9" name="Google Shape;599;p37"/>
          <p:cNvCxnSpPr>
            <a:stCxn id="589" idx="2"/>
            <a:endCxn id="588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00" name="Google Shape;600;p37"/>
          <p:cNvCxnSpPr>
            <a:stCxn id="586" idx="5"/>
            <a:endCxn id="585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1" name="Google Shape;601;p37"/>
          <p:cNvCxnSpPr>
            <a:stCxn id="586" idx="3"/>
            <a:endCxn id="584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02" name="Google Shape;602;p37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7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7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5" name="Google Shape;605;p37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7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8" name="Google Shape;608;p37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9" name="Google Shape;609;p37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7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7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2" name="Google Shape;612;p37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3" name="Google Shape;613;p37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7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p37"/>
          <p:cNvCxnSpPr>
            <a:stCxn id="589" idx="6"/>
            <a:endCxn id="590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p37"/>
          <p:cNvCxnSpPr>
            <a:stCxn id="590" idx="7"/>
            <a:endCxn id="591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37"/>
          <p:cNvCxnSpPr>
            <a:stCxn id="591" idx="2"/>
            <a:endCxn id="588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8" name="Google Shape;618;p37"/>
          <p:cNvCxnSpPr>
            <a:stCxn id="588" idx="1"/>
            <a:endCxn id="587" idx="0"/>
          </p:cNvCxnSpPr>
          <p:nvPr/>
        </p:nvCxnSpPr>
        <p:spPr>
          <a:xfrm flipH="1" rot="5400000">
            <a:off x="4606739" y="213788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8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8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38"/>
          <p:cNvCxnSpPr>
            <a:stCxn id="624" idx="6"/>
            <a:endCxn id="625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3" name="Google Shape;633;p38"/>
          <p:cNvCxnSpPr>
            <a:stCxn id="625" idx="6"/>
            <a:endCxn id="627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4" name="Google Shape;634;p38"/>
          <p:cNvCxnSpPr>
            <a:stCxn id="627" idx="6"/>
            <a:endCxn id="628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5" name="Google Shape;635;p38"/>
          <p:cNvCxnSpPr>
            <a:stCxn id="631" idx="4"/>
            <a:endCxn id="628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6" name="Google Shape;636;p38"/>
          <p:cNvCxnSpPr>
            <a:stCxn id="631" idx="6"/>
            <a:endCxn id="630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7" name="Google Shape;637;p38"/>
          <p:cNvCxnSpPr>
            <a:stCxn id="630" idx="4"/>
            <a:endCxn id="629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8" name="Google Shape;638;p38"/>
          <p:cNvCxnSpPr>
            <a:stCxn id="630" idx="3"/>
            <a:endCxn id="628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9" name="Google Shape;639;p38"/>
          <p:cNvCxnSpPr>
            <a:stCxn id="629" idx="2"/>
            <a:endCxn id="628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0" name="Google Shape;640;p38"/>
          <p:cNvCxnSpPr>
            <a:stCxn id="626" idx="5"/>
            <a:endCxn id="625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1" name="Google Shape;641;p38"/>
          <p:cNvCxnSpPr>
            <a:stCxn id="626" idx="3"/>
            <a:endCxn id="624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42" name="Google Shape;642;p38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8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4" name="Google Shape;644;p38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5" name="Google Shape;645;p38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8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8" name="Google Shape;648;p38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9" name="Google Shape;649;p38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8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8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2" name="Google Shape;652;p38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3" name="Google Shape;653;p38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38"/>
          <p:cNvCxnSpPr>
            <a:stCxn id="629" idx="6"/>
            <a:endCxn id="630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8"/>
          <p:cNvCxnSpPr>
            <a:stCxn id="630" idx="7"/>
            <a:endCxn id="631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7" name="Google Shape;657;p38"/>
          <p:cNvCxnSpPr>
            <a:stCxn id="631" idx="2"/>
            <a:endCxn id="628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38"/>
          <p:cNvCxnSpPr>
            <a:stCxn id="628" idx="1"/>
            <a:endCxn id="627" idx="0"/>
          </p:cNvCxnSpPr>
          <p:nvPr/>
        </p:nvCxnSpPr>
        <p:spPr>
          <a:xfrm flipH="1" rot="5400000">
            <a:off x="4606739" y="213788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9" name="Google Shape;659;p38"/>
          <p:cNvCxnSpPr>
            <a:stCxn id="627" idx="0"/>
            <a:endCxn id="625" idx="7"/>
          </p:cNvCxnSpPr>
          <p:nvPr/>
        </p:nvCxnSpPr>
        <p:spPr>
          <a:xfrm rot="5400000">
            <a:off x="3946828" y="2199063"/>
            <a:ext cx="57600" cy="598800"/>
          </a:xfrm>
          <a:prstGeom prst="curvedConnector3">
            <a:avLst>
              <a:gd fmla="val -41341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665" name="Google Shape;665;p39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9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9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9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39"/>
          <p:cNvCxnSpPr>
            <a:stCxn id="665" idx="6"/>
            <a:endCxn id="666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74" name="Google Shape;674;p39"/>
          <p:cNvCxnSpPr>
            <a:stCxn id="666" idx="6"/>
            <a:endCxn id="668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5" name="Google Shape;675;p39"/>
          <p:cNvCxnSpPr>
            <a:stCxn id="668" idx="6"/>
            <a:endCxn id="669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6" name="Google Shape;676;p39"/>
          <p:cNvCxnSpPr>
            <a:stCxn id="672" idx="4"/>
            <a:endCxn id="669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77" name="Google Shape;677;p39"/>
          <p:cNvCxnSpPr>
            <a:stCxn id="672" idx="6"/>
            <a:endCxn id="671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8" name="Google Shape;678;p39"/>
          <p:cNvCxnSpPr>
            <a:stCxn id="671" idx="4"/>
            <a:endCxn id="670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9" name="Google Shape;679;p39"/>
          <p:cNvCxnSpPr>
            <a:stCxn id="671" idx="3"/>
            <a:endCxn id="669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0" name="Google Shape;680;p39"/>
          <p:cNvCxnSpPr>
            <a:stCxn id="670" idx="2"/>
            <a:endCxn id="669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1" name="Google Shape;681;p39"/>
          <p:cNvCxnSpPr>
            <a:stCxn id="667" idx="5"/>
            <a:endCxn id="666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39"/>
          <p:cNvCxnSpPr>
            <a:stCxn id="667" idx="3"/>
            <a:endCxn id="665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83" name="Google Shape;683;p39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5" name="Google Shape;685;p39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6" name="Google Shape;686;p39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9" name="Google Shape;689;p39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0" name="Google Shape;690;p39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9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3" name="Google Shape;693;p39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4" name="Google Shape;694;p39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9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39"/>
          <p:cNvCxnSpPr>
            <a:stCxn id="670" idx="6"/>
            <a:endCxn id="671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7" name="Google Shape;697;p39"/>
          <p:cNvCxnSpPr>
            <a:stCxn id="671" idx="7"/>
            <a:endCxn id="672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8" name="Google Shape;698;p39"/>
          <p:cNvCxnSpPr>
            <a:stCxn id="672" idx="2"/>
            <a:endCxn id="669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9" name="Google Shape;699;p39"/>
          <p:cNvCxnSpPr>
            <a:stCxn id="669" idx="1"/>
            <a:endCxn id="668" idx="0"/>
          </p:cNvCxnSpPr>
          <p:nvPr/>
        </p:nvCxnSpPr>
        <p:spPr>
          <a:xfrm flipH="1" rot="5400000">
            <a:off x="4606739" y="213788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39"/>
          <p:cNvCxnSpPr>
            <a:stCxn id="668" idx="0"/>
            <a:endCxn id="666" idx="7"/>
          </p:cNvCxnSpPr>
          <p:nvPr/>
        </p:nvCxnSpPr>
        <p:spPr>
          <a:xfrm rot="5400000">
            <a:off x="3946828" y="2199063"/>
            <a:ext cx="57600" cy="598800"/>
          </a:xfrm>
          <a:prstGeom prst="curvedConnector3">
            <a:avLst>
              <a:gd fmla="val -41341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39"/>
          <p:cNvCxnSpPr>
            <a:stCxn id="666" idx="7"/>
            <a:endCxn id="667" idx="6"/>
          </p:cNvCxnSpPr>
          <p:nvPr/>
        </p:nvCxnSpPr>
        <p:spPr>
          <a:xfrm flipH="1" rot="5400000">
            <a:off x="3302397" y="2153329"/>
            <a:ext cx="514800" cy="232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707" name="Google Shape;707;p40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0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0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0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p40"/>
          <p:cNvCxnSpPr>
            <a:stCxn id="707" idx="6"/>
            <a:endCxn id="708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16" name="Google Shape;716;p40"/>
          <p:cNvCxnSpPr>
            <a:stCxn id="708" idx="6"/>
            <a:endCxn id="710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7" name="Google Shape;717;p40"/>
          <p:cNvCxnSpPr>
            <a:stCxn id="710" idx="6"/>
            <a:endCxn id="711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8" name="Google Shape;718;p40"/>
          <p:cNvCxnSpPr>
            <a:stCxn id="714" idx="4"/>
            <a:endCxn id="711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19" name="Google Shape;719;p40"/>
          <p:cNvCxnSpPr>
            <a:stCxn id="714" idx="6"/>
            <a:endCxn id="713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0" name="Google Shape;720;p40"/>
          <p:cNvCxnSpPr>
            <a:stCxn id="713" idx="4"/>
            <a:endCxn id="712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1" name="Google Shape;721;p40"/>
          <p:cNvCxnSpPr>
            <a:stCxn id="713" idx="3"/>
            <a:endCxn id="711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2" name="Google Shape;722;p40"/>
          <p:cNvCxnSpPr>
            <a:stCxn id="712" idx="2"/>
            <a:endCxn id="711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3" name="Google Shape;723;p40"/>
          <p:cNvCxnSpPr>
            <a:stCxn id="709" idx="5"/>
            <a:endCxn id="708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4" name="Google Shape;724;p40"/>
          <p:cNvCxnSpPr>
            <a:stCxn id="709" idx="3"/>
            <a:endCxn id="707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25" name="Google Shape;725;p40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0"/>
          <p:cNvSpPr txBox="1"/>
          <p:nvPr/>
        </p:nvSpPr>
        <p:spPr>
          <a:xfrm>
            <a:off x="-446462" y="2862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7" name="Google Shape;727;p40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8" name="Google Shape;728;p40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1" name="Google Shape;731;p40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2" name="Google Shape;732;p40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0"/>
          <p:cNvSpPr txBox="1"/>
          <p:nvPr/>
        </p:nvSpPr>
        <p:spPr>
          <a:xfrm>
            <a:off x="3326775" y="3659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5" name="Google Shape;735;p40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6" name="Google Shape;736;p40"/>
          <p:cNvSpPr txBox="1"/>
          <p:nvPr/>
        </p:nvSpPr>
        <p:spPr>
          <a:xfrm>
            <a:off x="4446375" y="3719850"/>
            <a:ext cx="917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40"/>
          <p:cNvCxnSpPr>
            <a:stCxn id="712" idx="6"/>
            <a:endCxn id="713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40"/>
          <p:cNvCxnSpPr>
            <a:stCxn id="713" idx="7"/>
            <a:endCxn id="714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0" name="Google Shape;740;p40"/>
          <p:cNvCxnSpPr>
            <a:stCxn id="714" idx="2"/>
            <a:endCxn id="711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1" name="Google Shape;741;p40"/>
          <p:cNvCxnSpPr>
            <a:stCxn id="711" idx="1"/>
            <a:endCxn id="710" idx="0"/>
          </p:cNvCxnSpPr>
          <p:nvPr/>
        </p:nvCxnSpPr>
        <p:spPr>
          <a:xfrm flipH="1" rot="5400000">
            <a:off x="4606739" y="213788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2" name="Google Shape;742;p40"/>
          <p:cNvCxnSpPr>
            <a:stCxn id="710" idx="0"/>
            <a:endCxn id="708" idx="7"/>
          </p:cNvCxnSpPr>
          <p:nvPr/>
        </p:nvCxnSpPr>
        <p:spPr>
          <a:xfrm rot="5400000">
            <a:off x="3946828" y="2199063"/>
            <a:ext cx="57600" cy="598800"/>
          </a:xfrm>
          <a:prstGeom prst="curvedConnector3">
            <a:avLst>
              <a:gd fmla="val -41341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3" name="Google Shape;743;p40"/>
          <p:cNvCxnSpPr>
            <a:stCxn id="708" idx="7"/>
            <a:endCxn id="709" idx="6"/>
          </p:cNvCxnSpPr>
          <p:nvPr/>
        </p:nvCxnSpPr>
        <p:spPr>
          <a:xfrm flipH="1" rot="5400000">
            <a:off x="3302397" y="2153329"/>
            <a:ext cx="514800" cy="232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4" name="Google Shape;744;p40"/>
          <p:cNvCxnSpPr>
            <a:stCxn id="709" idx="2"/>
            <a:endCxn id="707" idx="1"/>
          </p:cNvCxnSpPr>
          <p:nvPr/>
        </p:nvCxnSpPr>
        <p:spPr>
          <a:xfrm flipH="1">
            <a:off x="2738128" y="2012299"/>
            <a:ext cx="324900" cy="500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750" name="Google Shape;750;p41"/>
          <p:cNvSpPr/>
          <p:nvPr/>
        </p:nvSpPr>
        <p:spPr>
          <a:xfrm>
            <a:off x="2682525" y="245550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3351505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1"/>
          <p:cNvSpPr/>
          <p:nvPr/>
        </p:nvSpPr>
        <p:spPr>
          <a:xfrm>
            <a:off x="3063028" y="181609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4084828" y="24696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/>
          <p:nvPr/>
        </p:nvSpPr>
        <p:spPr>
          <a:xfrm>
            <a:off x="4940280" y="246966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5673749" y="245550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1"/>
          <p:cNvSpPr/>
          <p:nvPr/>
        </p:nvSpPr>
        <p:spPr>
          <a:xfrm>
            <a:off x="5667953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1"/>
          <p:cNvSpPr/>
          <p:nvPr/>
        </p:nvSpPr>
        <p:spPr>
          <a:xfrm>
            <a:off x="4940280" y="178976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8" name="Google Shape;758;p41"/>
          <p:cNvCxnSpPr>
            <a:stCxn id="750" idx="6"/>
            <a:endCxn id="751" idx="2"/>
          </p:cNvCxnSpPr>
          <p:nvPr/>
        </p:nvCxnSpPr>
        <p:spPr>
          <a:xfrm>
            <a:off x="3062925" y="265170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59" name="Google Shape;759;p41"/>
          <p:cNvCxnSpPr>
            <a:stCxn id="751" idx="6"/>
            <a:endCxn id="753" idx="2"/>
          </p:cNvCxnSpPr>
          <p:nvPr/>
        </p:nvCxnSpPr>
        <p:spPr>
          <a:xfrm>
            <a:off x="3731905" y="266586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0" name="Google Shape;760;p41"/>
          <p:cNvCxnSpPr>
            <a:stCxn id="753" idx="6"/>
            <a:endCxn id="754" idx="2"/>
          </p:cNvCxnSpPr>
          <p:nvPr/>
        </p:nvCxnSpPr>
        <p:spPr>
          <a:xfrm>
            <a:off x="4465228" y="266586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1" name="Google Shape;761;p41"/>
          <p:cNvCxnSpPr>
            <a:stCxn id="757" idx="4"/>
            <a:endCxn id="754" idx="0"/>
          </p:cNvCxnSpPr>
          <p:nvPr/>
        </p:nvCxnSpPr>
        <p:spPr>
          <a:xfrm>
            <a:off x="5130480" y="218216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2" name="Google Shape;762;p41"/>
          <p:cNvCxnSpPr>
            <a:stCxn id="757" idx="6"/>
            <a:endCxn id="756" idx="2"/>
          </p:cNvCxnSpPr>
          <p:nvPr/>
        </p:nvCxnSpPr>
        <p:spPr>
          <a:xfrm>
            <a:off x="5320680" y="198596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3" name="Google Shape;763;p41"/>
          <p:cNvCxnSpPr>
            <a:stCxn id="756" idx="4"/>
            <a:endCxn id="755" idx="0"/>
          </p:cNvCxnSpPr>
          <p:nvPr/>
        </p:nvCxnSpPr>
        <p:spPr>
          <a:xfrm>
            <a:off x="5858153" y="218216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41"/>
          <p:cNvCxnSpPr>
            <a:stCxn id="756" idx="3"/>
            <a:endCxn id="754" idx="7"/>
          </p:cNvCxnSpPr>
          <p:nvPr/>
        </p:nvCxnSpPr>
        <p:spPr>
          <a:xfrm flipH="1">
            <a:off x="5264962" y="212469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41"/>
          <p:cNvCxnSpPr>
            <a:stCxn id="755" idx="2"/>
            <a:endCxn id="754" idx="6"/>
          </p:cNvCxnSpPr>
          <p:nvPr/>
        </p:nvCxnSpPr>
        <p:spPr>
          <a:xfrm flipH="1">
            <a:off x="5320649" y="265170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6" name="Google Shape;766;p41"/>
          <p:cNvCxnSpPr>
            <a:stCxn id="752" idx="5"/>
            <a:endCxn id="751" idx="0"/>
          </p:cNvCxnSpPr>
          <p:nvPr/>
        </p:nvCxnSpPr>
        <p:spPr>
          <a:xfrm>
            <a:off x="3387720" y="215103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7" name="Google Shape;767;p41"/>
          <p:cNvCxnSpPr>
            <a:stCxn id="752" idx="3"/>
            <a:endCxn id="750" idx="0"/>
          </p:cNvCxnSpPr>
          <p:nvPr/>
        </p:nvCxnSpPr>
        <p:spPr>
          <a:xfrm flipH="1">
            <a:off x="2872737" y="215103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68" name="Google Shape;768;p41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 and record their start and end times.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1"/>
          <p:cNvSpPr txBox="1"/>
          <p:nvPr/>
        </p:nvSpPr>
        <p:spPr>
          <a:xfrm>
            <a:off x="-381130" y="2941175"/>
            <a:ext cx="1933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0" name="Google Shape;770;p41"/>
          <p:cNvGraphicFramePr/>
          <p:nvPr/>
        </p:nvGraphicFramePr>
        <p:xfrm>
          <a:off x="786638" y="32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1" name="Google Shape;771;p41"/>
          <p:cNvSpPr txBox="1"/>
          <p:nvPr/>
        </p:nvSpPr>
        <p:spPr>
          <a:xfrm>
            <a:off x="673150" y="2922847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>
            <a:off x="771872" y="3563050"/>
            <a:ext cx="30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1"/>
          <p:cNvSpPr txBox="1"/>
          <p:nvPr/>
        </p:nvSpPr>
        <p:spPr>
          <a:xfrm>
            <a:off x="1261100" y="281133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4" name="Google Shape;774;p41"/>
          <p:cNvGraphicFramePr/>
          <p:nvPr/>
        </p:nvGraphicFramePr>
        <p:xfrm>
          <a:off x="4557650" y="32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5" name="Google Shape;775;p41"/>
          <p:cNvSpPr txBox="1"/>
          <p:nvPr/>
        </p:nvSpPr>
        <p:spPr>
          <a:xfrm>
            <a:off x="4444150" y="2898200"/>
            <a:ext cx="1328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1"/>
          <p:cNvSpPr txBox="1"/>
          <p:nvPr/>
        </p:nvSpPr>
        <p:spPr>
          <a:xfrm>
            <a:off x="4542875" y="353838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1"/>
          <p:cNvSpPr txBox="1"/>
          <p:nvPr/>
        </p:nvSpPr>
        <p:spPr>
          <a:xfrm>
            <a:off x="4465225" y="3659125"/>
            <a:ext cx="2204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8" name="Google Shape;778;p41"/>
          <p:cNvGraphicFramePr/>
          <p:nvPr/>
        </p:nvGraphicFramePr>
        <p:xfrm>
          <a:off x="4559875" y="4078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9" name="Google Shape;779;p41"/>
          <p:cNvSpPr txBox="1"/>
          <p:nvPr/>
        </p:nvSpPr>
        <p:spPr>
          <a:xfrm>
            <a:off x="4446375" y="3719850"/>
            <a:ext cx="9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1"/>
          <p:cNvSpPr txBox="1"/>
          <p:nvPr/>
        </p:nvSpPr>
        <p:spPr>
          <a:xfrm>
            <a:off x="4545100" y="4360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41"/>
          <p:cNvCxnSpPr>
            <a:stCxn id="755" idx="6"/>
            <a:endCxn id="756" idx="6"/>
          </p:cNvCxnSpPr>
          <p:nvPr/>
        </p:nvCxnSpPr>
        <p:spPr>
          <a:xfrm rot="10800000">
            <a:off x="6048449" y="198600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2" name="Google Shape;782;p41"/>
          <p:cNvCxnSpPr>
            <a:stCxn id="756" idx="7"/>
            <a:endCxn id="757" idx="1"/>
          </p:cNvCxnSpPr>
          <p:nvPr/>
        </p:nvCxnSpPr>
        <p:spPr>
          <a:xfrm rot="5400000">
            <a:off x="5494045" y="134922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3" name="Google Shape;783;p41"/>
          <p:cNvCxnSpPr>
            <a:stCxn id="757" idx="2"/>
            <a:endCxn id="754" idx="2"/>
          </p:cNvCxnSpPr>
          <p:nvPr/>
        </p:nvCxnSpPr>
        <p:spPr>
          <a:xfrm>
            <a:off x="4940280" y="198596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4" name="Google Shape;784;p41"/>
          <p:cNvCxnSpPr>
            <a:stCxn id="754" idx="1"/>
            <a:endCxn id="753" idx="0"/>
          </p:cNvCxnSpPr>
          <p:nvPr/>
        </p:nvCxnSpPr>
        <p:spPr>
          <a:xfrm flipH="1" rot="5400000">
            <a:off x="4606739" y="213788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5" name="Google Shape;785;p41"/>
          <p:cNvCxnSpPr>
            <a:stCxn id="753" idx="0"/>
            <a:endCxn id="751" idx="7"/>
          </p:cNvCxnSpPr>
          <p:nvPr/>
        </p:nvCxnSpPr>
        <p:spPr>
          <a:xfrm rot="5400000">
            <a:off x="3946828" y="2199063"/>
            <a:ext cx="57600" cy="598800"/>
          </a:xfrm>
          <a:prstGeom prst="curvedConnector3">
            <a:avLst>
              <a:gd fmla="val -41341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6" name="Google Shape;786;p41"/>
          <p:cNvCxnSpPr>
            <a:stCxn id="751" idx="7"/>
            <a:endCxn id="752" idx="6"/>
          </p:cNvCxnSpPr>
          <p:nvPr/>
        </p:nvCxnSpPr>
        <p:spPr>
          <a:xfrm flipH="1" rot="5400000">
            <a:off x="3302397" y="2153329"/>
            <a:ext cx="514800" cy="232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7" name="Google Shape;787;p41"/>
          <p:cNvCxnSpPr>
            <a:stCxn id="752" idx="2"/>
            <a:endCxn id="750" idx="1"/>
          </p:cNvCxnSpPr>
          <p:nvPr/>
        </p:nvCxnSpPr>
        <p:spPr>
          <a:xfrm flipH="1">
            <a:off x="2738128" y="2012299"/>
            <a:ext cx="324900" cy="500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88" name="Google Shape;788;p41"/>
          <p:cNvSpPr txBox="1"/>
          <p:nvPr/>
        </p:nvSpPr>
        <p:spPr>
          <a:xfrm>
            <a:off x="771875" y="4061475"/>
            <a:ext cx="33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794" name="Google Shape;794;p42"/>
          <p:cNvSpPr/>
          <p:nvPr/>
        </p:nvSpPr>
        <p:spPr>
          <a:xfrm>
            <a:off x="1098650" y="2713352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2"/>
          <p:cNvSpPr/>
          <p:nvPr/>
        </p:nvSpPr>
        <p:spPr>
          <a:xfrm>
            <a:off x="1767630" y="272751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2"/>
          <p:cNvSpPr/>
          <p:nvPr/>
        </p:nvSpPr>
        <p:spPr>
          <a:xfrm>
            <a:off x="1479153" y="207394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2"/>
          <p:cNvSpPr/>
          <p:nvPr/>
        </p:nvSpPr>
        <p:spPr>
          <a:xfrm>
            <a:off x="2500953" y="272751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2"/>
          <p:cNvSpPr/>
          <p:nvPr/>
        </p:nvSpPr>
        <p:spPr>
          <a:xfrm>
            <a:off x="3356405" y="272751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2"/>
          <p:cNvSpPr/>
          <p:nvPr/>
        </p:nvSpPr>
        <p:spPr>
          <a:xfrm>
            <a:off x="4089874" y="2713351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2"/>
          <p:cNvSpPr/>
          <p:nvPr/>
        </p:nvSpPr>
        <p:spPr>
          <a:xfrm>
            <a:off x="4084078" y="204761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2"/>
          <p:cNvSpPr/>
          <p:nvPr/>
        </p:nvSpPr>
        <p:spPr>
          <a:xfrm>
            <a:off x="3356405" y="2047613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42"/>
          <p:cNvCxnSpPr>
            <a:stCxn id="794" idx="6"/>
            <a:endCxn id="795" idx="2"/>
          </p:cNvCxnSpPr>
          <p:nvPr/>
        </p:nvCxnSpPr>
        <p:spPr>
          <a:xfrm>
            <a:off x="1479050" y="29095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3" name="Google Shape;803;p42"/>
          <p:cNvCxnSpPr>
            <a:stCxn id="795" idx="6"/>
            <a:endCxn id="797" idx="2"/>
          </p:cNvCxnSpPr>
          <p:nvPr/>
        </p:nvCxnSpPr>
        <p:spPr>
          <a:xfrm>
            <a:off x="2148030" y="2923713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42"/>
          <p:cNvCxnSpPr>
            <a:stCxn id="797" idx="6"/>
            <a:endCxn id="798" idx="2"/>
          </p:cNvCxnSpPr>
          <p:nvPr/>
        </p:nvCxnSpPr>
        <p:spPr>
          <a:xfrm>
            <a:off x="2881353" y="2923713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5" name="Google Shape;805;p42"/>
          <p:cNvCxnSpPr>
            <a:stCxn id="801" idx="4"/>
            <a:endCxn id="798" idx="0"/>
          </p:cNvCxnSpPr>
          <p:nvPr/>
        </p:nvCxnSpPr>
        <p:spPr>
          <a:xfrm>
            <a:off x="3546605" y="2440013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6" name="Google Shape;806;p42"/>
          <p:cNvCxnSpPr>
            <a:stCxn id="801" idx="6"/>
            <a:endCxn id="800" idx="2"/>
          </p:cNvCxnSpPr>
          <p:nvPr/>
        </p:nvCxnSpPr>
        <p:spPr>
          <a:xfrm>
            <a:off x="3736805" y="2243813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7" name="Google Shape;807;p42"/>
          <p:cNvCxnSpPr>
            <a:stCxn id="800" idx="4"/>
            <a:endCxn id="799" idx="0"/>
          </p:cNvCxnSpPr>
          <p:nvPr/>
        </p:nvCxnSpPr>
        <p:spPr>
          <a:xfrm>
            <a:off x="4274278" y="2440013"/>
            <a:ext cx="5700" cy="2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8" name="Google Shape;808;p42"/>
          <p:cNvCxnSpPr>
            <a:stCxn id="800" idx="3"/>
            <a:endCxn id="798" idx="7"/>
          </p:cNvCxnSpPr>
          <p:nvPr/>
        </p:nvCxnSpPr>
        <p:spPr>
          <a:xfrm flipH="1">
            <a:off x="3681087" y="23825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9" name="Google Shape;809;p42"/>
          <p:cNvCxnSpPr>
            <a:stCxn id="799" idx="2"/>
            <a:endCxn id="798" idx="6"/>
          </p:cNvCxnSpPr>
          <p:nvPr/>
        </p:nvCxnSpPr>
        <p:spPr>
          <a:xfrm flipH="1">
            <a:off x="3736774" y="2909551"/>
            <a:ext cx="3531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10" name="Google Shape;810;p42"/>
          <p:cNvCxnSpPr>
            <a:stCxn id="796" idx="5"/>
            <a:endCxn id="795" idx="0"/>
          </p:cNvCxnSpPr>
          <p:nvPr/>
        </p:nvCxnSpPr>
        <p:spPr>
          <a:xfrm>
            <a:off x="1803845" y="2408883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1" name="Google Shape;811;p42"/>
          <p:cNvCxnSpPr>
            <a:stCxn id="796" idx="3"/>
            <a:endCxn id="794" idx="0"/>
          </p:cNvCxnSpPr>
          <p:nvPr/>
        </p:nvCxnSpPr>
        <p:spPr>
          <a:xfrm flipH="1">
            <a:off x="1288862" y="2408883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12" name="Google Shape;812;p42"/>
          <p:cNvSpPr txBox="1"/>
          <p:nvPr/>
        </p:nvSpPr>
        <p:spPr>
          <a:xfrm>
            <a:off x="543300" y="1272413"/>
            <a:ext cx="80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descending order of end time of vertices, put them in a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2"/>
          <p:cNvSpPr txBox="1"/>
          <p:nvPr/>
        </p:nvSpPr>
        <p:spPr>
          <a:xfrm>
            <a:off x="4911850" y="2010563"/>
            <a:ext cx="2204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4" name="Google Shape;814;p42"/>
          <p:cNvGraphicFramePr/>
          <p:nvPr/>
        </p:nvGraphicFramePr>
        <p:xfrm>
          <a:off x="5006500" y="242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5" name="Google Shape;815;p42"/>
          <p:cNvSpPr txBox="1"/>
          <p:nvPr/>
        </p:nvSpPr>
        <p:spPr>
          <a:xfrm>
            <a:off x="4893000" y="2071288"/>
            <a:ext cx="9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2"/>
          <p:cNvSpPr txBox="1"/>
          <p:nvPr/>
        </p:nvSpPr>
        <p:spPr>
          <a:xfrm>
            <a:off x="4991725" y="2711475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42"/>
          <p:cNvCxnSpPr>
            <a:stCxn id="799" idx="6"/>
            <a:endCxn id="800" idx="6"/>
          </p:cNvCxnSpPr>
          <p:nvPr/>
        </p:nvCxnSpPr>
        <p:spPr>
          <a:xfrm rot="10800000">
            <a:off x="4464574" y="2243851"/>
            <a:ext cx="5700" cy="665700"/>
          </a:xfrm>
          <a:prstGeom prst="curvedConnector3">
            <a:avLst>
              <a:gd fmla="val -4177632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42"/>
          <p:cNvCxnSpPr>
            <a:stCxn id="800" idx="7"/>
            <a:endCxn id="801" idx="1"/>
          </p:cNvCxnSpPr>
          <p:nvPr/>
        </p:nvCxnSpPr>
        <p:spPr>
          <a:xfrm rot="5400000">
            <a:off x="3910170" y="1607078"/>
            <a:ext cx="600" cy="996600"/>
          </a:xfrm>
          <a:prstGeom prst="curvedConnector3">
            <a:avLst>
              <a:gd fmla="val -49265108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9" name="Google Shape;819;p42"/>
          <p:cNvCxnSpPr>
            <a:stCxn id="801" idx="2"/>
            <a:endCxn id="798" idx="2"/>
          </p:cNvCxnSpPr>
          <p:nvPr/>
        </p:nvCxnSpPr>
        <p:spPr>
          <a:xfrm>
            <a:off x="3356405" y="2243813"/>
            <a:ext cx="600" cy="679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p42"/>
          <p:cNvCxnSpPr>
            <a:stCxn id="798" idx="1"/>
            <a:endCxn id="797" idx="0"/>
          </p:cNvCxnSpPr>
          <p:nvPr/>
        </p:nvCxnSpPr>
        <p:spPr>
          <a:xfrm flipH="1" rot="5400000">
            <a:off x="3022864" y="2395730"/>
            <a:ext cx="57600" cy="720900"/>
          </a:xfrm>
          <a:prstGeom prst="curvedConnector3">
            <a:avLst>
              <a:gd fmla="val 51318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1" name="Google Shape;821;p42"/>
          <p:cNvCxnSpPr>
            <a:stCxn id="797" idx="0"/>
            <a:endCxn id="795" idx="7"/>
          </p:cNvCxnSpPr>
          <p:nvPr/>
        </p:nvCxnSpPr>
        <p:spPr>
          <a:xfrm rot="5400000">
            <a:off x="2362953" y="2456913"/>
            <a:ext cx="57600" cy="598800"/>
          </a:xfrm>
          <a:prstGeom prst="curvedConnector3">
            <a:avLst>
              <a:gd fmla="val -41341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2" name="Google Shape;822;p42"/>
          <p:cNvCxnSpPr>
            <a:stCxn id="795" idx="7"/>
            <a:endCxn id="796" idx="6"/>
          </p:cNvCxnSpPr>
          <p:nvPr/>
        </p:nvCxnSpPr>
        <p:spPr>
          <a:xfrm flipH="1" rot="5400000">
            <a:off x="1718522" y="2411179"/>
            <a:ext cx="514800" cy="232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3" name="Google Shape;823;p42"/>
          <p:cNvCxnSpPr>
            <a:stCxn id="796" idx="2"/>
            <a:endCxn id="794" idx="1"/>
          </p:cNvCxnSpPr>
          <p:nvPr/>
        </p:nvCxnSpPr>
        <p:spPr>
          <a:xfrm flipH="1">
            <a:off x="1154253" y="2270149"/>
            <a:ext cx="324900" cy="500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24" name="Google Shape;824;p42"/>
          <p:cNvSpPr txBox="1"/>
          <p:nvPr/>
        </p:nvSpPr>
        <p:spPr>
          <a:xfrm>
            <a:off x="1154250" y="3381100"/>
            <a:ext cx="355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descending order of vertices according to end time is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0, 1, 2, 3, 4, 5, 6, 7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5" name="Google Shape;825;p42"/>
          <p:cNvGraphicFramePr/>
          <p:nvPr/>
        </p:nvGraphicFramePr>
        <p:xfrm>
          <a:off x="5006500" y="334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7 6 5 4 3 2 1 0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6" name="Google Shape;826;p42"/>
          <p:cNvSpPr txBox="1"/>
          <p:nvPr/>
        </p:nvSpPr>
        <p:spPr>
          <a:xfrm>
            <a:off x="4971600" y="37204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832" name="Google Shape;832;p43"/>
          <p:cNvSpPr/>
          <p:nvPr/>
        </p:nvSpPr>
        <p:spPr>
          <a:xfrm>
            <a:off x="747600" y="30355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3"/>
          <p:cNvSpPr/>
          <p:nvPr/>
        </p:nvSpPr>
        <p:spPr>
          <a:xfrm>
            <a:off x="1416580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3"/>
          <p:cNvSpPr/>
          <p:nvPr/>
        </p:nvSpPr>
        <p:spPr>
          <a:xfrm>
            <a:off x="1128103" y="239611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3"/>
          <p:cNvSpPr/>
          <p:nvPr/>
        </p:nvSpPr>
        <p:spPr>
          <a:xfrm>
            <a:off x="2149903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3"/>
          <p:cNvSpPr/>
          <p:nvPr/>
        </p:nvSpPr>
        <p:spPr>
          <a:xfrm>
            <a:off x="3005355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3"/>
          <p:cNvSpPr/>
          <p:nvPr/>
        </p:nvSpPr>
        <p:spPr>
          <a:xfrm>
            <a:off x="3738774" y="30741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3"/>
          <p:cNvSpPr/>
          <p:nvPr/>
        </p:nvSpPr>
        <p:spPr>
          <a:xfrm>
            <a:off x="3733028" y="2369775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3"/>
          <p:cNvSpPr/>
          <p:nvPr/>
        </p:nvSpPr>
        <p:spPr>
          <a:xfrm>
            <a:off x="3005355" y="2369775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43"/>
          <p:cNvCxnSpPr>
            <a:stCxn id="832" idx="6"/>
            <a:endCxn id="833" idx="2"/>
          </p:cNvCxnSpPr>
          <p:nvPr/>
        </p:nvCxnSpPr>
        <p:spPr>
          <a:xfrm>
            <a:off x="1128000" y="3231714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41" name="Google Shape;841;p43"/>
          <p:cNvCxnSpPr>
            <a:stCxn id="833" idx="6"/>
            <a:endCxn id="835" idx="2"/>
          </p:cNvCxnSpPr>
          <p:nvPr/>
        </p:nvCxnSpPr>
        <p:spPr>
          <a:xfrm>
            <a:off x="1796980" y="3245876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2" name="Google Shape;842;p43"/>
          <p:cNvCxnSpPr>
            <a:stCxn id="835" idx="6"/>
            <a:endCxn id="836" idx="2"/>
          </p:cNvCxnSpPr>
          <p:nvPr/>
        </p:nvCxnSpPr>
        <p:spPr>
          <a:xfrm>
            <a:off x="2530303" y="3245876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3" name="Google Shape;843;p43"/>
          <p:cNvCxnSpPr>
            <a:stCxn id="839" idx="4"/>
            <a:endCxn id="836" idx="0"/>
          </p:cNvCxnSpPr>
          <p:nvPr/>
        </p:nvCxnSpPr>
        <p:spPr>
          <a:xfrm>
            <a:off x="3195555" y="2762175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44" name="Google Shape;844;p43"/>
          <p:cNvCxnSpPr>
            <a:stCxn id="839" idx="6"/>
            <a:endCxn id="838" idx="2"/>
          </p:cNvCxnSpPr>
          <p:nvPr/>
        </p:nvCxnSpPr>
        <p:spPr>
          <a:xfrm>
            <a:off x="3385755" y="2565975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5" name="Google Shape;845;p43"/>
          <p:cNvCxnSpPr>
            <a:stCxn id="838" idx="4"/>
            <a:endCxn id="837" idx="0"/>
          </p:cNvCxnSpPr>
          <p:nvPr/>
        </p:nvCxnSpPr>
        <p:spPr>
          <a:xfrm>
            <a:off x="3923228" y="2762175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6" name="Google Shape;846;p43"/>
          <p:cNvCxnSpPr>
            <a:stCxn id="838" idx="3"/>
            <a:endCxn id="836" idx="7"/>
          </p:cNvCxnSpPr>
          <p:nvPr/>
        </p:nvCxnSpPr>
        <p:spPr>
          <a:xfrm flipH="1">
            <a:off x="3330037" y="2704709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7" name="Google Shape;847;p43"/>
          <p:cNvCxnSpPr>
            <a:stCxn id="837" idx="2"/>
            <a:endCxn id="836" idx="6"/>
          </p:cNvCxnSpPr>
          <p:nvPr/>
        </p:nvCxnSpPr>
        <p:spPr>
          <a:xfrm rot="10800000">
            <a:off x="3385674" y="3245776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48" name="Google Shape;848;p43"/>
          <p:cNvCxnSpPr>
            <a:stCxn id="834" idx="5"/>
            <a:endCxn id="833" idx="0"/>
          </p:cNvCxnSpPr>
          <p:nvPr/>
        </p:nvCxnSpPr>
        <p:spPr>
          <a:xfrm>
            <a:off x="1452795" y="2731046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9" name="Google Shape;849;p43"/>
          <p:cNvCxnSpPr>
            <a:stCxn id="834" idx="3"/>
            <a:endCxn id="832" idx="0"/>
          </p:cNvCxnSpPr>
          <p:nvPr/>
        </p:nvCxnSpPr>
        <p:spPr>
          <a:xfrm flipH="1">
            <a:off x="937812" y="2731046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50" name="Google Shape;850;p43"/>
          <p:cNvSpPr/>
          <p:nvPr/>
        </p:nvSpPr>
        <p:spPr>
          <a:xfrm>
            <a:off x="4784425" y="30618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3"/>
          <p:cNvSpPr/>
          <p:nvPr/>
        </p:nvSpPr>
        <p:spPr>
          <a:xfrm>
            <a:off x="5453405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3"/>
          <p:cNvSpPr/>
          <p:nvPr/>
        </p:nvSpPr>
        <p:spPr>
          <a:xfrm>
            <a:off x="5164928" y="242243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3"/>
          <p:cNvSpPr/>
          <p:nvPr/>
        </p:nvSpPr>
        <p:spPr>
          <a:xfrm>
            <a:off x="6186728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3"/>
          <p:cNvSpPr/>
          <p:nvPr/>
        </p:nvSpPr>
        <p:spPr>
          <a:xfrm>
            <a:off x="7042180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3"/>
          <p:cNvSpPr/>
          <p:nvPr/>
        </p:nvSpPr>
        <p:spPr>
          <a:xfrm>
            <a:off x="7775599" y="3100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3"/>
          <p:cNvSpPr/>
          <p:nvPr/>
        </p:nvSpPr>
        <p:spPr>
          <a:xfrm>
            <a:off x="7769853" y="2396100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3"/>
          <p:cNvSpPr/>
          <p:nvPr/>
        </p:nvSpPr>
        <p:spPr>
          <a:xfrm>
            <a:off x="7042180" y="2396100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8" name="Google Shape;858;p43"/>
          <p:cNvCxnSpPr>
            <a:stCxn id="850" idx="6"/>
            <a:endCxn id="851" idx="2"/>
          </p:cNvCxnSpPr>
          <p:nvPr/>
        </p:nvCxnSpPr>
        <p:spPr>
          <a:xfrm>
            <a:off x="5164825" y="3258039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9" name="Google Shape;859;p43"/>
          <p:cNvCxnSpPr>
            <a:stCxn id="851" idx="6"/>
            <a:endCxn id="853" idx="2"/>
          </p:cNvCxnSpPr>
          <p:nvPr/>
        </p:nvCxnSpPr>
        <p:spPr>
          <a:xfrm>
            <a:off x="5833805" y="3272201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0" name="Google Shape;860;p43"/>
          <p:cNvCxnSpPr>
            <a:stCxn id="853" idx="6"/>
            <a:endCxn id="854" idx="2"/>
          </p:cNvCxnSpPr>
          <p:nvPr/>
        </p:nvCxnSpPr>
        <p:spPr>
          <a:xfrm>
            <a:off x="6567128" y="3272201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1" name="Google Shape;861;p43"/>
          <p:cNvCxnSpPr>
            <a:stCxn id="857" idx="4"/>
            <a:endCxn id="854" idx="0"/>
          </p:cNvCxnSpPr>
          <p:nvPr/>
        </p:nvCxnSpPr>
        <p:spPr>
          <a:xfrm>
            <a:off x="7232380" y="2788500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2" name="Google Shape;862;p43"/>
          <p:cNvCxnSpPr>
            <a:stCxn id="857" idx="6"/>
            <a:endCxn id="856" idx="2"/>
          </p:cNvCxnSpPr>
          <p:nvPr/>
        </p:nvCxnSpPr>
        <p:spPr>
          <a:xfrm>
            <a:off x="7422580" y="2592300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3" name="Google Shape;863;p43"/>
          <p:cNvCxnSpPr>
            <a:stCxn id="856" idx="4"/>
            <a:endCxn id="855" idx="0"/>
          </p:cNvCxnSpPr>
          <p:nvPr/>
        </p:nvCxnSpPr>
        <p:spPr>
          <a:xfrm>
            <a:off x="7960053" y="2788500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4" name="Google Shape;864;p43"/>
          <p:cNvCxnSpPr>
            <a:stCxn id="856" idx="3"/>
            <a:endCxn id="854" idx="7"/>
          </p:cNvCxnSpPr>
          <p:nvPr/>
        </p:nvCxnSpPr>
        <p:spPr>
          <a:xfrm flipH="1">
            <a:off x="7366862" y="2731034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5" name="Google Shape;865;p43"/>
          <p:cNvCxnSpPr>
            <a:stCxn id="855" idx="2"/>
            <a:endCxn id="854" idx="6"/>
          </p:cNvCxnSpPr>
          <p:nvPr/>
        </p:nvCxnSpPr>
        <p:spPr>
          <a:xfrm rot="10800000">
            <a:off x="7422499" y="3272101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6" name="Google Shape;866;p43"/>
          <p:cNvCxnSpPr>
            <a:stCxn id="852" idx="5"/>
            <a:endCxn id="851" idx="0"/>
          </p:cNvCxnSpPr>
          <p:nvPr/>
        </p:nvCxnSpPr>
        <p:spPr>
          <a:xfrm>
            <a:off x="5489620" y="2757371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67" name="Google Shape;867;p43"/>
          <p:cNvCxnSpPr>
            <a:stCxn id="852" idx="3"/>
            <a:endCxn id="850" idx="0"/>
          </p:cNvCxnSpPr>
          <p:nvPr/>
        </p:nvCxnSpPr>
        <p:spPr>
          <a:xfrm flipH="1">
            <a:off x="4974637" y="2757371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8" name="Google Shape;868;p43"/>
          <p:cNvSpPr txBox="1"/>
          <p:nvPr/>
        </p:nvSpPr>
        <p:spPr>
          <a:xfrm>
            <a:off x="646200" y="1552700"/>
            <a:ext cx="5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transpose the given graph i.e. edge (u, v) becomes (v, u).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3"/>
          <p:cNvSpPr/>
          <p:nvPr/>
        </p:nvSpPr>
        <p:spPr>
          <a:xfrm>
            <a:off x="4167847" y="2758875"/>
            <a:ext cx="618000" cy="31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875" name="Google Shape;875;p44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4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4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4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4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4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4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4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44"/>
          <p:cNvCxnSpPr>
            <a:stCxn id="875" idx="6"/>
            <a:endCxn id="87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4" name="Google Shape;884;p44"/>
          <p:cNvCxnSpPr>
            <a:stCxn id="876" idx="6"/>
            <a:endCxn id="87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5" name="Google Shape;885;p44"/>
          <p:cNvCxnSpPr>
            <a:stCxn id="878" idx="6"/>
            <a:endCxn id="87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6" name="Google Shape;886;p44"/>
          <p:cNvCxnSpPr>
            <a:stCxn id="882" idx="4"/>
            <a:endCxn id="87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7" name="Google Shape;887;p44"/>
          <p:cNvCxnSpPr>
            <a:stCxn id="882" idx="6"/>
            <a:endCxn id="88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8" name="Google Shape;888;p44"/>
          <p:cNvCxnSpPr>
            <a:stCxn id="881" idx="4"/>
            <a:endCxn id="88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9" name="Google Shape;889;p44"/>
          <p:cNvCxnSpPr>
            <a:stCxn id="881" idx="3"/>
            <a:endCxn id="87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90" name="Google Shape;890;p44"/>
          <p:cNvCxnSpPr>
            <a:stCxn id="880" idx="2"/>
            <a:endCxn id="87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1" name="Google Shape;891;p44"/>
          <p:cNvCxnSpPr>
            <a:stCxn id="877" idx="5"/>
            <a:endCxn id="87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92" name="Google Shape;892;p44"/>
          <p:cNvCxnSpPr>
            <a:stCxn id="877" idx="3"/>
            <a:endCxn id="87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3" name="Google Shape;893;p44"/>
          <p:cNvSpPr txBox="1"/>
          <p:nvPr/>
        </p:nvSpPr>
        <p:spPr>
          <a:xfrm>
            <a:off x="563975" y="1440150"/>
            <a:ext cx="898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according to the order of vertices from the reference stack on transposed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4" name="Google Shape;894;p44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7 6 5 4 3 2 1 0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5" name="Google Shape;895;p44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6" name="Google Shape;896;p44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7" name="Google Shape;897;p44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4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904" name="Google Shape;904;p45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5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5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5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5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5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5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5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2" name="Google Shape;912;p45"/>
          <p:cNvCxnSpPr>
            <a:stCxn id="904" idx="6"/>
            <a:endCxn id="90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45"/>
          <p:cNvCxnSpPr>
            <a:stCxn id="905" idx="6"/>
            <a:endCxn id="90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4" name="Google Shape;914;p45"/>
          <p:cNvCxnSpPr>
            <a:stCxn id="907" idx="6"/>
            <a:endCxn id="90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5" name="Google Shape;915;p45"/>
          <p:cNvCxnSpPr>
            <a:stCxn id="911" idx="4"/>
            <a:endCxn id="90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6" name="Google Shape;916;p45"/>
          <p:cNvCxnSpPr>
            <a:stCxn id="911" idx="6"/>
            <a:endCxn id="91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7" name="Google Shape;917;p45"/>
          <p:cNvCxnSpPr>
            <a:stCxn id="910" idx="4"/>
            <a:endCxn id="90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8" name="Google Shape;918;p45"/>
          <p:cNvCxnSpPr>
            <a:stCxn id="910" idx="3"/>
            <a:endCxn id="90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9" name="Google Shape;919;p45"/>
          <p:cNvCxnSpPr>
            <a:stCxn id="909" idx="2"/>
            <a:endCxn id="90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0" name="Google Shape;920;p45"/>
          <p:cNvCxnSpPr>
            <a:stCxn id="906" idx="5"/>
            <a:endCxn id="90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1" name="Google Shape;921;p45"/>
          <p:cNvCxnSpPr>
            <a:stCxn id="906" idx="3"/>
            <a:endCxn id="90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2" name="Google Shape;922;p45"/>
          <p:cNvSpPr txBox="1"/>
          <p:nvPr/>
        </p:nvSpPr>
        <p:spPr>
          <a:xfrm>
            <a:off x="563975" y="1440150"/>
            <a:ext cx="898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0 in this case and run DFS starting from 0 on the transposed graph.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3" name="Google Shape;923;p45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24" name="Google Shape;924;p45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5" name="Google Shape;925;p45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26" name="Google Shape;926;p45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5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5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DFS(0)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934" name="Google Shape;934;p46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6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6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6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6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6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6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6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2" name="Google Shape;942;p46"/>
          <p:cNvCxnSpPr>
            <a:stCxn id="934" idx="6"/>
            <a:endCxn id="93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3" name="Google Shape;943;p46"/>
          <p:cNvCxnSpPr>
            <a:stCxn id="935" idx="6"/>
            <a:endCxn id="93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4" name="Google Shape;944;p46"/>
          <p:cNvCxnSpPr>
            <a:stCxn id="937" idx="6"/>
            <a:endCxn id="93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5" name="Google Shape;945;p46"/>
          <p:cNvCxnSpPr>
            <a:stCxn id="941" idx="4"/>
            <a:endCxn id="93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6" name="Google Shape;946;p46"/>
          <p:cNvCxnSpPr>
            <a:stCxn id="941" idx="6"/>
            <a:endCxn id="94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7" name="Google Shape;947;p46"/>
          <p:cNvCxnSpPr>
            <a:stCxn id="940" idx="4"/>
            <a:endCxn id="93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8" name="Google Shape;948;p46"/>
          <p:cNvCxnSpPr>
            <a:stCxn id="940" idx="3"/>
            <a:endCxn id="93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9" name="Google Shape;949;p46"/>
          <p:cNvCxnSpPr>
            <a:stCxn id="939" idx="2"/>
            <a:endCxn id="93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0" name="Google Shape;950;p46"/>
          <p:cNvCxnSpPr>
            <a:stCxn id="936" idx="5"/>
            <a:endCxn id="93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1" name="Google Shape;951;p46"/>
          <p:cNvCxnSpPr>
            <a:stCxn id="936" idx="3"/>
            <a:endCxn id="93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2" name="Google Shape;952;p46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3" name="Google Shape;953;p46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4" name="Google Shape;954;p46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5" name="Google Shape;955;p46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6" name="Google Shape;956;p46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6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6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DFS(0) -&gt; DFS(2)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964" name="Google Shape;964;p47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7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7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7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7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2" name="Google Shape;972;p47"/>
          <p:cNvCxnSpPr>
            <a:stCxn id="964" idx="6"/>
            <a:endCxn id="96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3" name="Google Shape;973;p47"/>
          <p:cNvCxnSpPr>
            <a:stCxn id="965" idx="6"/>
            <a:endCxn id="96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4" name="Google Shape;974;p47"/>
          <p:cNvCxnSpPr>
            <a:stCxn id="967" idx="6"/>
            <a:endCxn id="96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5" name="Google Shape;975;p47"/>
          <p:cNvCxnSpPr>
            <a:stCxn id="971" idx="4"/>
            <a:endCxn id="96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6" name="Google Shape;976;p47"/>
          <p:cNvCxnSpPr>
            <a:stCxn id="971" idx="6"/>
            <a:endCxn id="97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7" name="Google Shape;977;p47"/>
          <p:cNvCxnSpPr>
            <a:stCxn id="970" idx="4"/>
            <a:endCxn id="96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8" name="Google Shape;978;p47"/>
          <p:cNvCxnSpPr>
            <a:stCxn id="970" idx="3"/>
            <a:endCxn id="96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9" name="Google Shape;979;p47"/>
          <p:cNvCxnSpPr>
            <a:stCxn id="969" idx="2"/>
            <a:endCxn id="96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47"/>
          <p:cNvCxnSpPr>
            <a:stCxn id="966" idx="5"/>
            <a:endCxn id="96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1" name="Google Shape;981;p47"/>
          <p:cNvCxnSpPr>
            <a:stCxn id="966" idx="3"/>
            <a:endCxn id="96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2" name="Google Shape;982;p47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3" name="Google Shape;983;p47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4" name="Google Shape;984;p47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5" name="Google Shape;985;p47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6" name="Google Shape;986;p47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7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7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DFS(0) -&gt; DFS(2) -&gt; DFS(1)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994" name="Google Shape;994;p48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8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8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8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8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8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8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8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2" name="Google Shape;1002;p48"/>
          <p:cNvCxnSpPr>
            <a:stCxn id="994" idx="6"/>
            <a:endCxn id="99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3" name="Google Shape;1003;p48"/>
          <p:cNvCxnSpPr>
            <a:stCxn id="995" idx="6"/>
            <a:endCxn id="99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4" name="Google Shape;1004;p48"/>
          <p:cNvCxnSpPr>
            <a:stCxn id="997" idx="6"/>
            <a:endCxn id="99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5" name="Google Shape;1005;p48"/>
          <p:cNvCxnSpPr>
            <a:stCxn id="1001" idx="4"/>
            <a:endCxn id="99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6" name="Google Shape;1006;p48"/>
          <p:cNvCxnSpPr>
            <a:stCxn id="1001" idx="6"/>
            <a:endCxn id="100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7" name="Google Shape;1007;p48"/>
          <p:cNvCxnSpPr>
            <a:stCxn id="1000" idx="4"/>
            <a:endCxn id="99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8" name="Google Shape;1008;p48"/>
          <p:cNvCxnSpPr>
            <a:stCxn id="1000" idx="3"/>
            <a:endCxn id="99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9" name="Google Shape;1009;p48"/>
          <p:cNvCxnSpPr>
            <a:stCxn id="999" idx="2"/>
            <a:endCxn id="99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0" name="Google Shape;1010;p48"/>
          <p:cNvCxnSpPr>
            <a:stCxn id="996" idx="5"/>
            <a:endCxn id="99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11" name="Google Shape;1011;p48"/>
          <p:cNvCxnSpPr>
            <a:stCxn id="996" idx="3"/>
            <a:endCxn id="99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2" name="Google Shape;1012;p48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3" name="Google Shape;1013;p48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4" name="Google Shape;1014;p48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5" name="Google Shape;1015;p48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6" name="Google Shape;1016;p48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8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8"/>
          <p:cNvSpPr txBox="1"/>
          <p:nvPr/>
        </p:nvSpPr>
        <p:spPr>
          <a:xfrm>
            <a:off x="5136600" y="1862775"/>
            <a:ext cx="321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DFS(0) -&gt; DFS(2) -&gt; DFS(1)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from 1 we can go to 0 however it is already visited. Since there are no unvisited vertex, we’ll backtrack to 2 and from 2, we’ll backtrack to 0. Therefore,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0, 2, 1}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our first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8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025" name="Google Shape;1025;p49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9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9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9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9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9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9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9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3" name="Google Shape;1033;p49"/>
          <p:cNvCxnSpPr>
            <a:stCxn id="1025" idx="6"/>
            <a:endCxn id="102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4" name="Google Shape;1034;p49"/>
          <p:cNvCxnSpPr>
            <a:stCxn id="1026" idx="6"/>
            <a:endCxn id="102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5" name="Google Shape;1035;p49"/>
          <p:cNvCxnSpPr>
            <a:stCxn id="1028" idx="6"/>
            <a:endCxn id="102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6" name="Google Shape;1036;p49"/>
          <p:cNvCxnSpPr>
            <a:stCxn id="1032" idx="4"/>
            <a:endCxn id="102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7" name="Google Shape;1037;p49"/>
          <p:cNvCxnSpPr>
            <a:stCxn id="1032" idx="6"/>
            <a:endCxn id="103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8" name="Google Shape;1038;p49"/>
          <p:cNvCxnSpPr>
            <a:stCxn id="1031" idx="4"/>
            <a:endCxn id="103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9" name="Google Shape;1039;p49"/>
          <p:cNvCxnSpPr>
            <a:stCxn id="1031" idx="3"/>
            <a:endCxn id="102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0" name="Google Shape;1040;p49"/>
          <p:cNvCxnSpPr>
            <a:stCxn id="1030" idx="2"/>
            <a:endCxn id="102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1" name="Google Shape;1041;p49"/>
          <p:cNvCxnSpPr>
            <a:stCxn id="1027" idx="5"/>
            <a:endCxn id="102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2" name="Google Shape;1042;p49"/>
          <p:cNvCxnSpPr>
            <a:stCxn id="1027" idx="3"/>
            <a:endCxn id="102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3" name="Google Shape;1043;p49"/>
          <p:cNvSpPr txBox="1"/>
          <p:nvPr/>
        </p:nvSpPr>
        <p:spPr>
          <a:xfrm>
            <a:off x="747600" y="1355225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1 in this case. However, 1 is already visited.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4" name="Google Shape;1044;p49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5" name="Google Shape;1045;p49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6" name="Google Shape;1046;p49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7" name="Google Shape;1047;p49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9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9"/>
          <p:cNvSpPr txBox="1"/>
          <p:nvPr/>
        </p:nvSpPr>
        <p:spPr>
          <a:xfrm>
            <a:off x="5136600" y="1862775"/>
            <a:ext cx="321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9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056" name="Google Shape;1056;p50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0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0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50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0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0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0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0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4" name="Google Shape;1064;p50"/>
          <p:cNvCxnSpPr>
            <a:stCxn id="1056" idx="6"/>
            <a:endCxn id="1057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5" name="Google Shape;1065;p50"/>
          <p:cNvCxnSpPr>
            <a:stCxn id="1057" idx="6"/>
            <a:endCxn id="1059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6" name="Google Shape;1066;p50"/>
          <p:cNvCxnSpPr>
            <a:stCxn id="1059" idx="6"/>
            <a:endCxn id="1060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7" name="Google Shape;1067;p50"/>
          <p:cNvCxnSpPr>
            <a:stCxn id="1063" idx="4"/>
            <a:endCxn id="1060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8" name="Google Shape;1068;p50"/>
          <p:cNvCxnSpPr>
            <a:stCxn id="1063" idx="6"/>
            <a:endCxn id="1062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9" name="Google Shape;1069;p50"/>
          <p:cNvCxnSpPr>
            <a:stCxn id="1062" idx="4"/>
            <a:endCxn id="1061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0" name="Google Shape;1070;p50"/>
          <p:cNvCxnSpPr>
            <a:stCxn id="1062" idx="3"/>
            <a:endCxn id="1060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1" name="Google Shape;1071;p50"/>
          <p:cNvCxnSpPr>
            <a:stCxn id="1061" idx="2"/>
            <a:endCxn id="1060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50"/>
          <p:cNvCxnSpPr>
            <a:stCxn id="1058" idx="5"/>
            <a:endCxn id="1057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3" name="Google Shape;1073;p50"/>
          <p:cNvCxnSpPr>
            <a:stCxn id="1058" idx="3"/>
            <a:endCxn id="1056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4" name="Google Shape;1074;p50"/>
          <p:cNvSpPr txBox="1"/>
          <p:nvPr/>
        </p:nvSpPr>
        <p:spPr>
          <a:xfrm>
            <a:off x="747600" y="1355225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2 in this case. However, 2 is already visited.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5" name="Google Shape;1075;p50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6" name="Google Shape;1076;p50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7" name="Google Shape;1077;p50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8" name="Google Shape;1078;p50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50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50"/>
          <p:cNvSpPr txBox="1"/>
          <p:nvPr/>
        </p:nvSpPr>
        <p:spPr>
          <a:xfrm>
            <a:off x="5136600" y="1862775"/>
            <a:ext cx="321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50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087" name="Google Shape;1087;p51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1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1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1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51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1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51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51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51"/>
          <p:cNvCxnSpPr>
            <a:stCxn id="1087" idx="6"/>
            <a:endCxn id="1088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6" name="Google Shape;1096;p51"/>
          <p:cNvCxnSpPr>
            <a:stCxn id="1088" idx="6"/>
            <a:endCxn id="1090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7" name="Google Shape;1097;p51"/>
          <p:cNvCxnSpPr>
            <a:stCxn id="1090" idx="6"/>
            <a:endCxn id="1091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8" name="Google Shape;1098;p51"/>
          <p:cNvCxnSpPr>
            <a:stCxn id="1094" idx="4"/>
            <a:endCxn id="1091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9" name="Google Shape;1099;p51"/>
          <p:cNvCxnSpPr>
            <a:stCxn id="1094" idx="6"/>
            <a:endCxn id="1093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0" name="Google Shape;1100;p51"/>
          <p:cNvCxnSpPr>
            <a:stCxn id="1093" idx="4"/>
            <a:endCxn id="1092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1" name="Google Shape;1101;p51"/>
          <p:cNvCxnSpPr>
            <a:stCxn id="1093" idx="3"/>
            <a:endCxn id="1091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2" name="Google Shape;1102;p51"/>
          <p:cNvCxnSpPr>
            <a:stCxn id="1092" idx="2"/>
            <a:endCxn id="1091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3" name="Google Shape;1103;p51"/>
          <p:cNvCxnSpPr>
            <a:stCxn id="1089" idx="5"/>
            <a:endCxn id="1088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4" name="Google Shape;1104;p51"/>
          <p:cNvCxnSpPr>
            <a:stCxn id="1089" idx="3"/>
            <a:endCxn id="1087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5" name="Google Shape;1105;p51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3 in this case. Run DFS from 3.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6" name="Google Shape;1106;p51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7" name="Google Shape;1107;p51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8" name="Google Shape;1108;p51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9" name="Google Shape;1109;p51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51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1"/>
          <p:cNvSpPr txBox="1"/>
          <p:nvPr/>
        </p:nvSpPr>
        <p:spPr>
          <a:xfrm>
            <a:off x="5136600" y="1862775"/>
            <a:ext cx="3214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DFS(3) 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3, we can go to 2. However, 2 is already visited. As we don’t have any other adjacent vertices,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3}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our second SCC.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51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1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119" name="Google Shape;1119;p52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52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2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52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52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52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52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52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p52"/>
          <p:cNvCxnSpPr>
            <a:stCxn id="1119" idx="6"/>
            <a:endCxn id="1120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8" name="Google Shape;1128;p52"/>
          <p:cNvCxnSpPr>
            <a:stCxn id="1120" idx="6"/>
            <a:endCxn id="1122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29" name="Google Shape;1129;p52"/>
          <p:cNvCxnSpPr>
            <a:stCxn id="1122" idx="6"/>
            <a:endCxn id="1123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0" name="Google Shape;1130;p52"/>
          <p:cNvCxnSpPr>
            <a:stCxn id="1126" idx="4"/>
            <a:endCxn id="1123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1" name="Google Shape;1131;p52"/>
          <p:cNvCxnSpPr>
            <a:stCxn id="1126" idx="6"/>
            <a:endCxn id="1125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2" name="Google Shape;1132;p52"/>
          <p:cNvCxnSpPr>
            <a:stCxn id="1125" idx="4"/>
            <a:endCxn id="1124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3" name="Google Shape;1133;p52"/>
          <p:cNvCxnSpPr>
            <a:stCxn id="1125" idx="3"/>
            <a:endCxn id="1123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4" name="Google Shape;1134;p52"/>
          <p:cNvCxnSpPr>
            <a:stCxn id="1124" idx="2"/>
            <a:endCxn id="1123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5" name="Google Shape;1135;p52"/>
          <p:cNvCxnSpPr>
            <a:stCxn id="1121" idx="5"/>
            <a:endCxn id="1120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6" name="Google Shape;1136;p52"/>
          <p:cNvCxnSpPr>
            <a:stCxn id="1121" idx="3"/>
            <a:endCxn id="1119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7" name="Google Shape;1137;p52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4 in this case. Run DFS from 4.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8" name="Google Shape;1138;p52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9" name="Google Shape;1139;p52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0" name="Google Shape;1140;p52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1" name="Google Shape;1141;p52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52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52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DFS(4)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52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2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5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151" name="Google Shape;1151;p53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53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53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53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3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3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3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53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9" name="Google Shape;1159;p53"/>
          <p:cNvCxnSpPr>
            <a:stCxn id="1151" idx="6"/>
            <a:endCxn id="1152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0" name="Google Shape;1160;p53"/>
          <p:cNvCxnSpPr>
            <a:stCxn id="1152" idx="6"/>
            <a:endCxn id="1154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1" name="Google Shape;1161;p53"/>
          <p:cNvCxnSpPr>
            <a:stCxn id="1154" idx="6"/>
            <a:endCxn id="1155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2" name="Google Shape;1162;p53"/>
          <p:cNvCxnSpPr>
            <a:stCxn id="1158" idx="4"/>
            <a:endCxn id="1155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3" name="Google Shape;1163;p53"/>
          <p:cNvCxnSpPr>
            <a:stCxn id="1158" idx="6"/>
            <a:endCxn id="1157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4" name="Google Shape;1164;p53"/>
          <p:cNvCxnSpPr>
            <a:stCxn id="1157" idx="4"/>
            <a:endCxn id="1156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5" name="Google Shape;1165;p53"/>
          <p:cNvCxnSpPr>
            <a:stCxn id="1157" idx="3"/>
            <a:endCxn id="1155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6" name="Google Shape;1166;p53"/>
          <p:cNvCxnSpPr>
            <a:stCxn id="1156" idx="2"/>
            <a:endCxn id="1155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7" name="Google Shape;1167;p53"/>
          <p:cNvCxnSpPr>
            <a:stCxn id="1153" idx="5"/>
            <a:endCxn id="1152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8" name="Google Shape;1168;p53"/>
          <p:cNvCxnSpPr>
            <a:stCxn id="1153" idx="3"/>
            <a:endCxn id="1151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9" name="Google Shape;1169;p53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0" name="Google Shape;1170;p53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1" name="Google Shape;1171;p53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2" name="Google Shape;1172;p53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3" name="Google Shape;1173;p53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3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53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DFS(4) -&gt; DFS(6)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53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53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183" name="Google Shape;1183;p54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4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4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4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4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4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4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4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1" name="Google Shape;1191;p54"/>
          <p:cNvCxnSpPr>
            <a:stCxn id="1183" idx="6"/>
            <a:endCxn id="1184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2" name="Google Shape;1192;p54"/>
          <p:cNvCxnSpPr>
            <a:stCxn id="1184" idx="6"/>
            <a:endCxn id="1186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93" name="Google Shape;1193;p54"/>
          <p:cNvCxnSpPr>
            <a:stCxn id="1186" idx="6"/>
            <a:endCxn id="1187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94" name="Google Shape;1194;p54"/>
          <p:cNvCxnSpPr>
            <a:stCxn id="1190" idx="4"/>
            <a:endCxn id="1187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5" name="Google Shape;1195;p54"/>
          <p:cNvCxnSpPr>
            <a:stCxn id="1190" idx="6"/>
            <a:endCxn id="1189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96" name="Google Shape;1196;p54"/>
          <p:cNvCxnSpPr>
            <a:stCxn id="1189" idx="4"/>
            <a:endCxn id="1188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97" name="Google Shape;1197;p54"/>
          <p:cNvCxnSpPr>
            <a:stCxn id="1189" idx="3"/>
            <a:endCxn id="1187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98" name="Google Shape;1198;p54"/>
          <p:cNvCxnSpPr>
            <a:stCxn id="1188" idx="2"/>
            <a:endCxn id="1187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9" name="Google Shape;1199;p54"/>
          <p:cNvCxnSpPr>
            <a:stCxn id="1185" idx="5"/>
            <a:endCxn id="1184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0" name="Google Shape;1200;p54"/>
          <p:cNvCxnSpPr>
            <a:stCxn id="1185" idx="3"/>
            <a:endCxn id="1183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1" name="Google Shape;1201;p54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2" name="Google Shape;1202;p54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3" name="Google Shape;1203;p54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4" name="Google Shape;1204;p54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5" name="Google Shape;1205;p54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4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4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DFS(4) -&gt; DFS(6) -&gt; DFS(5)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4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4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215" name="Google Shape;1215;p55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5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55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5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5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5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5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5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55"/>
          <p:cNvCxnSpPr>
            <a:stCxn id="1215" idx="6"/>
            <a:endCxn id="121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4" name="Google Shape;1224;p55"/>
          <p:cNvCxnSpPr>
            <a:stCxn id="1216" idx="6"/>
            <a:endCxn id="121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5" name="Google Shape;1225;p55"/>
          <p:cNvCxnSpPr>
            <a:stCxn id="1218" idx="6"/>
            <a:endCxn id="121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6" name="Google Shape;1226;p55"/>
          <p:cNvCxnSpPr>
            <a:stCxn id="1222" idx="4"/>
            <a:endCxn id="121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7" name="Google Shape;1227;p55"/>
          <p:cNvCxnSpPr>
            <a:stCxn id="1222" idx="6"/>
            <a:endCxn id="122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8" name="Google Shape;1228;p55"/>
          <p:cNvCxnSpPr>
            <a:stCxn id="1221" idx="4"/>
            <a:endCxn id="122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9" name="Google Shape;1229;p55"/>
          <p:cNvCxnSpPr>
            <a:stCxn id="1221" idx="3"/>
            <a:endCxn id="121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30" name="Google Shape;1230;p55"/>
          <p:cNvCxnSpPr>
            <a:stCxn id="1220" idx="2"/>
            <a:endCxn id="121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1" name="Google Shape;1231;p55"/>
          <p:cNvCxnSpPr>
            <a:stCxn id="1217" idx="5"/>
            <a:endCxn id="121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32" name="Google Shape;1232;p55"/>
          <p:cNvCxnSpPr>
            <a:stCxn id="1217" idx="3"/>
            <a:endCxn id="121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3" name="Google Shape;1233;p55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4" name="Google Shape;1234;p55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5" name="Google Shape;1235;p55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6" name="Google Shape;1236;p55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7" name="Google Shape;1237;p55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5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5"/>
          <p:cNvSpPr txBox="1"/>
          <p:nvPr/>
        </p:nvSpPr>
        <p:spPr>
          <a:xfrm>
            <a:off x="5136600" y="1862775"/>
            <a:ext cx="321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DFS(4) -&gt; DFS(6) -&gt; DFS(5)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5 we can go to 4. However, it is already visited. So, we’ll backtrack from 5 to 6, and then 6 to 4. Since 4 doesn’t have any adjacent vertices, therefore,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4, 6, 5}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our third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5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5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5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5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248" name="Google Shape;1248;p56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6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6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6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6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6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6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6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56"/>
          <p:cNvCxnSpPr>
            <a:stCxn id="1248" idx="6"/>
            <a:endCxn id="1249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7" name="Google Shape;1257;p56"/>
          <p:cNvCxnSpPr>
            <a:stCxn id="1249" idx="6"/>
            <a:endCxn id="1251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8" name="Google Shape;1258;p56"/>
          <p:cNvCxnSpPr>
            <a:stCxn id="1251" idx="6"/>
            <a:endCxn id="1252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9" name="Google Shape;1259;p56"/>
          <p:cNvCxnSpPr>
            <a:stCxn id="1255" idx="4"/>
            <a:endCxn id="1252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0" name="Google Shape;1260;p56"/>
          <p:cNvCxnSpPr>
            <a:stCxn id="1255" idx="6"/>
            <a:endCxn id="1254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1" name="Google Shape;1261;p56"/>
          <p:cNvCxnSpPr>
            <a:stCxn id="1254" idx="4"/>
            <a:endCxn id="1253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2" name="Google Shape;1262;p56"/>
          <p:cNvCxnSpPr>
            <a:stCxn id="1254" idx="3"/>
            <a:endCxn id="1252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3" name="Google Shape;1263;p56"/>
          <p:cNvCxnSpPr>
            <a:stCxn id="1253" idx="2"/>
            <a:endCxn id="1252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4" name="Google Shape;1264;p56"/>
          <p:cNvCxnSpPr>
            <a:stCxn id="1250" idx="5"/>
            <a:endCxn id="1249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5" name="Google Shape;1265;p56"/>
          <p:cNvCxnSpPr>
            <a:stCxn id="1250" idx="3"/>
            <a:endCxn id="1248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66" name="Google Shape;1266;p56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7" name="Google Shape;1267;p56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8" name="Google Shape;1268;p56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9" name="Google Shape;1269;p56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0" name="Google Shape;1270;p56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56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6"/>
          <p:cNvSpPr txBox="1"/>
          <p:nvPr/>
        </p:nvSpPr>
        <p:spPr>
          <a:xfrm>
            <a:off x="5186825" y="1865400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6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6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6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6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5 in this case. However, 5 is already visited.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282" name="Google Shape;1282;p57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7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7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7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7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7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7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0" name="Google Shape;1290;p57"/>
          <p:cNvCxnSpPr>
            <a:stCxn id="1282" idx="6"/>
            <a:endCxn id="1283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1" name="Google Shape;1291;p57"/>
          <p:cNvCxnSpPr>
            <a:stCxn id="1283" idx="6"/>
            <a:endCxn id="1285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2" name="Google Shape;1292;p57"/>
          <p:cNvCxnSpPr>
            <a:stCxn id="1285" idx="6"/>
            <a:endCxn id="1286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3" name="Google Shape;1293;p57"/>
          <p:cNvCxnSpPr>
            <a:stCxn id="1289" idx="4"/>
            <a:endCxn id="1286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4" name="Google Shape;1294;p57"/>
          <p:cNvCxnSpPr>
            <a:stCxn id="1289" idx="6"/>
            <a:endCxn id="1288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5" name="Google Shape;1295;p57"/>
          <p:cNvCxnSpPr>
            <a:stCxn id="1288" idx="4"/>
            <a:endCxn id="1287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6" name="Google Shape;1296;p57"/>
          <p:cNvCxnSpPr>
            <a:stCxn id="1288" idx="3"/>
            <a:endCxn id="1286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7" name="Google Shape;1297;p57"/>
          <p:cNvCxnSpPr>
            <a:stCxn id="1287" idx="2"/>
            <a:endCxn id="1286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8" name="Google Shape;1298;p57"/>
          <p:cNvCxnSpPr>
            <a:stCxn id="1284" idx="5"/>
            <a:endCxn id="1283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9" name="Google Shape;1299;p57"/>
          <p:cNvCxnSpPr>
            <a:stCxn id="1284" idx="3"/>
            <a:endCxn id="1282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00" name="Google Shape;1300;p57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1" name="Google Shape;1301;p57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2" name="Google Shape;1302;p57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3" name="Google Shape;1303;p57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4" name="Google Shape;1304;p57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7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7"/>
          <p:cNvSpPr txBox="1"/>
          <p:nvPr/>
        </p:nvSpPr>
        <p:spPr>
          <a:xfrm>
            <a:off x="5186825" y="1865400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7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7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7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6 in this case. However, 6 is already visited.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316" name="Google Shape;1316;p58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58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58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58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8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58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8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58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4" name="Google Shape;1324;p58"/>
          <p:cNvCxnSpPr>
            <a:stCxn id="1316" idx="6"/>
            <a:endCxn id="1317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5" name="Google Shape;1325;p58"/>
          <p:cNvCxnSpPr>
            <a:stCxn id="1317" idx="6"/>
            <a:endCxn id="1319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6" name="Google Shape;1326;p58"/>
          <p:cNvCxnSpPr>
            <a:stCxn id="1319" idx="6"/>
            <a:endCxn id="1320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7" name="Google Shape;1327;p58"/>
          <p:cNvCxnSpPr>
            <a:stCxn id="1323" idx="4"/>
            <a:endCxn id="1320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8" name="Google Shape;1328;p58"/>
          <p:cNvCxnSpPr>
            <a:stCxn id="1323" idx="6"/>
            <a:endCxn id="1322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9" name="Google Shape;1329;p58"/>
          <p:cNvCxnSpPr>
            <a:stCxn id="1322" idx="4"/>
            <a:endCxn id="1321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0" name="Google Shape;1330;p58"/>
          <p:cNvCxnSpPr>
            <a:stCxn id="1322" idx="3"/>
            <a:endCxn id="1320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1" name="Google Shape;1331;p58"/>
          <p:cNvCxnSpPr>
            <a:stCxn id="1321" idx="2"/>
            <a:endCxn id="1320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2" name="Google Shape;1332;p58"/>
          <p:cNvCxnSpPr>
            <a:stCxn id="1318" idx="5"/>
            <a:endCxn id="1317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3" name="Google Shape;1333;p58"/>
          <p:cNvCxnSpPr>
            <a:stCxn id="1318" idx="3"/>
            <a:endCxn id="1316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4" name="Google Shape;1334;p58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5" name="Google Shape;1335;p58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6" name="Google Shape;1336;p58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7" name="Google Shape;1337;p58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8" name="Google Shape;1338;p58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8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8"/>
          <p:cNvSpPr txBox="1"/>
          <p:nvPr/>
        </p:nvSpPr>
        <p:spPr>
          <a:xfrm>
            <a:off x="5164400" y="1786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DFS(7)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8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8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8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8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7 in this case. Run DFS from 7.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5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1350" name="Google Shape;1350;p59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59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59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59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59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9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59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59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8" name="Google Shape;1358;p59"/>
          <p:cNvCxnSpPr>
            <a:stCxn id="1350" idx="6"/>
            <a:endCxn id="1351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9" name="Google Shape;1359;p59"/>
          <p:cNvCxnSpPr>
            <a:stCxn id="1351" idx="6"/>
            <a:endCxn id="1353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0" name="Google Shape;1360;p59"/>
          <p:cNvCxnSpPr>
            <a:stCxn id="1353" idx="6"/>
            <a:endCxn id="1354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1" name="Google Shape;1361;p59"/>
          <p:cNvCxnSpPr>
            <a:stCxn id="1357" idx="4"/>
            <a:endCxn id="1354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2" name="Google Shape;1362;p59"/>
          <p:cNvCxnSpPr>
            <a:stCxn id="1357" idx="6"/>
            <a:endCxn id="1356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3" name="Google Shape;1363;p59"/>
          <p:cNvCxnSpPr>
            <a:stCxn id="1356" idx="4"/>
            <a:endCxn id="1355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4" name="Google Shape;1364;p59"/>
          <p:cNvCxnSpPr>
            <a:stCxn id="1356" idx="3"/>
            <a:endCxn id="1354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5" name="Google Shape;1365;p59"/>
          <p:cNvCxnSpPr>
            <a:stCxn id="1355" idx="2"/>
            <a:endCxn id="1354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6" name="Google Shape;1366;p59"/>
          <p:cNvCxnSpPr>
            <a:stCxn id="1352" idx="5"/>
            <a:endCxn id="1351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7" name="Google Shape;1367;p59"/>
          <p:cNvCxnSpPr>
            <a:stCxn id="1352" idx="3"/>
            <a:endCxn id="1350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8" name="Google Shape;1368;p59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9" name="Google Shape;1369;p59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0" name="Google Shape;1370;p59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1" name="Google Shape;1371;p59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{5776074A-8FF2-4C0F-BECD-5AEB91577F40}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2" name="Google Shape;1372;p59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59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9"/>
          <p:cNvSpPr txBox="1"/>
          <p:nvPr/>
        </p:nvSpPr>
        <p:spPr>
          <a:xfrm>
            <a:off x="5074150" y="1755425"/>
            <a:ext cx="3214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DFS(7)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has two adjacent vertices 4 and 6, however, both are already visited. Therefore,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7}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our fourth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0, 2, 1}: SCC1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{3}: SCC2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{4, 6, 5}: SCC3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{7}: SCC4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Kosaraju’s Algorithm!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9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9"/>
          <p:cNvSpPr/>
          <p:nvPr/>
        </p:nvSpPr>
        <p:spPr>
          <a:xfrm>
            <a:off x="2492175" y="2429250"/>
            <a:ext cx="599100" cy="50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59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59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7 in this case. Run DFS from 7.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9"/>
          <p:cNvSpPr/>
          <p:nvPr/>
        </p:nvSpPr>
        <p:spPr>
          <a:xfrm>
            <a:off x="4173238" y="2466013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